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62100"/>
            <a:ext cx="480917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57200" y="2438400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Data Review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3276600"/>
            <a:ext cx="5324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Team • November 2024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0" y="1143000"/>
            <a:ext cx="2857500" cy="2857500"/>
          </a:xfrm>
          <a:prstGeom prst="roundRect">
            <a:avLst>
              <a:gd name="adj" fmla="val 32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0725" y="1181100"/>
            <a:ext cx="2914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262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Trends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038350"/>
            <a:ext cx="3048000" cy="1752600"/>
          </a:xfrm>
          <a:prstGeom prst="roundRect">
            <a:avLst>
              <a:gd name="adj" fmla="val 3478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38350"/>
            <a:ext cx="0" cy="17526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" y="2266950"/>
            <a:ext cx="2603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3900" y="2686050"/>
            <a:ext cx="25527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growth trajectory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patterns evident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shows acceleration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372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Metrics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19200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24400" y="1219200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Breakdown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133600"/>
            <a:ext cx="4876800" cy="1562100"/>
          </a:xfrm>
          <a:prstGeom prst="roundRect">
            <a:avLst>
              <a:gd name="adj" fmla="val 3902"/>
            </a:avLst>
          </a:prstGeom>
          <a:solidFill>
            <a:srgbClr val="F0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1604" y="2400300"/>
            <a:ext cx="45079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 or detailed metrics will be displayed 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1604" y="3162300"/>
            <a:ext cx="45079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placeholder with actual tabular data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 Overview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6858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comparison and forecasts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Analysis Template</dc:title>
  <dc:subject>PptxGenJS Presentation</dc:subject>
  <dc:creator>Analytics Team</dc:creator>
  <cp:lastModifiedBy>Analytics Team</cp:lastModifiedBy>
  <cp:revision>1</cp:revision>
  <dcterms:created xsi:type="dcterms:W3CDTF">2025-11-10T10:23:10Z</dcterms:created>
  <dcterms:modified xsi:type="dcterms:W3CDTF">2025-11-10T10:23:10Z</dcterms:modified>
</cp:coreProperties>
</file>