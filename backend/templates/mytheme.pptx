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61" r:id="rId7"/>
    <p:sldId id="265" r:id="rId8"/>
    <p:sldId id="263" r:id="rId9"/>
    <p:sldId id="264" r:id="rId10"/>
    <p:sldId id="266" r:id="rId11"/>
    <p:sldId id="267" r:id="rId12"/>
    <p:sldId id="273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5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665" userDrawn="1">
          <p15:clr>
            <a:srgbClr val="A4A3A4"/>
          </p15:clr>
        </p15:guide>
        <p15:guide id="3" pos="7015" userDrawn="1">
          <p15:clr>
            <a:srgbClr val="A4A3A4"/>
          </p15:clr>
        </p15:guide>
        <p15:guide id="4" orient="horz" pos="37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394" autoAdjust="0"/>
  </p:normalViewPr>
  <p:slideViewPr>
    <p:cSldViewPr snapToGrid="0" showGuides="1">
      <p:cViewPr>
        <p:scale>
          <a:sx n="33" d="100"/>
          <a:sy n="33" d="100"/>
        </p:scale>
        <p:origin x="2094" y="870"/>
      </p:cViewPr>
      <p:guideLst>
        <p:guide orient="horz" pos="595"/>
        <p:guide pos="665"/>
        <p:guide pos="7015"/>
        <p:guide orient="horz" pos="37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tockChart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spPr>
            <a:ln w="3175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Sheet1!$A$2:$A$10</c:f>
              <c:numCache>
                <c:formatCode>m/d/yyyy</c:formatCode>
                <c:ptCount val="9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  <c:pt idx="5">
                  <c:v>37266</c:v>
                </c:pt>
                <c:pt idx="6">
                  <c:v>37267</c:v>
                </c:pt>
                <c:pt idx="7">
                  <c:v>37268</c:v>
                </c:pt>
                <c:pt idx="8">
                  <c:v>37269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44</c:v>
                </c:pt>
                <c:pt idx="1">
                  <c:v>25</c:v>
                </c:pt>
                <c:pt idx="2">
                  <c:v>38</c:v>
                </c:pt>
                <c:pt idx="3">
                  <c:v>50</c:v>
                </c:pt>
                <c:pt idx="4">
                  <c:v>34</c:v>
                </c:pt>
                <c:pt idx="5">
                  <c:v>44</c:v>
                </c:pt>
                <c:pt idx="6">
                  <c:v>25</c:v>
                </c:pt>
                <c:pt idx="7">
                  <c:v>38</c:v>
                </c:pt>
                <c:pt idx="8">
                  <c:v>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A25-4C17-900A-E7DF134886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</c:v>
                </c:pt>
              </c:strCache>
            </c:strRef>
          </c:tx>
          <c:spPr>
            <a:ln w="3175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Sheet1!$A$2:$A$10</c:f>
              <c:numCache>
                <c:formatCode>m/d/yyyy</c:formatCode>
                <c:ptCount val="9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  <c:pt idx="5">
                  <c:v>37266</c:v>
                </c:pt>
                <c:pt idx="6">
                  <c:v>37267</c:v>
                </c:pt>
                <c:pt idx="7">
                  <c:v>37268</c:v>
                </c:pt>
                <c:pt idx="8">
                  <c:v>37269</c:v>
                </c:pt>
              </c:numCache>
            </c:num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55</c:v>
                </c:pt>
                <c:pt idx="1">
                  <c:v>57</c:v>
                </c:pt>
                <c:pt idx="2">
                  <c:v>57</c:v>
                </c:pt>
                <c:pt idx="3">
                  <c:v>58</c:v>
                </c:pt>
                <c:pt idx="4">
                  <c:v>36</c:v>
                </c:pt>
                <c:pt idx="5">
                  <c:v>55</c:v>
                </c:pt>
                <c:pt idx="6">
                  <c:v>57</c:v>
                </c:pt>
                <c:pt idx="7">
                  <c:v>57</c:v>
                </c:pt>
                <c:pt idx="8">
                  <c:v>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A25-4C17-900A-E7DF1348860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</c:v>
                </c:pt>
              </c:strCache>
            </c:strRef>
          </c:tx>
          <c:spPr>
            <a:ln w="3175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Sheet1!$A$2:$A$10</c:f>
              <c:numCache>
                <c:formatCode>m/d/yyyy</c:formatCode>
                <c:ptCount val="9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  <c:pt idx="5">
                  <c:v>37266</c:v>
                </c:pt>
                <c:pt idx="6">
                  <c:v>37267</c:v>
                </c:pt>
                <c:pt idx="7">
                  <c:v>37268</c:v>
                </c:pt>
                <c:pt idx="8">
                  <c:v>37269</c:v>
                </c:pt>
              </c:numCache>
            </c:num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11</c:v>
                </c:pt>
                <c:pt idx="1">
                  <c:v>12</c:v>
                </c:pt>
                <c:pt idx="2">
                  <c:v>13</c:v>
                </c:pt>
                <c:pt idx="3">
                  <c:v>11</c:v>
                </c:pt>
                <c:pt idx="4">
                  <c:v>5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A25-4C17-900A-E7DF1348860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Close</c:v>
                </c:pt>
              </c:strCache>
            </c:strRef>
          </c:tx>
          <c:spPr>
            <a:ln w="3175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Sheet1!$A$2:$A$10</c:f>
              <c:numCache>
                <c:formatCode>m/d/yyyy</c:formatCode>
                <c:ptCount val="9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  <c:pt idx="5">
                  <c:v>37266</c:v>
                </c:pt>
                <c:pt idx="6">
                  <c:v>37267</c:v>
                </c:pt>
                <c:pt idx="7">
                  <c:v>37268</c:v>
                </c:pt>
                <c:pt idx="8">
                  <c:v>37269</c:v>
                </c:pt>
              </c:numCache>
            </c:numRef>
          </c:cat>
          <c:val>
            <c:numRef>
              <c:f>Sheet1!$E$2:$E$10</c:f>
              <c:numCache>
                <c:formatCode>General</c:formatCode>
                <c:ptCount val="9"/>
                <c:pt idx="0">
                  <c:v>25</c:v>
                </c:pt>
                <c:pt idx="1">
                  <c:v>38</c:v>
                </c:pt>
                <c:pt idx="2">
                  <c:v>50</c:v>
                </c:pt>
                <c:pt idx="3">
                  <c:v>34</c:v>
                </c:pt>
                <c:pt idx="4">
                  <c:v>18</c:v>
                </c:pt>
                <c:pt idx="5">
                  <c:v>25</c:v>
                </c:pt>
                <c:pt idx="6">
                  <c:v>38</c:v>
                </c:pt>
                <c:pt idx="7">
                  <c:v>50</c:v>
                </c:pt>
                <c:pt idx="8">
                  <c:v>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A25-4C17-900A-E7DF134886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9525" cap="flat" cmpd="sng" algn="ctr">
              <a:solidFill>
                <a:srgbClr val="ECF0F3"/>
              </a:solidFill>
              <a:round/>
            </a:ln>
            <a:effectLst/>
          </c:spPr>
        </c:hiLowLines>
        <c:upDownBars>
          <c:gapWidth val="150"/>
          <c:upBars>
            <c:spPr>
              <a:solidFill>
                <a:schemeClr val="accent2"/>
              </a:solidFill>
              <a:ln w="9525" cap="flat" cmpd="sng" algn="ctr">
                <a:noFill/>
                <a:round/>
              </a:ln>
              <a:effectLst/>
            </c:spPr>
          </c:upBars>
          <c:downBars>
            <c:spPr>
              <a:solidFill>
                <a:schemeClr val="accent1"/>
              </a:solidFill>
              <a:ln w="9525" cap="flat" cmpd="sng" algn="ctr">
                <a:noFill/>
                <a:round/>
              </a:ln>
              <a:effectLst/>
            </c:spPr>
          </c:downBars>
        </c:upDownBars>
        <c:axId val="1815183632"/>
        <c:axId val="1815180672"/>
      </c:stockChart>
      <c:dateAx>
        <c:axId val="1815183632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815180672"/>
        <c:crosses val="autoZero"/>
        <c:auto val="1"/>
        <c:lblOffset val="100"/>
        <c:baseTimeUnit val="days"/>
      </c:dateAx>
      <c:valAx>
        <c:axId val="1815180672"/>
        <c:scaling>
          <c:orientation val="minMax"/>
          <c:max val="60"/>
          <c:min val="10"/>
        </c:scaling>
        <c:delete val="0"/>
        <c:axPos val="l"/>
        <c:majorGridlines>
          <c:spPr>
            <a:ln w="9525" cap="flat" cmpd="sng" algn="ctr">
              <a:solidFill>
                <a:srgbClr val="ECF0F3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Montserrat" charset="0"/>
                <a:cs typeface="Montserrat" charset="0"/>
              </a:defRPr>
            </a:pPr>
            <a:endParaRPr lang="en-US"/>
          </a:p>
        </c:txPr>
        <c:crossAx val="18151836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solidFill>
            <a:schemeClr val="bg1">
              <a:lumMod val="65000"/>
            </a:schemeClr>
          </a:solidFill>
          <a:latin typeface="+mn-lt"/>
          <a:ea typeface="Montserrat" charset="0"/>
          <a:cs typeface="Montserrat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0124-4566-BD49-249A1B56D40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124-4566-BD49-249A1B56D40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0124-4566-BD49-249A1B56D40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124-4566-BD49-249A1B56D40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0124-4566-BD49-249A1B56D40F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124-4566-BD49-249A1B56D40F}"/>
              </c:ext>
            </c:extLst>
          </c:dPt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March</c:v>
                </c:pt>
                <c:pt idx="3">
                  <c:v>April</c:v>
                </c:pt>
                <c:pt idx="4">
                  <c:v>May </c:v>
                </c:pt>
                <c:pt idx="5">
                  <c:v>June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66</c:v>
                </c:pt>
                <c:pt idx="2">
                  <c:v>100</c:v>
                </c:pt>
                <c:pt idx="3">
                  <c:v>81</c:v>
                </c:pt>
                <c:pt idx="4">
                  <c:v>45</c:v>
                </c:pt>
                <c:pt idx="5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124-4566-BD49-249A1B56D4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3044624"/>
        <c:axId val="203046584"/>
      </c:barChart>
      <c:catAx>
        <c:axId val="203044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046584"/>
        <c:crosses val="autoZero"/>
        <c:auto val="1"/>
        <c:lblAlgn val="ctr"/>
        <c:lblOffset val="100"/>
        <c:noMultiLvlLbl val="0"/>
      </c:catAx>
      <c:valAx>
        <c:axId val="203046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0446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FB29D3-762F-40DE-8410-6580AFBF76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5171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12685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2301DD1-15DF-4734-9D63-C7B4AC0B5FD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87885" y="928006"/>
            <a:ext cx="4915801" cy="5372100"/>
          </a:xfrm>
          <a:prstGeom prst="roundRect">
            <a:avLst>
              <a:gd name="adj" fmla="val 6937"/>
            </a:avLst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34544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B2D9ACD9-65FB-4AA4-A200-BAF21F1C125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00850" y="1"/>
            <a:ext cx="2914443" cy="6092824"/>
          </a:xfrm>
          <a:custGeom>
            <a:avLst/>
            <a:gdLst>
              <a:gd name="connsiteX0" fmla="*/ 0 w 3132241"/>
              <a:gd name="connsiteY0" fmla="*/ 0 h 6092824"/>
              <a:gd name="connsiteX1" fmla="*/ 3132241 w 3132241"/>
              <a:gd name="connsiteY1" fmla="*/ 0 h 6092824"/>
              <a:gd name="connsiteX2" fmla="*/ 3132241 w 3132241"/>
              <a:gd name="connsiteY2" fmla="*/ 5606606 h 6092824"/>
              <a:gd name="connsiteX3" fmla="*/ 2646023 w 3132241"/>
              <a:gd name="connsiteY3" fmla="*/ 6092824 h 6092824"/>
              <a:gd name="connsiteX4" fmla="*/ 486219 w 3132241"/>
              <a:gd name="connsiteY4" fmla="*/ 6092824 h 6092824"/>
              <a:gd name="connsiteX5" fmla="*/ 0 w 3132241"/>
              <a:gd name="connsiteY5" fmla="*/ 5606606 h 609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2241" h="6092824">
                <a:moveTo>
                  <a:pt x="0" y="0"/>
                </a:moveTo>
                <a:lnTo>
                  <a:pt x="3132241" y="0"/>
                </a:lnTo>
                <a:lnTo>
                  <a:pt x="3132241" y="5606606"/>
                </a:lnTo>
                <a:cubicBezTo>
                  <a:pt x="3132241" y="5875137"/>
                  <a:pt x="2914554" y="6092824"/>
                  <a:pt x="2646023" y="6092824"/>
                </a:cubicBezTo>
                <a:lnTo>
                  <a:pt x="486219" y="6092824"/>
                </a:lnTo>
                <a:cubicBezTo>
                  <a:pt x="217687" y="6092824"/>
                  <a:pt x="0" y="5875137"/>
                  <a:pt x="0" y="560660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</p:sp>
    </p:spTree>
    <p:extLst>
      <p:ext uri="{BB962C8B-B14F-4D97-AF65-F5344CB8AC3E}">
        <p14:creationId xmlns:p14="http://schemas.microsoft.com/office/powerpoint/2010/main" val="352569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BD2273E-7308-4631-8703-60794FEA4D7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000" y="2786744"/>
            <a:ext cx="2235200" cy="1553028"/>
          </a:xfrm>
          <a:custGeom>
            <a:avLst/>
            <a:gdLst>
              <a:gd name="connsiteX0" fmla="*/ 312063 w 2235200"/>
              <a:gd name="connsiteY0" fmla="*/ 0 h 1872343"/>
              <a:gd name="connsiteX1" fmla="*/ 1923137 w 2235200"/>
              <a:gd name="connsiteY1" fmla="*/ 0 h 1872343"/>
              <a:gd name="connsiteX2" fmla="*/ 2235200 w 2235200"/>
              <a:gd name="connsiteY2" fmla="*/ 312063 h 1872343"/>
              <a:gd name="connsiteX3" fmla="*/ 2235200 w 2235200"/>
              <a:gd name="connsiteY3" fmla="*/ 1872343 h 1872343"/>
              <a:gd name="connsiteX4" fmla="*/ 0 w 2235200"/>
              <a:gd name="connsiteY4" fmla="*/ 1872343 h 1872343"/>
              <a:gd name="connsiteX5" fmla="*/ 0 w 2235200"/>
              <a:gd name="connsiteY5" fmla="*/ 312063 h 1872343"/>
              <a:gd name="connsiteX6" fmla="*/ 312063 w 2235200"/>
              <a:gd name="connsiteY6" fmla="*/ 0 h 18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35200" h="1872343">
                <a:moveTo>
                  <a:pt x="312063" y="0"/>
                </a:moveTo>
                <a:lnTo>
                  <a:pt x="1923137" y="0"/>
                </a:lnTo>
                <a:cubicBezTo>
                  <a:pt x="2095485" y="0"/>
                  <a:pt x="2235200" y="139715"/>
                  <a:pt x="2235200" y="312063"/>
                </a:cubicBezTo>
                <a:lnTo>
                  <a:pt x="2235200" y="1872343"/>
                </a:lnTo>
                <a:lnTo>
                  <a:pt x="0" y="1872343"/>
                </a:lnTo>
                <a:lnTo>
                  <a:pt x="0" y="312063"/>
                </a:lnTo>
                <a:cubicBezTo>
                  <a:pt x="0" y="139715"/>
                  <a:pt x="139715" y="0"/>
                  <a:pt x="31206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7806A1E3-7E29-43BD-BE3E-39EA2656DE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78400" y="2786744"/>
            <a:ext cx="2235200" cy="1553028"/>
          </a:xfrm>
          <a:custGeom>
            <a:avLst/>
            <a:gdLst>
              <a:gd name="connsiteX0" fmla="*/ 312063 w 2235200"/>
              <a:gd name="connsiteY0" fmla="*/ 0 h 1872343"/>
              <a:gd name="connsiteX1" fmla="*/ 1923137 w 2235200"/>
              <a:gd name="connsiteY1" fmla="*/ 0 h 1872343"/>
              <a:gd name="connsiteX2" fmla="*/ 2235200 w 2235200"/>
              <a:gd name="connsiteY2" fmla="*/ 312063 h 1872343"/>
              <a:gd name="connsiteX3" fmla="*/ 2235200 w 2235200"/>
              <a:gd name="connsiteY3" fmla="*/ 1872343 h 1872343"/>
              <a:gd name="connsiteX4" fmla="*/ 0 w 2235200"/>
              <a:gd name="connsiteY4" fmla="*/ 1872343 h 1872343"/>
              <a:gd name="connsiteX5" fmla="*/ 0 w 2235200"/>
              <a:gd name="connsiteY5" fmla="*/ 312063 h 1872343"/>
              <a:gd name="connsiteX6" fmla="*/ 312063 w 2235200"/>
              <a:gd name="connsiteY6" fmla="*/ 0 h 18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35200" h="1872343">
                <a:moveTo>
                  <a:pt x="312063" y="0"/>
                </a:moveTo>
                <a:lnTo>
                  <a:pt x="1923137" y="0"/>
                </a:lnTo>
                <a:cubicBezTo>
                  <a:pt x="2095485" y="0"/>
                  <a:pt x="2235200" y="139715"/>
                  <a:pt x="2235200" y="312063"/>
                </a:cubicBezTo>
                <a:lnTo>
                  <a:pt x="2235200" y="1872343"/>
                </a:lnTo>
                <a:lnTo>
                  <a:pt x="0" y="1872343"/>
                </a:lnTo>
                <a:lnTo>
                  <a:pt x="0" y="312063"/>
                </a:lnTo>
                <a:cubicBezTo>
                  <a:pt x="0" y="139715"/>
                  <a:pt x="139715" y="0"/>
                  <a:pt x="31206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3DAF1D3A-5514-42D1-B516-164A478F707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78413" y="2786744"/>
            <a:ext cx="2235200" cy="1553028"/>
          </a:xfrm>
          <a:custGeom>
            <a:avLst/>
            <a:gdLst>
              <a:gd name="connsiteX0" fmla="*/ 312063 w 2235200"/>
              <a:gd name="connsiteY0" fmla="*/ 0 h 1872343"/>
              <a:gd name="connsiteX1" fmla="*/ 1923137 w 2235200"/>
              <a:gd name="connsiteY1" fmla="*/ 0 h 1872343"/>
              <a:gd name="connsiteX2" fmla="*/ 2235200 w 2235200"/>
              <a:gd name="connsiteY2" fmla="*/ 312063 h 1872343"/>
              <a:gd name="connsiteX3" fmla="*/ 2235200 w 2235200"/>
              <a:gd name="connsiteY3" fmla="*/ 1872343 h 1872343"/>
              <a:gd name="connsiteX4" fmla="*/ 0 w 2235200"/>
              <a:gd name="connsiteY4" fmla="*/ 1872343 h 1872343"/>
              <a:gd name="connsiteX5" fmla="*/ 0 w 2235200"/>
              <a:gd name="connsiteY5" fmla="*/ 312063 h 1872343"/>
              <a:gd name="connsiteX6" fmla="*/ 312063 w 2235200"/>
              <a:gd name="connsiteY6" fmla="*/ 0 h 18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35200" h="1872343">
                <a:moveTo>
                  <a:pt x="312063" y="0"/>
                </a:moveTo>
                <a:lnTo>
                  <a:pt x="1923137" y="0"/>
                </a:lnTo>
                <a:cubicBezTo>
                  <a:pt x="2095485" y="0"/>
                  <a:pt x="2235200" y="139715"/>
                  <a:pt x="2235200" y="312063"/>
                </a:cubicBezTo>
                <a:lnTo>
                  <a:pt x="2235200" y="1872343"/>
                </a:lnTo>
                <a:lnTo>
                  <a:pt x="0" y="1872343"/>
                </a:lnTo>
                <a:lnTo>
                  <a:pt x="0" y="312063"/>
                </a:lnTo>
                <a:cubicBezTo>
                  <a:pt x="0" y="139715"/>
                  <a:pt x="139715" y="0"/>
                  <a:pt x="31206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43562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C84CD97-608D-418F-9E9F-D1069F3B47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3000" y="2197094"/>
            <a:ext cx="8420100" cy="2667000"/>
          </a:xfrm>
          <a:prstGeom prst="roundRect">
            <a:avLst>
              <a:gd name="adj" fmla="val 8096"/>
            </a:avLst>
          </a:prstGeom>
          <a:solidFill>
            <a:schemeClr val="bg1">
              <a:lumMod val="95000"/>
            </a:schemeClr>
          </a:solidFill>
        </p:spPr>
      </p:sp>
    </p:spTree>
    <p:extLst>
      <p:ext uri="{BB962C8B-B14F-4D97-AF65-F5344CB8AC3E}">
        <p14:creationId xmlns:p14="http://schemas.microsoft.com/office/powerpoint/2010/main" val="2687270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6DB211C-C02A-4563-937A-B4B039AC16D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4064000"/>
            <a:ext cx="6371771" cy="2794000"/>
          </a:xfrm>
          <a:custGeom>
            <a:avLst/>
            <a:gdLst>
              <a:gd name="connsiteX0" fmla="*/ 0 w 5123543"/>
              <a:gd name="connsiteY0" fmla="*/ 0 h 2982686"/>
              <a:gd name="connsiteX1" fmla="*/ 4873176 w 5123543"/>
              <a:gd name="connsiteY1" fmla="*/ 0 h 2982686"/>
              <a:gd name="connsiteX2" fmla="*/ 5123543 w 5123543"/>
              <a:gd name="connsiteY2" fmla="*/ 250367 h 2982686"/>
              <a:gd name="connsiteX3" fmla="*/ 5123543 w 5123543"/>
              <a:gd name="connsiteY3" fmla="*/ 2982686 h 2982686"/>
              <a:gd name="connsiteX4" fmla="*/ 0 w 5123543"/>
              <a:gd name="connsiteY4" fmla="*/ 2982686 h 298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3543" h="2982686">
                <a:moveTo>
                  <a:pt x="0" y="0"/>
                </a:moveTo>
                <a:lnTo>
                  <a:pt x="4873176" y="0"/>
                </a:lnTo>
                <a:cubicBezTo>
                  <a:pt x="5011450" y="0"/>
                  <a:pt x="5123543" y="112093"/>
                  <a:pt x="5123543" y="250367"/>
                </a:cubicBezTo>
                <a:lnTo>
                  <a:pt x="5123543" y="2982686"/>
                </a:lnTo>
                <a:lnTo>
                  <a:pt x="0" y="298268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02789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D7EE7AB4-5517-4855-AFB5-80C793A895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18282" y="3773714"/>
            <a:ext cx="4295548" cy="3084286"/>
          </a:xfrm>
          <a:prstGeom prst="round2SameRect">
            <a:avLst>
              <a:gd name="adj1" fmla="val 6508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90953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61928461-BC87-41F8-9D28-C1B154385D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4676526" cy="3428999"/>
          </a:xfrm>
          <a:custGeom>
            <a:avLst/>
            <a:gdLst>
              <a:gd name="connsiteX0" fmla="*/ 0 w 4676526"/>
              <a:gd name="connsiteY0" fmla="*/ 0 h 3428999"/>
              <a:gd name="connsiteX1" fmla="*/ 3874449 w 4676526"/>
              <a:gd name="connsiteY1" fmla="*/ 0 h 3428999"/>
              <a:gd name="connsiteX2" fmla="*/ 4676526 w 4676526"/>
              <a:gd name="connsiteY2" fmla="*/ 802077 h 3428999"/>
              <a:gd name="connsiteX3" fmla="*/ 4676526 w 4676526"/>
              <a:gd name="connsiteY3" fmla="*/ 3428999 h 3428999"/>
              <a:gd name="connsiteX4" fmla="*/ 0 w 4676526"/>
              <a:gd name="connsiteY4" fmla="*/ 3428999 h 3428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6526" h="3428999">
                <a:moveTo>
                  <a:pt x="0" y="0"/>
                </a:moveTo>
                <a:lnTo>
                  <a:pt x="3874449" y="0"/>
                </a:lnTo>
                <a:cubicBezTo>
                  <a:pt x="4317424" y="0"/>
                  <a:pt x="4676526" y="359102"/>
                  <a:pt x="4676526" y="802077"/>
                </a:cubicBezTo>
                <a:lnTo>
                  <a:pt x="4676526" y="3428999"/>
                </a:lnTo>
                <a:lnTo>
                  <a:pt x="0" y="34289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78A74689-B99E-41AA-A333-0B6BC870A8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16050" y="3817257"/>
            <a:ext cx="4679950" cy="3040743"/>
          </a:xfrm>
          <a:custGeom>
            <a:avLst/>
            <a:gdLst>
              <a:gd name="connsiteX0" fmla="*/ 611562 w 4679950"/>
              <a:gd name="connsiteY0" fmla="*/ 0 h 3428999"/>
              <a:gd name="connsiteX1" fmla="*/ 4679950 w 4679950"/>
              <a:gd name="connsiteY1" fmla="*/ 0 h 3428999"/>
              <a:gd name="connsiteX2" fmla="*/ 4679950 w 4679950"/>
              <a:gd name="connsiteY2" fmla="*/ 3428999 h 3428999"/>
              <a:gd name="connsiteX3" fmla="*/ 0 w 4679950"/>
              <a:gd name="connsiteY3" fmla="*/ 3428999 h 3428999"/>
              <a:gd name="connsiteX4" fmla="*/ 0 w 4679950"/>
              <a:gd name="connsiteY4" fmla="*/ 611562 h 3428999"/>
              <a:gd name="connsiteX5" fmla="*/ 611562 w 4679950"/>
              <a:gd name="connsiteY5" fmla="*/ 0 h 3428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79950" h="3428999">
                <a:moveTo>
                  <a:pt x="611562" y="0"/>
                </a:moveTo>
                <a:lnTo>
                  <a:pt x="4679950" y="0"/>
                </a:lnTo>
                <a:lnTo>
                  <a:pt x="4679950" y="3428999"/>
                </a:lnTo>
                <a:lnTo>
                  <a:pt x="0" y="3428999"/>
                </a:lnTo>
                <a:lnTo>
                  <a:pt x="0" y="611562"/>
                </a:lnTo>
                <a:cubicBezTo>
                  <a:pt x="0" y="273806"/>
                  <a:pt x="273806" y="0"/>
                  <a:pt x="61156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</p:sp>
    </p:spTree>
    <p:extLst>
      <p:ext uri="{BB962C8B-B14F-4D97-AF65-F5344CB8AC3E}">
        <p14:creationId xmlns:p14="http://schemas.microsoft.com/office/powerpoint/2010/main" val="371448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7">
            <a:extLst>
              <a:ext uri="{FF2B5EF4-FFF2-40B4-BE49-F238E27FC236}">
                <a16:creationId xmlns:a16="http://schemas.microsoft.com/office/drawing/2014/main" id="{68EE685E-36A9-4001-B3D2-1F28BCECF2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24750" y="1162050"/>
            <a:ext cx="3913273" cy="4686300"/>
          </a:xfrm>
          <a:custGeom>
            <a:avLst/>
            <a:gdLst>
              <a:gd name="connsiteX0" fmla="*/ 131380 w 4981579"/>
              <a:gd name="connsiteY0" fmla="*/ 0 h 3711313"/>
              <a:gd name="connsiteX1" fmla="*/ 4850199 w 4981579"/>
              <a:gd name="connsiteY1" fmla="*/ 0 h 3711313"/>
              <a:gd name="connsiteX2" fmla="*/ 4981579 w 4981579"/>
              <a:gd name="connsiteY2" fmla="*/ 131380 h 3711313"/>
              <a:gd name="connsiteX3" fmla="*/ 4981579 w 4981579"/>
              <a:gd name="connsiteY3" fmla="*/ 3579933 h 3711313"/>
              <a:gd name="connsiteX4" fmla="*/ 4850199 w 4981579"/>
              <a:gd name="connsiteY4" fmla="*/ 3711313 h 3711313"/>
              <a:gd name="connsiteX5" fmla="*/ 131380 w 4981579"/>
              <a:gd name="connsiteY5" fmla="*/ 3711313 h 3711313"/>
              <a:gd name="connsiteX6" fmla="*/ 0 w 4981579"/>
              <a:gd name="connsiteY6" fmla="*/ 3579933 h 3711313"/>
              <a:gd name="connsiteX7" fmla="*/ 0 w 4981579"/>
              <a:gd name="connsiteY7" fmla="*/ 131380 h 3711313"/>
              <a:gd name="connsiteX8" fmla="*/ 131380 w 4981579"/>
              <a:gd name="connsiteY8" fmla="*/ 0 h 3711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81579" h="3711313">
                <a:moveTo>
                  <a:pt x="131380" y="0"/>
                </a:moveTo>
                <a:lnTo>
                  <a:pt x="4850199" y="0"/>
                </a:lnTo>
                <a:cubicBezTo>
                  <a:pt x="4922758" y="0"/>
                  <a:pt x="4981579" y="58821"/>
                  <a:pt x="4981579" y="131380"/>
                </a:cubicBezTo>
                <a:lnTo>
                  <a:pt x="4981579" y="3579933"/>
                </a:lnTo>
                <a:cubicBezTo>
                  <a:pt x="4981579" y="3652492"/>
                  <a:pt x="4922758" y="3711313"/>
                  <a:pt x="4850199" y="3711313"/>
                </a:cubicBezTo>
                <a:lnTo>
                  <a:pt x="131380" y="3711313"/>
                </a:lnTo>
                <a:cubicBezTo>
                  <a:pt x="58821" y="3711313"/>
                  <a:pt x="0" y="3652492"/>
                  <a:pt x="0" y="3579933"/>
                </a:cubicBezTo>
                <a:lnTo>
                  <a:pt x="0" y="131380"/>
                </a:lnTo>
                <a:cubicBezTo>
                  <a:pt x="0" y="58821"/>
                  <a:pt x="58821" y="0"/>
                  <a:pt x="13138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</p:sp>
    </p:spTree>
    <p:extLst>
      <p:ext uri="{BB962C8B-B14F-4D97-AF65-F5344CB8AC3E}">
        <p14:creationId xmlns:p14="http://schemas.microsoft.com/office/powerpoint/2010/main" val="810994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C38E2B2-B2B8-4C94-A807-35525C64B5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26200" y="838200"/>
            <a:ext cx="2171700" cy="4927600"/>
          </a:xfrm>
          <a:custGeom>
            <a:avLst/>
            <a:gdLst>
              <a:gd name="connsiteX0" fmla="*/ 256132 w 2603500"/>
              <a:gd name="connsiteY0" fmla="*/ 0 h 4927600"/>
              <a:gd name="connsiteX1" fmla="*/ 2347368 w 2603500"/>
              <a:gd name="connsiteY1" fmla="*/ 0 h 4927600"/>
              <a:gd name="connsiteX2" fmla="*/ 2603500 w 2603500"/>
              <a:gd name="connsiteY2" fmla="*/ 256132 h 4927600"/>
              <a:gd name="connsiteX3" fmla="*/ 2603500 w 2603500"/>
              <a:gd name="connsiteY3" fmla="*/ 4671468 h 4927600"/>
              <a:gd name="connsiteX4" fmla="*/ 2347368 w 2603500"/>
              <a:gd name="connsiteY4" fmla="*/ 4927600 h 4927600"/>
              <a:gd name="connsiteX5" fmla="*/ 256132 w 2603500"/>
              <a:gd name="connsiteY5" fmla="*/ 4927600 h 4927600"/>
              <a:gd name="connsiteX6" fmla="*/ 0 w 2603500"/>
              <a:gd name="connsiteY6" fmla="*/ 4671468 h 4927600"/>
              <a:gd name="connsiteX7" fmla="*/ 0 w 2603500"/>
              <a:gd name="connsiteY7" fmla="*/ 256132 h 4927600"/>
              <a:gd name="connsiteX8" fmla="*/ 256132 w 2603500"/>
              <a:gd name="connsiteY8" fmla="*/ 0 h 492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03500" h="4927600">
                <a:moveTo>
                  <a:pt x="256132" y="0"/>
                </a:moveTo>
                <a:lnTo>
                  <a:pt x="2347368" y="0"/>
                </a:lnTo>
                <a:cubicBezTo>
                  <a:pt x="2488826" y="0"/>
                  <a:pt x="2603500" y="114674"/>
                  <a:pt x="2603500" y="256132"/>
                </a:cubicBezTo>
                <a:lnTo>
                  <a:pt x="2603500" y="4671468"/>
                </a:lnTo>
                <a:cubicBezTo>
                  <a:pt x="2603500" y="4812926"/>
                  <a:pt x="2488826" y="4927600"/>
                  <a:pt x="2347368" y="4927600"/>
                </a:cubicBezTo>
                <a:lnTo>
                  <a:pt x="256132" y="4927600"/>
                </a:lnTo>
                <a:cubicBezTo>
                  <a:pt x="114674" y="4927600"/>
                  <a:pt x="0" y="4812926"/>
                  <a:pt x="0" y="4671468"/>
                </a:cubicBezTo>
                <a:lnTo>
                  <a:pt x="0" y="256132"/>
                </a:lnTo>
                <a:cubicBezTo>
                  <a:pt x="0" y="114674"/>
                  <a:pt x="114674" y="0"/>
                  <a:pt x="25613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E04071-3E82-460B-9270-594ADE94EC3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88400" y="838200"/>
            <a:ext cx="2501900" cy="2463800"/>
          </a:xfrm>
          <a:custGeom>
            <a:avLst/>
            <a:gdLst>
              <a:gd name="connsiteX0" fmla="*/ 207452 w 2857500"/>
              <a:gd name="connsiteY0" fmla="*/ 0 h 2463800"/>
              <a:gd name="connsiteX1" fmla="*/ 2650048 w 2857500"/>
              <a:gd name="connsiteY1" fmla="*/ 0 h 2463800"/>
              <a:gd name="connsiteX2" fmla="*/ 2857500 w 2857500"/>
              <a:gd name="connsiteY2" fmla="*/ 207452 h 2463800"/>
              <a:gd name="connsiteX3" fmla="*/ 2857500 w 2857500"/>
              <a:gd name="connsiteY3" fmla="*/ 2256348 h 2463800"/>
              <a:gd name="connsiteX4" fmla="*/ 2650048 w 2857500"/>
              <a:gd name="connsiteY4" fmla="*/ 2463800 h 2463800"/>
              <a:gd name="connsiteX5" fmla="*/ 207452 w 2857500"/>
              <a:gd name="connsiteY5" fmla="*/ 2463800 h 2463800"/>
              <a:gd name="connsiteX6" fmla="*/ 0 w 2857500"/>
              <a:gd name="connsiteY6" fmla="*/ 2256348 h 2463800"/>
              <a:gd name="connsiteX7" fmla="*/ 0 w 2857500"/>
              <a:gd name="connsiteY7" fmla="*/ 207452 h 2463800"/>
              <a:gd name="connsiteX8" fmla="*/ 207452 w 2857500"/>
              <a:gd name="connsiteY8" fmla="*/ 0 h 2463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57500" h="2463800">
                <a:moveTo>
                  <a:pt x="207452" y="0"/>
                </a:moveTo>
                <a:lnTo>
                  <a:pt x="2650048" y="0"/>
                </a:lnTo>
                <a:cubicBezTo>
                  <a:pt x="2764621" y="0"/>
                  <a:pt x="2857500" y="92879"/>
                  <a:pt x="2857500" y="207452"/>
                </a:cubicBezTo>
                <a:lnTo>
                  <a:pt x="2857500" y="2256348"/>
                </a:lnTo>
                <a:cubicBezTo>
                  <a:pt x="2857500" y="2370921"/>
                  <a:pt x="2764621" y="2463800"/>
                  <a:pt x="2650048" y="2463800"/>
                </a:cubicBezTo>
                <a:lnTo>
                  <a:pt x="207452" y="2463800"/>
                </a:lnTo>
                <a:cubicBezTo>
                  <a:pt x="92879" y="2463800"/>
                  <a:pt x="0" y="2370921"/>
                  <a:pt x="0" y="2256348"/>
                </a:cubicBezTo>
                <a:lnTo>
                  <a:pt x="0" y="207452"/>
                </a:lnTo>
                <a:cubicBezTo>
                  <a:pt x="0" y="92879"/>
                  <a:pt x="92879" y="0"/>
                  <a:pt x="20745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740758E-6FE6-46D6-A3A0-C9A8B72E50A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788400" y="3556001"/>
            <a:ext cx="3403600" cy="2108200"/>
          </a:xfrm>
          <a:custGeom>
            <a:avLst/>
            <a:gdLst>
              <a:gd name="connsiteX0" fmla="*/ 211663 w 4089400"/>
              <a:gd name="connsiteY0" fmla="*/ 0 h 2108200"/>
              <a:gd name="connsiteX1" fmla="*/ 4089400 w 4089400"/>
              <a:gd name="connsiteY1" fmla="*/ 0 h 2108200"/>
              <a:gd name="connsiteX2" fmla="*/ 4089400 w 4089400"/>
              <a:gd name="connsiteY2" fmla="*/ 2108200 h 2108200"/>
              <a:gd name="connsiteX3" fmla="*/ 211663 w 4089400"/>
              <a:gd name="connsiteY3" fmla="*/ 2108200 h 2108200"/>
              <a:gd name="connsiteX4" fmla="*/ 0 w 4089400"/>
              <a:gd name="connsiteY4" fmla="*/ 1896537 h 2108200"/>
              <a:gd name="connsiteX5" fmla="*/ 0 w 4089400"/>
              <a:gd name="connsiteY5" fmla="*/ 211663 h 2108200"/>
              <a:gd name="connsiteX6" fmla="*/ 211663 w 4089400"/>
              <a:gd name="connsiteY6" fmla="*/ 0 h 210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89400" h="2108200">
                <a:moveTo>
                  <a:pt x="211663" y="0"/>
                </a:moveTo>
                <a:lnTo>
                  <a:pt x="4089400" y="0"/>
                </a:lnTo>
                <a:lnTo>
                  <a:pt x="4089400" y="2108200"/>
                </a:lnTo>
                <a:lnTo>
                  <a:pt x="211663" y="2108200"/>
                </a:lnTo>
                <a:cubicBezTo>
                  <a:pt x="94765" y="2108200"/>
                  <a:pt x="0" y="2013435"/>
                  <a:pt x="0" y="1896537"/>
                </a:cubicBezTo>
                <a:lnTo>
                  <a:pt x="0" y="211663"/>
                </a:lnTo>
                <a:cubicBezTo>
                  <a:pt x="0" y="94765"/>
                  <a:pt x="94765" y="0"/>
                  <a:pt x="21166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04253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27F00AD-D96D-4D7E-BCD0-044E82E4A2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5766" y="1205133"/>
            <a:ext cx="4447734" cy="4447734"/>
          </a:xfrm>
          <a:custGeom>
            <a:avLst/>
            <a:gdLst>
              <a:gd name="connsiteX0" fmla="*/ 2975315 w 5950630"/>
              <a:gd name="connsiteY0" fmla="*/ 0 h 5950630"/>
              <a:gd name="connsiteX1" fmla="*/ 5950630 w 5950630"/>
              <a:gd name="connsiteY1" fmla="*/ 2975315 h 5950630"/>
              <a:gd name="connsiteX2" fmla="*/ 2975315 w 5950630"/>
              <a:gd name="connsiteY2" fmla="*/ 5950630 h 5950630"/>
              <a:gd name="connsiteX3" fmla="*/ 0 w 5950630"/>
              <a:gd name="connsiteY3" fmla="*/ 2975315 h 5950630"/>
              <a:gd name="connsiteX4" fmla="*/ 2975315 w 5950630"/>
              <a:gd name="connsiteY4" fmla="*/ 0 h 5950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50630" h="5950630">
                <a:moveTo>
                  <a:pt x="2975315" y="0"/>
                </a:moveTo>
                <a:cubicBezTo>
                  <a:pt x="4618536" y="0"/>
                  <a:pt x="5950630" y="1332094"/>
                  <a:pt x="5950630" y="2975315"/>
                </a:cubicBezTo>
                <a:cubicBezTo>
                  <a:pt x="5950630" y="4618536"/>
                  <a:pt x="4618536" y="5950630"/>
                  <a:pt x="2975315" y="5950630"/>
                </a:cubicBezTo>
                <a:cubicBezTo>
                  <a:pt x="1332094" y="5950630"/>
                  <a:pt x="0" y="4618536"/>
                  <a:pt x="0" y="2975315"/>
                </a:cubicBezTo>
                <a:cubicBezTo>
                  <a:pt x="0" y="1332094"/>
                  <a:pt x="1332094" y="0"/>
                  <a:pt x="297531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77259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648E6EA-2C13-40D5-9AA7-4B75001A69C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972300"/>
          </a:xfrm>
          <a:custGeom>
            <a:avLst/>
            <a:gdLst>
              <a:gd name="connsiteX0" fmla="*/ 28373 w 6269528"/>
              <a:gd name="connsiteY0" fmla="*/ 0 h 6858000"/>
              <a:gd name="connsiteX1" fmla="*/ 6269528 w 6269528"/>
              <a:gd name="connsiteY1" fmla="*/ 0 h 6858000"/>
              <a:gd name="connsiteX2" fmla="*/ 6269528 w 6269528"/>
              <a:gd name="connsiteY2" fmla="*/ 6858000 h 6858000"/>
              <a:gd name="connsiteX3" fmla="*/ 0 w 6269528"/>
              <a:gd name="connsiteY3" fmla="*/ 588472 h 6858000"/>
              <a:gd name="connsiteX4" fmla="*/ 8158 w 6269528"/>
              <a:gd name="connsiteY4" fmla="*/ 2658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69528" h="6858000">
                <a:moveTo>
                  <a:pt x="28373" y="0"/>
                </a:moveTo>
                <a:lnTo>
                  <a:pt x="6269528" y="0"/>
                </a:lnTo>
                <a:lnTo>
                  <a:pt x="6269528" y="6858000"/>
                </a:lnTo>
                <a:cubicBezTo>
                  <a:pt x="2806963" y="6858000"/>
                  <a:pt x="0" y="4051037"/>
                  <a:pt x="0" y="588472"/>
                </a:cubicBezTo>
                <a:cubicBezTo>
                  <a:pt x="0" y="480267"/>
                  <a:pt x="2742" y="372702"/>
                  <a:pt x="8158" y="26584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904763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A5AC75-852A-4F90-8A5A-B6091A2702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951828" cy="6858000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128631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35D8C27D-4806-4526-8CE7-BE31231B037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27700" y="2434287"/>
            <a:ext cx="1507225" cy="1507225"/>
          </a:xfrm>
          <a:prstGeom prst="roundRect">
            <a:avLst>
              <a:gd name="adj" fmla="val 7398"/>
            </a:avLst>
          </a:prstGeom>
          <a:solidFill>
            <a:schemeClr val="bg1">
              <a:lumMod val="95000"/>
            </a:schemeClr>
          </a:solidFill>
        </p:spPr>
      </p:sp>
      <p:sp>
        <p:nvSpPr>
          <p:cNvPr id="4" name="Picture Placeholder 15">
            <a:extLst>
              <a:ext uri="{FF2B5EF4-FFF2-40B4-BE49-F238E27FC236}">
                <a16:creationId xmlns:a16="http://schemas.microsoft.com/office/drawing/2014/main" id="{62B57F88-00DE-4DBE-9DC3-752E47FF00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57082" y="2434287"/>
            <a:ext cx="1507225" cy="1507225"/>
          </a:xfrm>
          <a:prstGeom prst="roundRect">
            <a:avLst>
              <a:gd name="adj" fmla="val 8241"/>
            </a:avLst>
          </a:prstGeom>
          <a:solidFill>
            <a:schemeClr val="bg1">
              <a:lumMod val="95000"/>
            </a:schemeClr>
          </a:solidFill>
        </p:spPr>
      </p:sp>
      <p:sp>
        <p:nvSpPr>
          <p:cNvPr id="5" name="Picture Placeholder 17">
            <a:extLst>
              <a:ext uri="{FF2B5EF4-FFF2-40B4-BE49-F238E27FC236}">
                <a16:creationId xmlns:a16="http://schemas.microsoft.com/office/drawing/2014/main" id="{E98339DE-294F-41EF-817A-AAC9C15B71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39258" y="2434288"/>
            <a:ext cx="1507225" cy="1507225"/>
          </a:xfrm>
          <a:prstGeom prst="roundRect">
            <a:avLst>
              <a:gd name="adj" fmla="val 8241"/>
            </a:avLst>
          </a:prstGeom>
          <a:solidFill>
            <a:schemeClr val="bg1">
              <a:lumMod val="95000"/>
            </a:schemeClr>
          </a:solidFill>
        </p:spPr>
      </p:sp>
    </p:spTree>
    <p:extLst>
      <p:ext uri="{BB962C8B-B14F-4D97-AF65-F5344CB8AC3E}">
        <p14:creationId xmlns:p14="http://schemas.microsoft.com/office/powerpoint/2010/main" val="1674209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C1F364-1B9A-4BEE-8A41-11C3FCC4BA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851272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C14A79B0-C54D-448E-B2F1-C9160C79FB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57942" y="1181100"/>
            <a:ext cx="3715656" cy="3715656"/>
          </a:xfrm>
          <a:custGeom>
            <a:avLst/>
            <a:gdLst>
              <a:gd name="connsiteX0" fmla="*/ 1857828 w 3715656"/>
              <a:gd name="connsiteY0" fmla="*/ 0 h 3715656"/>
              <a:gd name="connsiteX1" fmla="*/ 3715656 w 3715656"/>
              <a:gd name="connsiteY1" fmla="*/ 1857828 h 3715656"/>
              <a:gd name="connsiteX2" fmla="*/ 1857828 w 3715656"/>
              <a:gd name="connsiteY2" fmla="*/ 3715656 h 3715656"/>
              <a:gd name="connsiteX3" fmla="*/ 0 w 3715656"/>
              <a:gd name="connsiteY3" fmla="*/ 1857828 h 3715656"/>
              <a:gd name="connsiteX4" fmla="*/ 1857828 w 3715656"/>
              <a:gd name="connsiteY4" fmla="*/ 0 h 3715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15656" h="3715656">
                <a:moveTo>
                  <a:pt x="1857828" y="0"/>
                </a:moveTo>
                <a:cubicBezTo>
                  <a:pt x="2883878" y="0"/>
                  <a:pt x="3715656" y="831778"/>
                  <a:pt x="3715656" y="1857828"/>
                </a:cubicBezTo>
                <a:cubicBezTo>
                  <a:pt x="3715656" y="2883878"/>
                  <a:pt x="2883878" y="3715656"/>
                  <a:pt x="1857828" y="3715656"/>
                </a:cubicBezTo>
                <a:cubicBezTo>
                  <a:pt x="831778" y="3715656"/>
                  <a:pt x="0" y="2883878"/>
                  <a:pt x="0" y="1857828"/>
                </a:cubicBezTo>
                <a:cubicBezTo>
                  <a:pt x="0" y="831778"/>
                  <a:pt x="831778" y="0"/>
                  <a:pt x="185782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4" name="Picture Placeholder 15">
            <a:extLst>
              <a:ext uri="{FF2B5EF4-FFF2-40B4-BE49-F238E27FC236}">
                <a16:creationId xmlns:a16="http://schemas.microsoft.com/office/drawing/2014/main" id="{B9F38162-CD8A-4A66-BFCC-A3435600FF4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902854" y="3038928"/>
            <a:ext cx="2699656" cy="2699656"/>
          </a:xfrm>
          <a:custGeom>
            <a:avLst/>
            <a:gdLst>
              <a:gd name="connsiteX0" fmla="*/ 1349828 w 2699656"/>
              <a:gd name="connsiteY0" fmla="*/ 0 h 2699656"/>
              <a:gd name="connsiteX1" fmla="*/ 2699656 w 2699656"/>
              <a:gd name="connsiteY1" fmla="*/ 1349828 h 2699656"/>
              <a:gd name="connsiteX2" fmla="*/ 1349828 w 2699656"/>
              <a:gd name="connsiteY2" fmla="*/ 2699656 h 2699656"/>
              <a:gd name="connsiteX3" fmla="*/ 0 w 2699656"/>
              <a:gd name="connsiteY3" fmla="*/ 1349828 h 2699656"/>
              <a:gd name="connsiteX4" fmla="*/ 1349828 w 2699656"/>
              <a:gd name="connsiteY4" fmla="*/ 0 h 2699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9656" h="2699656">
                <a:moveTo>
                  <a:pt x="1349828" y="0"/>
                </a:moveTo>
                <a:cubicBezTo>
                  <a:pt x="2095317" y="0"/>
                  <a:pt x="2699656" y="604339"/>
                  <a:pt x="2699656" y="1349828"/>
                </a:cubicBezTo>
                <a:cubicBezTo>
                  <a:pt x="2699656" y="2095317"/>
                  <a:pt x="2095317" y="2699656"/>
                  <a:pt x="1349828" y="2699656"/>
                </a:cubicBezTo>
                <a:cubicBezTo>
                  <a:pt x="604339" y="2699656"/>
                  <a:pt x="0" y="2095317"/>
                  <a:pt x="0" y="1349828"/>
                </a:cubicBezTo>
                <a:cubicBezTo>
                  <a:pt x="0" y="604339"/>
                  <a:pt x="604339" y="0"/>
                  <a:pt x="134982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939813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BD8B616-1A3C-4445-B1C7-15BA018FB0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65201"/>
            <a:ext cx="6096000" cy="2904294"/>
          </a:xfrm>
          <a:custGeom>
            <a:avLst/>
            <a:gdLst>
              <a:gd name="connsiteX0" fmla="*/ 0 w 6096000"/>
              <a:gd name="connsiteY0" fmla="*/ 0 h 2904294"/>
              <a:gd name="connsiteX1" fmla="*/ 5611941 w 6096000"/>
              <a:gd name="connsiteY1" fmla="*/ 0 h 2904294"/>
              <a:gd name="connsiteX2" fmla="*/ 6096000 w 6096000"/>
              <a:gd name="connsiteY2" fmla="*/ 484059 h 2904294"/>
              <a:gd name="connsiteX3" fmla="*/ 6096000 w 6096000"/>
              <a:gd name="connsiteY3" fmla="*/ 2420235 h 2904294"/>
              <a:gd name="connsiteX4" fmla="*/ 5611941 w 6096000"/>
              <a:gd name="connsiteY4" fmla="*/ 2904294 h 2904294"/>
              <a:gd name="connsiteX5" fmla="*/ 0 w 6096000"/>
              <a:gd name="connsiteY5" fmla="*/ 2904294 h 2904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2904294">
                <a:moveTo>
                  <a:pt x="0" y="0"/>
                </a:moveTo>
                <a:lnTo>
                  <a:pt x="5611941" y="0"/>
                </a:lnTo>
                <a:cubicBezTo>
                  <a:pt x="5879279" y="0"/>
                  <a:pt x="6096000" y="216721"/>
                  <a:pt x="6096000" y="484059"/>
                </a:cubicBezTo>
                <a:lnTo>
                  <a:pt x="6096000" y="2420235"/>
                </a:lnTo>
                <a:cubicBezTo>
                  <a:pt x="6096000" y="2687573"/>
                  <a:pt x="5879279" y="2904294"/>
                  <a:pt x="5611941" y="2904294"/>
                </a:cubicBezTo>
                <a:lnTo>
                  <a:pt x="0" y="29042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515425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E804F411-2845-423E-8214-3144169464E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39678" y="3090683"/>
            <a:ext cx="2410681" cy="1575667"/>
          </a:xfrm>
          <a:custGeom>
            <a:avLst/>
            <a:gdLst>
              <a:gd name="connsiteX0" fmla="*/ 72118 w 2410681"/>
              <a:gd name="connsiteY0" fmla="*/ 0 h 1575667"/>
              <a:gd name="connsiteX1" fmla="*/ 2338563 w 2410681"/>
              <a:gd name="connsiteY1" fmla="*/ 0 h 1575667"/>
              <a:gd name="connsiteX2" fmla="*/ 2410681 w 2410681"/>
              <a:gd name="connsiteY2" fmla="*/ 72118 h 1575667"/>
              <a:gd name="connsiteX3" fmla="*/ 2410681 w 2410681"/>
              <a:gd name="connsiteY3" fmla="*/ 1503549 h 1575667"/>
              <a:gd name="connsiteX4" fmla="*/ 2338563 w 2410681"/>
              <a:gd name="connsiteY4" fmla="*/ 1575667 h 1575667"/>
              <a:gd name="connsiteX5" fmla="*/ 72118 w 2410681"/>
              <a:gd name="connsiteY5" fmla="*/ 1575667 h 1575667"/>
              <a:gd name="connsiteX6" fmla="*/ 0 w 2410681"/>
              <a:gd name="connsiteY6" fmla="*/ 1503549 h 1575667"/>
              <a:gd name="connsiteX7" fmla="*/ 0 w 2410681"/>
              <a:gd name="connsiteY7" fmla="*/ 72118 h 1575667"/>
              <a:gd name="connsiteX8" fmla="*/ 72118 w 2410681"/>
              <a:gd name="connsiteY8" fmla="*/ 0 h 1575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10681" h="1575667">
                <a:moveTo>
                  <a:pt x="72118" y="0"/>
                </a:moveTo>
                <a:lnTo>
                  <a:pt x="2338563" y="0"/>
                </a:lnTo>
                <a:cubicBezTo>
                  <a:pt x="2378393" y="0"/>
                  <a:pt x="2410681" y="32288"/>
                  <a:pt x="2410681" y="72118"/>
                </a:cubicBezTo>
                <a:lnTo>
                  <a:pt x="2410681" y="1503549"/>
                </a:lnTo>
                <a:cubicBezTo>
                  <a:pt x="2410681" y="1543379"/>
                  <a:pt x="2378393" y="1575667"/>
                  <a:pt x="2338563" y="1575667"/>
                </a:cubicBezTo>
                <a:lnTo>
                  <a:pt x="72118" y="1575667"/>
                </a:lnTo>
                <a:cubicBezTo>
                  <a:pt x="32288" y="1575667"/>
                  <a:pt x="0" y="1543379"/>
                  <a:pt x="0" y="1503549"/>
                </a:cubicBezTo>
                <a:lnTo>
                  <a:pt x="0" y="72118"/>
                </a:lnTo>
                <a:cubicBezTo>
                  <a:pt x="0" y="32288"/>
                  <a:pt x="32288" y="0"/>
                  <a:pt x="7211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4C34485-C13F-41F3-AF03-1FCBAC161B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73665" y="2747782"/>
            <a:ext cx="2410681" cy="1575667"/>
          </a:xfrm>
          <a:custGeom>
            <a:avLst/>
            <a:gdLst>
              <a:gd name="connsiteX0" fmla="*/ 72118 w 2410681"/>
              <a:gd name="connsiteY0" fmla="*/ 0 h 1575667"/>
              <a:gd name="connsiteX1" fmla="*/ 2338563 w 2410681"/>
              <a:gd name="connsiteY1" fmla="*/ 0 h 1575667"/>
              <a:gd name="connsiteX2" fmla="*/ 2410681 w 2410681"/>
              <a:gd name="connsiteY2" fmla="*/ 72118 h 1575667"/>
              <a:gd name="connsiteX3" fmla="*/ 2410681 w 2410681"/>
              <a:gd name="connsiteY3" fmla="*/ 1503549 h 1575667"/>
              <a:gd name="connsiteX4" fmla="*/ 2338563 w 2410681"/>
              <a:gd name="connsiteY4" fmla="*/ 1575667 h 1575667"/>
              <a:gd name="connsiteX5" fmla="*/ 72118 w 2410681"/>
              <a:gd name="connsiteY5" fmla="*/ 1575667 h 1575667"/>
              <a:gd name="connsiteX6" fmla="*/ 0 w 2410681"/>
              <a:gd name="connsiteY6" fmla="*/ 1503549 h 1575667"/>
              <a:gd name="connsiteX7" fmla="*/ 0 w 2410681"/>
              <a:gd name="connsiteY7" fmla="*/ 72118 h 1575667"/>
              <a:gd name="connsiteX8" fmla="*/ 72118 w 2410681"/>
              <a:gd name="connsiteY8" fmla="*/ 0 h 1575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10681" h="1575667">
                <a:moveTo>
                  <a:pt x="72118" y="0"/>
                </a:moveTo>
                <a:lnTo>
                  <a:pt x="2338563" y="0"/>
                </a:lnTo>
                <a:cubicBezTo>
                  <a:pt x="2378393" y="0"/>
                  <a:pt x="2410681" y="32288"/>
                  <a:pt x="2410681" y="72118"/>
                </a:cubicBezTo>
                <a:lnTo>
                  <a:pt x="2410681" y="1503549"/>
                </a:lnTo>
                <a:cubicBezTo>
                  <a:pt x="2410681" y="1543379"/>
                  <a:pt x="2378393" y="1575667"/>
                  <a:pt x="2338563" y="1575667"/>
                </a:cubicBezTo>
                <a:lnTo>
                  <a:pt x="72118" y="1575667"/>
                </a:lnTo>
                <a:cubicBezTo>
                  <a:pt x="32288" y="1575667"/>
                  <a:pt x="0" y="1543379"/>
                  <a:pt x="0" y="1503549"/>
                </a:cubicBezTo>
                <a:lnTo>
                  <a:pt x="0" y="72118"/>
                </a:lnTo>
                <a:cubicBezTo>
                  <a:pt x="0" y="32288"/>
                  <a:pt x="32288" y="0"/>
                  <a:pt x="7211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</p:sp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45A38678-73A6-4B44-B1D0-3D9A99015A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7654" y="3090682"/>
            <a:ext cx="2410681" cy="1575667"/>
          </a:xfrm>
          <a:custGeom>
            <a:avLst/>
            <a:gdLst>
              <a:gd name="connsiteX0" fmla="*/ 72118 w 2410681"/>
              <a:gd name="connsiteY0" fmla="*/ 0 h 1575667"/>
              <a:gd name="connsiteX1" fmla="*/ 2338563 w 2410681"/>
              <a:gd name="connsiteY1" fmla="*/ 0 h 1575667"/>
              <a:gd name="connsiteX2" fmla="*/ 2410681 w 2410681"/>
              <a:gd name="connsiteY2" fmla="*/ 72118 h 1575667"/>
              <a:gd name="connsiteX3" fmla="*/ 2410681 w 2410681"/>
              <a:gd name="connsiteY3" fmla="*/ 1503549 h 1575667"/>
              <a:gd name="connsiteX4" fmla="*/ 2338563 w 2410681"/>
              <a:gd name="connsiteY4" fmla="*/ 1575667 h 1575667"/>
              <a:gd name="connsiteX5" fmla="*/ 72118 w 2410681"/>
              <a:gd name="connsiteY5" fmla="*/ 1575667 h 1575667"/>
              <a:gd name="connsiteX6" fmla="*/ 0 w 2410681"/>
              <a:gd name="connsiteY6" fmla="*/ 1503549 h 1575667"/>
              <a:gd name="connsiteX7" fmla="*/ 0 w 2410681"/>
              <a:gd name="connsiteY7" fmla="*/ 72118 h 1575667"/>
              <a:gd name="connsiteX8" fmla="*/ 72118 w 2410681"/>
              <a:gd name="connsiteY8" fmla="*/ 0 h 1575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10681" h="1575667">
                <a:moveTo>
                  <a:pt x="72118" y="0"/>
                </a:moveTo>
                <a:lnTo>
                  <a:pt x="2338563" y="0"/>
                </a:lnTo>
                <a:cubicBezTo>
                  <a:pt x="2378393" y="0"/>
                  <a:pt x="2410681" y="32288"/>
                  <a:pt x="2410681" y="72118"/>
                </a:cubicBezTo>
                <a:lnTo>
                  <a:pt x="2410681" y="1503549"/>
                </a:lnTo>
                <a:cubicBezTo>
                  <a:pt x="2410681" y="1543379"/>
                  <a:pt x="2378393" y="1575667"/>
                  <a:pt x="2338563" y="1575667"/>
                </a:cubicBezTo>
                <a:lnTo>
                  <a:pt x="72118" y="1575667"/>
                </a:lnTo>
                <a:cubicBezTo>
                  <a:pt x="32288" y="1575667"/>
                  <a:pt x="0" y="1543379"/>
                  <a:pt x="0" y="1503549"/>
                </a:cubicBezTo>
                <a:lnTo>
                  <a:pt x="0" y="72118"/>
                </a:lnTo>
                <a:cubicBezTo>
                  <a:pt x="0" y="32288"/>
                  <a:pt x="32288" y="0"/>
                  <a:pt x="7211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</p:sp>
      <p:sp>
        <p:nvSpPr>
          <p:cNvPr id="6" name="Picture Placeholder 17">
            <a:extLst>
              <a:ext uri="{FF2B5EF4-FFF2-40B4-BE49-F238E27FC236}">
                <a16:creationId xmlns:a16="http://schemas.microsoft.com/office/drawing/2014/main" id="{D086B2D6-669C-4087-80F2-718A872BF5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41643" y="3090682"/>
            <a:ext cx="2410681" cy="1575667"/>
          </a:xfrm>
          <a:custGeom>
            <a:avLst/>
            <a:gdLst>
              <a:gd name="connsiteX0" fmla="*/ 72118 w 2410681"/>
              <a:gd name="connsiteY0" fmla="*/ 0 h 1575667"/>
              <a:gd name="connsiteX1" fmla="*/ 2338563 w 2410681"/>
              <a:gd name="connsiteY1" fmla="*/ 0 h 1575667"/>
              <a:gd name="connsiteX2" fmla="*/ 2410681 w 2410681"/>
              <a:gd name="connsiteY2" fmla="*/ 72118 h 1575667"/>
              <a:gd name="connsiteX3" fmla="*/ 2410681 w 2410681"/>
              <a:gd name="connsiteY3" fmla="*/ 1503549 h 1575667"/>
              <a:gd name="connsiteX4" fmla="*/ 2338563 w 2410681"/>
              <a:gd name="connsiteY4" fmla="*/ 1575667 h 1575667"/>
              <a:gd name="connsiteX5" fmla="*/ 72118 w 2410681"/>
              <a:gd name="connsiteY5" fmla="*/ 1575667 h 1575667"/>
              <a:gd name="connsiteX6" fmla="*/ 0 w 2410681"/>
              <a:gd name="connsiteY6" fmla="*/ 1503549 h 1575667"/>
              <a:gd name="connsiteX7" fmla="*/ 0 w 2410681"/>
              <a:gd name="connsiteY7" fmla="*/ 72118 h 1575667"/>
              <a:gd name="connsiteX8" fmla="*/ 72118 w 2410681"/>
              <a:gd name="connsiteY8" fmla="*/ 0 h 1575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10681" h="1575667">
                <a:moveTo>
                  <a:pt x="72118" y="0"/>
                </a:moveTo>
                <a:lnTo>
                  <a:pt x="2338563" y="0"/>
                </a:lnTo>
                <a:cubicBezTo>
                  <a:pt x="2378393" y="0"/>
                  <a:pt x="2410681" y="32288"/>
                  <a:pt x="2410681" y="72118"/>
                </a:cubicBezTo>
                <a:lnTo>
                  <a:pt x="2410681" y="1503549"/>
                </a:lnTo>
                <a:cubicBezTo>
                  <a:pt x="2410681" y="1543379"/>
                  <a:pt x="2378393" y="1575667"/>
                  <a:pt x="2338563" y="1575667"/>
                </a:cubicBezTo>
                <a:lnTo>
                  <a:pt x="72118" y="1575667"/>
                </a:lnTo>
                <a:cubicBezTo>
                  <a:pt x="32288" y="1575667"/>
                  <a:pt x="0" y="1543379"/>
                  <a:pt x="0" y="1503549"/>
                </a:cubicBezTo>
                <a:lnTo>
                  <a:pt x="0" y="72118"/>
                </a:lnTo>
                <a:cubicBezTo>
                  <a:pt x="0" y="32288"/>
                  <a:pt x="32288" y="0"/>
                  <a:pt x="7211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</p:sp>
    </p:spTree>
    <p:extLst>
      <p:ext uri="{BB962C8B-B14F-4D97-AF65-F5344CB8AC3E}">
        <p14:creationId xmlns:p14="http://schemas.microsoft.com/office/powerpoint/2010/main" val="41666229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B0180DE-CD44-4E02-A5FF-81D71BF0FE6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595563" y="3157538"/>
            <a:ext cx="2586038" cy="3700462"/>
          </a:xfrm>
          <a:custGeom>
            <a:avLst/>
            <a:gdLst>
              <a:gd name="connsiteX0" fmla="*/ 1293019 w 2586038"/>
              <a:gd name="connsiteY0" fmla="*/ 0 h 3700462"/>
              <a:gd name="connsiteX1" fmla="*/ 2586038 w 2586038"/>
              <a:gd name="connsiteY1" fmla="*/ 1293019 h 3700462"/>
              <a:gd name="connsiteX2" fmla="*/ 2586037 w 2586038"/>
              <a:gd name="connsiteY2" fmla="*/ 3700462 h 3700462"/>
              <a:gd name="connsiteX3" fmla="*/ 0 w 2586038"/>
              <a:gd name="connsiteY3" fmla="*/ 3700462 h 3700462"/>
              <a:gd name="connsiteX4" fmla="*/ 0 w 2586038"/>
              <a:gd name="connsiteY4" fmla="*/ 1293019 h 3700462"/>
              <a:gd name="connsiteX5" fmla="*/ 1293019 w 2586038"/>
              <a:gd name="connsiteY5" fmla="*/ 0 h 370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86038" h="3700462">
                <a:moveTo>
                  <a:pt x="1293019" y="0"/>
                </a:moveTo>
                <a:cubicBezTo>
                  <a:pt x="2007134" y="0"/>
                  <a:pt x="2586038" y="578904"/>
                  <a:pt x="2586038" y="1293019"/>
                </a:cubicBezTo>
                <a:cubicBezTo>
                  <a:pt x="2586038" y="2095500"/>
                  <a:pt x="2586037" y="2897981"/>
                  <a:pt x="2586037" y="3700462"/>
                </a:cubicBezTo>
                <a:lnTo>
                  <a:pt x="0" y="3700462"/>
                </a:lnTo>
                <a:lnTo>
                  <a:pt x="0" y="1293019"/>
                </a:lnTo>
                <a:cubicBezTo>
                  <a:pt x="0" y="578904"/>
                  <a:pt x="578904" y="0"/>
                  <a:pt x="129301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C448A82-3579-4947-8A2C-AEDDA6BB05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67375" y="2357438"/>
            <a:ext cx="2586038" cy="4500562"/>
          </a:xfrm>
          <a:custGeom>
            <a:avLst/>
            <a:gdLst>
              <a:gd name="connsiteX0" fmla="*/ 1293019 w 2586038"/>
              <a:gd name="connsiteY0" fmla="*/ 0 h 4500562"/>
              <a:gd name="connsiteX1" fmla="*/ 2586038 w 2586038"/>
              <a:gd name="connsiteY1" fmla="*/ 1293019 h 4500562"/>
              <a:gd name="connsiteX2" fmla="*/ 2586037 w 2586038"/>
              <a:gd name="connsiteY2" fmla="*/ 4500562 h 4500562"/>
              <a:gd name="connsiteX3" fmla="*/ 0 w 2586038"/>
              <a:gd name="connsiteY3" fmla="*/ 4500562 h 4500562"/>
              <a:gd name="connsiteX4" fmla="*/ 0 w 2586038"/>
              <a:gd name="connsiteY4" fmla="*/ 1293019 h 4500562"/>
              <a:gd name="connsiteX5" fmla="*/ 1293019 w 2586038"/>
              <a:gd name="connsiteY5" fmla="*/ 0 h 4500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86038" h="4500562">
                <a:moveTo>
                  <a:pt x="1293019" y="0"/>
                </a:moveTo>
                <a:cubicBezTo>
                  <a:pt x="2007134" y="0"/>
                  <a:pt x="2586038" y="578904"/>
                  <a:pt x="2586038" y="1293019"/>
                </a:cubicBezTo>
                <a:cubicBezTo>
                  <a:pt x="2586038" y="2362200"/>
                  <a:pt x="2586037" y="3431381"/>
                  <a:pt x="2586037" y="4500562"/>
                </a:cubicBezTo>
                <a:lnTo>
                  <a:pt x="0" y="4500562"/>
                </a:lnTo>
                <a:lnTo>
                  <a:pt x="0" y="1293019"/>
                </a:lnTo>
                <a:cubicBezTo>
                  <a:pt x="0" y="578904"/>
                  <a:pt x="578904" y="0"/>
                  <a:pt x="129301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F1BFD38-1CDE-439E-B820-02984373F6A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739187" y="1471613"/>
            <a:ext cx="2586038" cy="5386387"/>
          </a:xfrm>
          <a:custGeom>
            <a:avLst/>
            <a:gdLst>
              <a:gd name="connsiteX0" fmla="*/ 1293019 w 2586038"/>
              <a:gd name="connsiteY0" fmla="*/ 0 h 5386387"/>
              <a:gd name="connsiteX1" fmla="*/ 2586038 w 2586038"/>
              <a:gd name="connsiteY1" fmla="*/ 1293019 h 5386387"/>
              <a:gd name="connsiteX2" fmla="*/ 2586037 w 2586038"/>
              <a:gd name="connsiteY2" fmla="*/ 5386387 h 5386387"/>
              <a:gd name="connsiteX3" fmla="*/ 0 w 2586038"/>
              <a:gd name="connsiteY3" fmla="*/ 5386387 h 5386387"/>
              <a:gd name="connsiteX4" fmla="*/ 0 w 2586038"/>
              <a:gd name="connsiteY4" fmla="*/ 1293019 h 5386387"/>
              <a:gd name="connsiteX5" fmla="*/ 1293019 w 2586038"/>
              <a:gd name="connsiteY5" fmla="*/ 0 h 5386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86038" h="5386387">
                <a:moveTo>
                  <a:pt x="1293019" y="0"/>
                </a:moveTo>
                <a:cubicBezTo>
                  <a:pt x="2007134" y="0"/>
                  <a:pt x="2586038" y="578904"/>
                  <a:pt x="2586038" y="1293019"/>
                </a:cubicBezTo>
                <a:cubicBezTo>
                  <a:pt x="2586038" y="2657475"/>
                  <a:pt x="2586037" y="4021931"/>
                  <a:pt x="2586037" y="5386387"/>
                </a:cubicBezTo>
                <a:lnTo>
                  <a:pt x="0" y="5386387"/>
                </a:lnTo>
                <a:lnTo>
                  <a:pt x="0" y="1293019"/>
                </a:lnTo>
                <a:cubicBezTo>
                  <a:pt x="0" y="578904"/>
                  <a:pt x="578904" y="0"/>
                  <a:pt x="129301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658887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4DF8577-4DB2-4856-A588-22E7AC80A25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45950" y="1627123"/>
            <a:ext cx="1963712" cy="2047603"/>
          </a:xfrm>
          <a:custGeom>
            <a:avLst/>
            <a:gdLst>
              <a:gd name="connsiteX0" fmla="*/ 86796 w 1963712"/>
              <a:gd name="connsiteY0" fmla="*/ 0 h 2047603"/>
              <a:gd name="connsiteX1" fmla="*/ 1876916 w 1963712"/>
              <a:gd name="connsiteY1" fmla="*/ 0 h 2047603"/>
              <a:gd name="connsiteX2" fmla="*/ 1963712 w 1963712"/>
              <a:gd name="connsiteY2" fmla="*/ 86796 h 2047603"/>
              <a:gd name="connsiteX3" fmla="*/ 1963712 w 1963712"/>
              <a:gd name="connsiteY3" fmla="*/ 1960807 h 2047603"/>
              <a:gd name="connsiteX4" fmla="*/ 1876916 w 1963712"/>
              <a:gd name="connsiteY4" fmla="*/ 2047603 h 2047603"/>
              <a:gd name="connsiteX5" fmla="*/ 86796 w 1963712"/>
              <a:gd name="connsiteY5" fmla="*/ 2047603 h 2047603"/>
              <a:gd name="connsiteX6" fmla="*/ 0 w 1963712"/>
              <a:gd name="connsiteY6" fmla="*/ 1960807 h 2047603"/>
              <a:gd name="connsiteX7" fmla="*/ 0 w 1963712"/>
              <a:gd name="connsiteY7" fmla="*/ 86796 h 2047603"/>
              <a:gd name="connsiteX8" fmla="*/ 86796 w 1963712"/>
              <a:gd name="connsiteY8" fmla="*/ 0 h 2047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63712" h="2047603">
                <a:moveTo>
                  <a:pt x="86796" y="0"/>
                </a:moveTo>
                <a:lnTo>
                  <a:pt x="1876916" y="0"/>
                </a:lnTo>
                <a:cubicBezTo>
                  <a:pt x="1924852" y="0"/>
                  <a:pt x="1963712" y="38860"/>
                  <a:pt x="1963712" y="86796"/>
                </a:cubicBezTo>
                <a:lnTo>
                  <a:pt x="1963712" y="1960807"/>
                </a:lnTo>
                <a:cubicBezTo>
                  <a:pt x="1963712" y="2008743"/>
                  <a:pt x="1924852" y="2047603"/>
                  <a:pt x="1876916" y="2047603"/>
                </a:cubicBezTo>
                <a:lnTo>
                  <a:pt x="86796" y="2047603"/>
                </a:lnTo>
                <a:cubicBezTo>
                  <a:pt x="38860" y="2047603"/>
                  <a:pt x="0" y="2008743"/>
                  <a:pt x="0" y="1960807"/>
                </a:cubicBezTo>
                <a:lnTo>
                  <a:pt x="0" y="86796"/>
                </a:lnTo>
                <a:cubicBezTo>
                  <a:pt x="0" y="38860"/>
                  <a:pt x="38860" y="0"/>
                  <a:pt x="8679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</p: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3677814A-B924-4D04-85A7-D0957FD8100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474585" y="2580550"/>
            <a:ext cx="1963712" cy="2047603"/>
          </a:xfrm>
          <a:custGeom>
            <a:avLst/>
            <a:gdLst>
              <a:gd name="connsiteX0" fmla="*/ 86796 w 1963712"/>
              <a:gd name="connsiteY0" fmla="*/ 0 h 2047603"/>
              <a:gd name="connsiteX1" fmla="*/ 1876916 w 1963712"/>
              <a:gd name="connsiteY1" fmla="*/ 0 h 2047603"/>
              <a:gd name="connsiteX2" fmla="*/ 1963712 w 1963712"/>
              <a:gd name="connsiteY2" fmla="*/ 86796 h 2047603"/>
              <a:gd name="connsiteX3" fmla="*/ 1963712 w 1963712"/>
              <a:gd name="connsiteY3" fmla="*/ 1960807 h 2047603"/>
              <a:gd name="connsiteX4" fmla="*/ 1876916 w 1963712"/>
              <a:gd name="connsiteY4" fmla="*/ 2047603 h 2047603"/>
              <a:gd name="connsiteX5" fmla="*/ 86796 w 1963712"/>
              <a:gd name="connsiteY5" fmla="*/ 2047603 h 2047603"/>
              <a:gd name="connsiteX6" fmla="*/ 0 w 1963712"/>
              <a:gd name="connsiteY6" fmla="*/ 1960807 h 2047603"/>
              <a:gd name="connsiteX7" fmla="*/ 0 w 1963712"/>
              <a:gd name="connsiteY7" fmla="*/ 86796 h 2047603"/>
              <a:gd name="connsiteX8" fmla="*/ 86796 w 1963712"/>
              <a:gd name="connsiteY8" fmla="*/ 0 h 2047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63712" h="2047603">
                <a:moveTo>
                  <a:pt x="86796" y="0"/>
                </a:moveTo>
                <a:lnTo>
                  <a:pt x="1876916" y="0"/>
                </a:lnTo>
                <a:cubicBezTo>
                  <a:pt x="1924852" y="0"/>
                  <a:pt x="1963712" y="38860"/>
                  <a:pt x="1963712" y="86796"/>
                </a:cubicBezTo>
                <a:lnTo>
                  <a:pt x="1963712" y="1960807"/>
                </a:lnTo>
                <a:cubicBezTo>
                  <a:pt x="1963712" y="2008743"/>
                  <a:pt x="1924852" y="2047603"/>
                  <a:pt x="1876916" y="2047603"/>
                </a:cubicBezTo>
                <a:lnTo>
                  <a:pt x="86796" y="2047603"/>
                </a:lnTo>
                <a:cubicBezTo>
                  <a:pt x="38860" y="2047603"/>
                  <a:pt x="0" y="2008743"/>
                  <a:pt x="0" y="1960807"/>
                </a:cubicBezTo>
                <a:lnTo>
                  <a:pt x="0" y="86796"/>
                </a:lnTo>
                <a:cubicBezTo>
                  <a:pt x="0" y="38860"/>
                  <a:pt x="38860" y="0"/>
                  <a:pt x="8679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A8D52F40-E972-4200-BEED-63C462AEB38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45950" y="3848963"/>
            <a:ext cx="1963712" cy="2047603"/>
          </a:xfrm>
          <a:custGeom>
            <a:avLst/>
            <a:gdLst>
              <a:gd name="connsiteX0" fmla="*/ 86796 w 1963712"/>
              <a:gd name="connsiteY0" fmla="*/ 0 h 2047603"/>
              <a:gd name="connsiteX1" fmla="*/ 1876916 w 1963712"/>
              <a:gd name="connsiteY1" fmla="*/ 0 h 2047603"/>
              <a:gd name="connsiteX2" fmla="*/ 1963712 w 1963712"/>
              <a:gd name="connsiteY2" fmla="*/ 86796 h 2047603"/>
              <a:gd name="connsiteX3" fmla="*/ 1963712 w 1963712"/>
              <a:gd name="connsiteY3" fmla="*/ 1960807 h 2047603"/>
              <a:gd name="connsiteX4" fmla="*/ 1876916 w 1963712"/>
              <a:gd name="connsiteY4" fmla="*/ 2047603 h 2047603"/>
              <a:gd name="connsiteX5" fmla="*/ 86796 w 1963712"/>
              <a:gd name="connsiteY5" fmla="*/ 2047603 h 2047603"/>
              <a:gd name="connsiteX6" fmla="*/ 0 w 1963712"/>
              <a:gd name="connsiteY6" fmla="*/ 1960807 h 2047603"/>
              <a:gd name="connsiteX7" fmla="*/ 0 w 1963712"/>
              <a:gd name="connsiteY7" fmla="*/ 86796 h 2047603"/>
              <a:gd name="connsiteX8" fmla="*/ 86796 w 1963712"/>
              <a:gd name="connsiteY8" fmla="*/ 0 h 2047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63712" h="2047603">
                <a:moveTo>
                  <a:pt x="86796" y="0"/>
                </a:moveTo>
                <a:lnTo>
                  <a:pt x="1876916" y="0"/>
                </a:lnTo>
                <a:cubicBezTo>
                  <a:pt x="1924852" y="0"/>
                  <a:pt x="1963712" y="38860"/>
                  <a:pt x="1963712" y="86796"/>
                </a:cubicBezTo>
                <a:lnTo>
                  <a:pt x="1963712" y="1960807"/>
                </a:lnTo>
                <a:cubicBezTo>
                  <a:pt x="1963712" y="2008743"/>
                  <a:pt x="1924852" y="2047603"/>
                  <a:pt x="1876916" y="2047603"/>
                </a:cubicBezTo>
                <a:lnTo>
                  <a:pt x="86796" y="2047603"/>
                </a:lnTo>
                <a:cubicBezTo>
                  <a:pt x="38860" y="2047603"/>
                  <a:pt x="0" y="2008743"/>
                  <a:pt x="0" y="1960807"/>
                </a:cubicBezTo>
                <a:lnTo>
                  <a:pt x="0" y="86796"/>
                </a:lnTo>
                <a:cubicBezTo>
                  <a:pt x="0" y="38860"/>
                  <a:pt x="38860" y="0"/>
                  <a:pt x="8679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18615F58-6EF0-466A-A663-D25A85981AE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6395" y="2605952"/>
            <a:ext cx="2600053" cy="2852194"/>
          </a:xfrm>
          <a:custGeom>
            <a:avLst/>
            <a:gdLst>
              <a:gd name="connsiteX0" fmla="*/ 114922 w 2600053"/>
              <a:gd name="connsiteY0" fmla="*/ 0 h 2852194"/>
              <a:gd name="connsiteX1" fmla="*/ 2485131 w 2600053"/>
              <a:gd name="connsiteY1" fmla="*/ 0 h 2852194"/>
              <a:gd name="connsiteX2" fmla="*/ 2600053 w 2600053"/>
              <a:gd name="connsiteY2" fmla="*/ 114922 h 2852194"/>
              <a:gd name="connsiteX3" fmla="*/ 2600053 w 2600053"/>
              <a:gd name="connsiteY3" fmla="*/ 2737272 h 2852194"/>
              <a:gd name="connsiteX4" fmla="*/ 2485131 w 2600053"/>
              <a:gd name="connsiteY4" fmla="*/ 2852194 h 2852194"/>
              <a:gd name="connsiteX5" fmla="*/ 114922 w 2600053"/>
              <a:gd name="connsiteY5" fmla="*/ 2852194 h 2852194"/>
              <a:gd name="connsiteX6" fmla="*/ 0 w 2600053"/>
              <a:gd name="connsiteY6" fmla="*/ 2737272 h 2852194"/>
              <a:gd name="connsiteX7" fmla="*/ 0 w 2600053"/>
              <a:gd name="connsiteY7" fmla="*/ 114922 h 2852194"/>
              <a:gd name="connsiteX8" fmla="*/ 114922 w 2600053"/>
              <a:gd name="connsiteY8" fmla="*/ 0 h 285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00053" h="2852194">
                <a:moveTo>
                  <a:pt x="114922" y="0"/>
                </a:moveTo>
                <a:lnTo>
                  <a:pt x="2485131" y="0"/>
                </a:lnTo>
                <a:cubicBezTo>
                  <a:pt x="2548601" y="0"/>
                  <a:pt x="2600053" y="51452"/>
                  <a:pt x="2600053" y="114922"/>
                </a:cubicBezTo>
                <a:lnTo>
                  <a:pt x="2600053" y="2737272"/>
                </a:lnTo>
                <a:cubicBezTo>
                  <a:pt x="2600053" y="2800742"/>
                  <a:pt x="2548601" y="2852194"/>
                  <a:pt x="2485131" y="2852194"/>
                </a:cubicBezTo>
                <a:lnTo>
                  <a:pt x="114922" y="2852194"/>
                </a:lnTo>
                <a:cubicBezTo>
                  <a:pt x="51452" y="2852194"/>
                  <a:pt x="0" y="2800742"/>
                  <a:pt x="0" y="2737272"/>
                </a:cubicBezTo>
                <a:lnTo>
                  <a:pt x="0" y="114922"/>
                </a:lnTo>
                <a:cubicBezTo>
                  <a:pt x="0" y="51452"/>
                  <a:pt x="51452" y="0"/>
                  <a:pt x="1149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</p: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12D963AC-9D55-4645-92B0-B416745D45D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3663" y="2931014"/>
            <a:ext cx="3572406" cy="3071405"/>
          </a:xfrm>
          <a:custGeom>
            <a:avLst/>
            <a:gdLst>
              <a:gd name="connsiteX0" fmla="*/ 135756 w 3572406"/>
              <a:gd name="connsiteY0" fmla="*/ 0 h 3071405"/>
              <a:gd name="connsiteX1" fmla="*/ 3436650 w 3572406"/>
              <a:gd name="connsiteY1" fmla="*/ 0 h 3071405"/>
              <a:gd name="connsiteX2" fmla="*/ 3572406 w 3572406"/>
              <a:gd name="connsiteY2" fmla="*/ 135756 h 3071405"/>
              <a:gd name="connsiteX3" fmla="*/ 3572406 w 3572406"/>
              <a:gd name="connsiteY3" fmla="*/ 2935649 h 3071405"/>
              <a:gd name="connsiteX4" fmla="*/ 3436650 w 3572406"/>
              <a:gd name="connsiteY4" fmla="*/ 3071405 h 3071405"/>
              <a:gd name="connsiteX5" fmla="*/ 135756 w 3572406"/>
              <a:gd name="connsiteY5" fmla="*/ 3071405 h 3071405"/>
              <a:gd name="connsiteX6" fmla="*/ 0 w 3572406"/>
              <a:gd name="connsiteY6" fmla="*/ 2935649 h 3071405"/>
              <a:gd name="connsiteX7" fmla="*/ 0 w 3572406"/>
              <a:gd name="connsiteY7" fmla="*/ 135756 h 3071405"/>
              <a:gd name="connsiteX8" fmla="*/ 135756 w 3572406"/>
              <a:gd name="connsiteY8" fmla="*/ 0 h 3071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72406" h="3071405">
                <a:moveTo>
                  <a:pt x="135756" y="0"/>
                </a:moveTo>
                <a:lnTo>
                  <a:pt x="3436650" y="0"/>
                </a:lnTo>
                <a:cubicBezTo>
                  <a:pt x="3511626" y="0"/>
                  <a:pt x="3572406" y="60780"/>
                  <a:pt x="3572406" y="135756"/>
                </a:cubicBezTo>
                <a:lnTo>
                  <a:pt x="3572406" y="2935649"/>
                </a:lnTo>
                <a:cubicBezTo>
                  <a:pt x="3572406" y="3010625"/>
                  <a:pt x="3511626" y="3071405"/>
                  <a:pt x="3436650" y="3071405"/>
                </a:cubicBezTo>
                <a:lnTo>
                  <a:pt x="135756" y="3071405"/>
                </a:lnTo>
                <a:cubicBezTo>
                  <a:pt x="60780" y="3071405"/>
                  <a:pt x="0" y="3010625"/>
                  <a:pt x="0" y="2935649"/>
                </a:cubicBezTo>
                <a:lnTo>
                  <a:pt x="0" y="135756"/>
                </a:lnTo>
                <a:cubicBezTo>
                  <a:pt x="0" y="60780"/>
                  <a:pt x="60780" y="0"/>
                  <a:pt x="13575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</p:sp>
    </p:spTree>
    <p:extLst>
      <p:ext uri="{BB962C8B-B14F-4D97-AF65-F5344CB8AC3E}">
        <p14:creationId xmlns:p14="http://schemas.microsoft.com/office/powerpoint/2010/main" val="36311014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18E21D7B-4908-4E77-9079-8CD4D1F7569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93990" y="2201034"/>
            <a:ext cx="2441352" cy="164162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34B4A70D-2944-420A-8900-B2DECEA1EF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93990" y="4165452"/>
            <a:ext cx="2441352" cy="164162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</p:sp>
    </p:spTree>
    <p:extLst>
      <p:ext uri="{BB962C8B-B14F-4D97-AF65-F5344CB8AC3E}">
        <p14:creationId xmlns:p14="http://schemas.microsoft.com/office/powerpoint/2010/main" val="30667648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7EB3A4-3C1C-46CC-A818-103C3B87BB7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08788" y="881063"/>
            <a:ext cx="4751387" cy="4148137"/>
          </a:xfrm>
          <a:prstGeom prst="roundRect">
            <a:avLst>
              <a:gd name="adj" fmla="val 7220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55517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07555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6721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43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7832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90831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60809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42729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57131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16411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0343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255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7" Type="http://schemas.openxmlformats.org/officeDocument/2006/relationships/image" Target="../media/image54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sv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A820AB7B-6702-4725-B477-626252444895}"/>
              </a:ext>
            </a:extLst>
          </p:cNvPr>
          <p:cNvSpPr/>
          <p:nvPr/>
        </p:nvSpPr>
        <p:spPr>
          <a:xfrm>
            <a:off x="1143000" y="1915357"/>
            <a:ext cx="4953000" cy="4953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2E4173-F19C-4698-958F-F6890E4CFEEB}"/>
              </a:ext>
            </a:extLst>
          </p:cNvPr>
          <p:cNvSpPr txBox="1"/>
          <p:nvPr/>
        </p:nvSpPr>
        <p:spPr>
          <a:xfrm>
            <a:off x="6803571" y="2655211"/>
            <a:ext cx="45339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accent1"/>
                </a:solidFill>
                <a:latin typeface="+mj-lt"/>
              </a:rPr>
              <a:t>Research </a:t>
            </a:r>
            <a:endParaRPr lang="en-ID" sz="66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86AA34-A218-4D29-B64C-FE3F13BF2D47}"/>
              </a:ext>
            </a:extLst>
          </p:cNvPr>
          <p:cNvSpPr txBox="1"/>
          <p:nvPr/>
        </p:nvSpPr>
        <p:spPr>
          <a:xfrm>
            <a:off x="6803571" y="3716237"/>
            <a:ext cx="381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Templates presentation</a:t>
            </a:r>
            <a:endParaRPr lang="en-ID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259AA5E-1317-421F-B611-9047055DD238}"/>
              </a:ext>
            </a:extLst>
          </p:cNvPr>
          <p:cNvGrpSpPr/>
          <p:nvPr/>
        </p:nvGrpSpPr>
        <p:grpSpPr>
          <a:xfrm>
            <a:off x="9977283" y="4536996"/>
            <a:ext cx="3319092" cy="3319092"/>
            <a:chOff x="5700456" y="1538424"/>
            <a:chExt cx="2243001" cy="2243001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D826DE3-C662-4FFC-91B2-A716EB7908B1}"/>
                </a:ext>
              </a:extLst>
            </p:cNvPr>
            <p:cNvSpPr/>
            <p:nvPr/>
          </p:nvSpPr>
          <p:spPr>
            <a:xfrm>
              <a:off x="6751795" y="2589763"/>
              <a:ext cx="140323" cy="1403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2A540B5-FF4D-485C-96EF-D3185DC34BCF}"/>
                </a:ext>
              </a:extLst>
            </p:cNvPr>
            <p:cNvSpPr/>
            <p:nvPr/>
          </p:nvSpPr>
          <p:spPr>
            <a:xfrm>
              <a:off x="6449271" y="2287239"/>
              <a:ext cx="745371" cy="74537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6666330-E10B-4530-8EC7-1DF67975CB6E}"/>
                </a:ext>
              </a:extLst>
            </p:cNvPr>
            <p:cNvSpPr/>
            <p:nvPr/>
          </p:nvSpPr>
          <p:spPr>
            <a:xfrm>
              <a:off x="6071404" y="1909372"/>
              <a:ext cx="1501104" cy="1501104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47D53D7-EA10-4054-A4D8-7257EB4BBDC1}"/>
                </a:ext>
              </a:extLst>
            </p:cNvPr>
            <p:cNvSpPr/>
            <p:nvPr/>
          </p:nvSpPr>
          <p:spPr>
            <a:xfrm>
              <a:off x="5700456" y="1538424"/>
              <a:ext cx="2243001" cy="224300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00BCE3D-D717-45F5-8ABB-14B84558B54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839091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AD112BF-1A87-48AE-B6AB-5EF1800CDFB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Rounded Rectangle 8">
            <a:extLst>
              <a:ext uri="{FF2B5EF4-FFF2-40B4-BE49-F238E27FC236}">
                <a16:creationId xmlns:a16="http://schemas.microsoft.com/office/drawing/2014/main" id="{0A701084-D24A-4410-BC9E-A9A736EC02E4}"/>
              </a:ext>
            </a:extLst>
          </p:cNvPr>
          <p:cNvSpPr/>
          <p:nvPr/>
        </p:nvSpPr>
        <p:spPr>
          <a:xfrm>
            <a:off x="1202506" y="3631807"/>
            <a:ext cx="4611016" cy="1059713"/>
          </a:xfrm>
          <a:prstGeom prst="roundRect">
            <a:avLst>
              <a:gd name="adj" fmla="val 8312"/>
            </a:avLst>
          </a:prstGeom>
          <a:solidFill>
            <a:schemeClr val="bg1"/>
          </a:solidFill>
          <a:ln>
            <a:noFill/>
          </a:ln>
          <a:effectLst>
            <a:outerShdw blurRad="426539" dist="212619" dir="3780000" algn="t" rotWithShape="0">
              <a:prstClr val="black">
                <a:alpha val="4218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ysClr val="windowText" lastClr="000000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68CAEA8-FF76-4908-AA65-7FAD1FDA6630}"/>
              </a:ext>
            </a:extLst>
          </p:cNvPr>
          <p:cNvGrpSpPr/>
          <p:nvPr/>
        </p:nvGrpSpPr>
        <p:grpSpPr>
          <a:xfrm>
            <a:off x="2038815" y="3770380"/>
            <a:ext cx="3761827" cy="633582"/>
            <a:chOff x="6515629" y="2208054"/>
            <a:chExt cx="3761827" cy="63358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75EC688-AFE2-46F6-9AC4-294A085291AA}"/>
                </a:ext>
              </a:extLst>
            </p:cNvPr>
            <p:cNvSpPr txBox="1"/>
            <p:nvPr/>
          </p:nvSpPr>
          <p:spPr>
            <a:xfrm>
              <a:off x="6515629" y="2542452"/>
              <a:ext cx="3761827" cy="299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20000"/>
                </a:lnSpc>
                <a:defRPr sz="1200" b="0" i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ID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Lorem ipsum </a:t>
              </a:r>
              <a:r>
                <a:rPr lang="en-ID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dolor</a:t>
              </a:r>
              <a:r>
                <a:rPr lang="en-ID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 sit </a:t>
              </a:r>
              <a:r>
                <a:rPr lang="en-ID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amet</a:t>
              </a:r>
              <a:r>
                <a:rPr lang="en-ID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, </a:t>
              </a:r>
              <a:r>
                <a:rPr lang="en-ID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consectetur</a:t>
              </a:r>
              <a:r>
                <a:rPr lang="en-ID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 </a:t>
              </a:r>
              <a:r>
                <a:rPr lang="en-ID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adipiscing</a:t>
              </a:r>
              <a:r>
                <a:rPr lang="en-ID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 </a:t>
              </a:r>
              <a:r>
                <a:rPr lang="en-ID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elit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202AF88-E183-48BA-9E87-FE3969EC6A68}"/>
                </a:ext>
              </a:extLst>
            </p:cNvPr>
            <p:cNvSpPr txBox="1"/>
            <p:nvPr/>
          </p:nvSpPr>
          <p:spPr>
            <a:xfrm>
              <a:off x="6515630" y="2208054"/>
              <a:ext cx="245036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b="1" i="0" dirty="0">
                  <a:solidFill>
                    <a:schemeClr val="accent1"/>
                  </a:solidFill>
                  <a:effectLst/>
                  <a:latin typeface="+mj-lt"/>
                </a:rPr>
                <a:t>Research purposes</a:t>
              </a:r>
              <a:endParaRPr lang="en-ID" b="1" dirty="0">
                <a:solidFill>
                  <a:schemeClr val="accent1"/>
                </a:solidFill>
                <a:latin typeface="+mj-lt"/>
              </a:endParaRPr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2D5D6EF2-3E5F-460E-9C78-C335E32299FA}"/>
              </a:ext>
            </a:extLst>
          </p:cNvPr>
          <p:cNvSpPr/>
          <p:nvPr/>
        </p:nvSpPr>
        <p:spPr>
          <a:xfrm>
            <a:off x="1344277" y="3850634"/>
            <a:ext cx="618915" cy="61891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3" name="Rounded Rectangle 8">
            <a:extLst>
              <a:ext uri="{FF2B5EF4-FFF2-40B4-BE49-F238E27FC236}">
                <a16:creationId xmlns:a16="http://schemas.microsoft.com/office/drawing/2014/main" id="{388000C6-FD38-4895-9AD9-6C66B542C7EE}"/>
              </a:ext>
            </a:extLst>
          </p:cNvPr>
          <p:cNvSpPr/>
          <p:nvPr/>
        </p:nvSpPr>
        <p:spPr>
          <a:xfrm>
            <a:off x="1189627" y="4830093"/>
            <a:ext cx="4611016" cy="1059713"/>
          </a:xfrm>
          <a:prstGeom prst="roundRect">
            <a:avLst>
              <a:gd name="adj" fmla="val 8312"/>
            </a:avLst>
          </a:prstGeom>
          <a:solidFill>
            <a:schemeClr val="bg1"/>
          </a:solidFill>
          <a:ln>
            <a:noFill/>
          </a:ln>
          <a:effectLst>
            <a:outerShdw blurRad="426539" dist="212619" dir="3780000" algn="t" rotWithShape="0">
              <a:prstClr val="black">
                <a:alpha val="4218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ysClr val="windowText" lastClr="000000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185AFEF-FBC1-4BB7-8810-A11A27319700}"/>
              </a:ext>
            </a:extLst>
          </p:cNvPr>
          <p:cNvGrpSpPr/>
          <p:nvPr/>
        </p:nvGrpSpPr>
        <p:grpSpPr>
          <a:xfrm>
            <a:off x="2025936" y="4968666"/>
            <a:ext cx="3761827" cy="633582"/>
            <a:chOff x="6515629" y="2208054"/>
            <a:chExt cx="3761827" cy="63358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6748CC6-10E8-44AA-AB92-67FB748E70B0}"/>
                </a:ext>
              </a:extLst>
            </p:cNvPr>
            <p:cNvSpPr txBox="1"/>
            <p:nvPr/>
          </p:nvSpPr>
          <p:spPr>
            <a:xfrm>
              <a:off x="6515629" y="2542452"/>
              <a:ext cx="3761827" cy="299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20000"/>
                </a:lnSpc>
                <a:defRPr sz="1200" b="0" i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ID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Lorem ipsum </a:t>
              </a:r>
              <a:r>
                <a:rPr lang="en-ID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dolor</a:t>
              </a:r>
              <a:r>
                <a:rPr lang="en-ID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 sit </a:t>
              </a:r>
              <a:r>
                <a:rPr lang="en-ID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amet</a:t>
              </a:r>
              <a:r>
                <a:rPr lang="en-ID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, </a:t>
              </a:r>
              <a:r>
                <a:rPr lang="en-ID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consectetur</a:t>
              </a:r>
              <a:r>
                <a:rPr lang="en-ID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 </a:t>
              </a:r>
              <a:r>
                <a:rPr lang="en-ID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adipiscing</a:t>
              </a:r>
              <a:r>
                <a:rPr lang="en-ID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 </a:t>
              </a:r>
              <a:r>
                <a:rPr lang="en-ID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elit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FD0EDA6-25AA-4955-998C-B0F3A5C0EBB5}"/>
                </a:ext>
              </a:extLst>
            </p:cNvPr>
            <p:cNvSpPr txBox="1"/>
            <p:nvPr/>
          </p:nvSpPr>
          <p:spPr>
            <a:xfrm>
              <a:off x="6515629" y="2208054"/>
              <a:ext cx="263339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b="1" i="0" dirty="0">
                  <a:solidFill>
                    <a:schemeClr val="accent2"/>
                  </a:solidFill>
                  <a:effectLst/>
                  <a:latin typeface="+mj-lt"/>
                </a:rPr>
                <a:t>Methodological steps</a:t>
              </a:r>
              <a:endParaRPr lang="en-ID" b="1" dirty="0">
                <a:solidFill>
                  <a:schemeClr val="accent2"/>
                </a:solidFill>
                <a:latin typeface="+mj-lt"/>
              </a:endParaRPr>
            </a:p>
          </p:txBody>
        </p: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E5FE7C96-1131-4FF7-81C7-BE852D2BD84E}"/>
              </a:ext>
            </a:extLst>
          </p:cNvPr>
          <p:cNvSpPr/>
          <p:nvPr/>
        </p:nvSpPr>
        <p:spPr>
          <a:xfrm>
            <a:off x="1344276" y="5047897"/>
            <a:ext cx="618915" cy="61891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96D5469-3B14-436C-8106-F07B2386142C}"/>
              </a:ext>
            </a:extLst>
          </p:cNvPr>
          <p:cNvGrpSpPr/>
          <p:nvPr/>
        </p:nvGrpSpPr>
        <p:grpSpPr>
          <a:xfrm>
            <a:off x="1061766" y="1765367"/>
            <a:ext cx="4859337" cy="707886"/>
            <a:chOff x="6621600" y="1139569"/>
            <a:chExt cx="4859337" cy="707886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22DB00D-39B6-402E-B47A-4CA9C18671F5}"/>
                </a:ext>
              </a:extLst>
            </p:cNvPr>
            <p:cNvSpPr txBox="1"/>
            <p:nvPr/>
          </p:nvSpPr>
          <p:spPr>
            <a:xfrm>
              <a:off x="6621600" y="1139569"/>
              <a:ext cx="485933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Noto Sans jp" panose="020B0200000000000000" pitchFamily="34" charset="-128"/>
                  <a:cs typeface="Plus Jakarta Sans" pitchFamily="2" charset="0"/>
                </a:rPr>
                <a:t>Variant  </a:t>
              </a:r>
              <a:r>
                <a:rPr lang="en-US" sz="4000" b="1" dirty="0">
                  <a:solidFill>
                    <a:schemeClr val="accent1"/>
                  </a:solidFill>
                  <a:latin typeface="+mj-lt"/>
                  <a:ea typeface="Noto Sans jp" panose="020B0200000000000000" pitchFamily="34" charset="-128"/>
                  <a:cs typeface="Plus Jakarta Sans" pitchFamily="2" charset="0"/>
                </a:rPr>
                <a:t>content</a:t>
              </a:r>
              <a:endParaRPr lang="en-ID" sz="4000" b="1" dirty="0">
                <a:solidFill>
                  <a:schemeClr val="accent1"/>
                </a:solidFill>
                <a:latin typeface="+mj-lt"/>
                <a:ea typeface="Noto Sans jp" panose="020B0200000000000000" pitchFamily="34" charset="-128"/>
                <a:cs typeface="Plus Jakarta Sans" pitchFamily="2" charset="0"/>
              </a:endParaRPr>
            </a:p>
          </p:txBody>
        </p:sp>
        <p:sp>
          <p:nvSpPr>
            <p:cNvPr id="38" name="Rounded Rectangle 21">
              <a:extLst>
                <a:ext uri="{FF2B5EF4-FFF2-40B4-BE49-F238E27FC236}">
                  <a16:creationId xmlns:a16="http://schemas.microsoft.com/office/drawing/2014/main" id="{28A495AD-E2FC-4BBA-BD69-F59ADF24CE3F}"/>
                </a:ext>
              </a:extLst>
            </p:cNvPr>
            <p:cNvSpPr/>
            <p:nvPr/>
          </p:nvSpPr>
          <p:spPr>
            <a:xfrm>
              <a:off x="8675976" y="1208353"/>
              <a:ext cx="2390473" cy="639102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2801AC4B-9E24-45DD-9FBC-CF01BD899593}"/>
              </a:ext>
            </a:extLst>
          </p:cNvPr>
          <p:cNvSpPr txBox="1"/>
          <p:nvPr/>
        </p:nvSpPr>
        <p:spPr>
          <a:xfrm>
            <a:off x="1061766" y="2608712"/>
            <a:ext cx="4418012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ID" sz="1400" b="0" i="0" dirty="0">
                <a:effectLst/>
              </a:rPr>
              <a:t>Lorem ipsum </a:t>
            </a:r>
            <a:r>
              <a:rPr lang="en-ID" sz="1400" b="0" i="0" dirty="0" err="1">
                <a:effectLst/>
              </a:rPr>
              <a:t>dolor</a:t>
            </a:r>
            <a:r>
              <a:rPr lang="en-ID" sz="1400" b="0" i="0" dirty="0">
                <a:effectLst/>
              </a:rPr>
              <a:t> sit </a:t>
            </a:r>
            <a:r>
              <a:rPr lang="en-ID" sz="1400" b="0" i="0" dirty="0" err="1">
                <a:effectLst/>
              </a:rPr>
              <a:t>amet</a:t>
            </a:r>
            <a:r>
              <a:rPr lang="en-ID" sz="1400" b="0" i="0" dirty="0">
                <a:effectLst/>
              </a:rPr>
              <a:t>, </a:t>
            </a:r>
            <a:r>
              <a:rPr lang="en-ID" sz="1400" b="0" i="0" dirty="0" err="1">
                <a:effectLst/>
              </a:rPr>
              <a:t>consectetur</a:t>
            </a:r>
            <a:r>
              <a:rPr lang="en-ID" sz="1400" b="0" i="0" dirty="0">
                <a:effectLst/>
              </a:rPr>
              <a:t> </a:t>
            </a:r>
            <a:r>
              <a:rPr lang="en-ID" sz="1400" b="0" i="0" dirty="0" err="1">
                <a:effectLst/>
              </a:rPr>
              <a:t>adipiscing</a:t>
            </a:r>
            <a:r>
              <a:rPr lang="en-ID" sz="1400" b="0" i="0" dirty="0">
                <a:effectLst/>
              </a:rPr>
              <a:t> </a:t>
            </a:r>
            <a:r>
              <a:rPr lang="en-ID" sz="1400" b="0" i="0" dirty="0" err="1">
                <a:effectLst/>
              </a:rPr>
              <a:t>elit</a:t>
            </a:r>
            <a:r>
              <a:rPr lang="en-ID" sz="1400" b="0" i="0" dirty="0">
                <a:effectLst/>
              </a:rPr>
              <a:t>. </a:t>
            </a:r>
            <a:endParaRPr lang="en-US" sz="1400" dirty="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4588E05-1530-4C68-A86B-3809B718D4EF}"/>
              </a:ext>
            </a:extLst>
          </p:cNvPr>
          <p:cNvSpPr/>
          <p:nvPr/>
        </p:nvSpPr>
        <p:spPr>
          <a:xfrm>
            <a:off x="6487885" y="4532993"/>
            <a:ext cx="4915801" cy="1397000"/>
          </a:xfrm>
          <a:prstGeom prst="roundRect">
            <a:avLst>
              <a:gd name="adj" fmla="val 1303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032356-A0C5-4439-97A3-026B98FE5DF8}"/>
              </a:ext>
            </a:extLst>
          </p:cNvPr>
          <p:cNvSpPr txBox="1"/>
          <p:nvPr/>
        </p:nvSpPr>
        <p:spPr>
          <a:xfrm>
            <a:off x="6895201" y="4935418"/>
            <a:ext cx="3899166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ID" sz="1400" b="0" i="0" dirty="0">
                <a:solidFill>
                  <a:schemeClr val="bg1"/>
                </a:solidFill>
                <a:effectLst/>
              </a:rPr>
              <a:t>Lorem ipsum </a:t>
            </a:r>
            <a:r>
              <a:rPr lang="en-ID" sz="1400" b="0" i="0" dirty="0" err="1">
                <a:solidFill>
                  <a:schemeClr val="bg1"/>
                </a:solidFill>
                <a:effectLst/>
              </a:rPr>
              <a:t>dolor</a:t>
            </a:r>
            <a:r>
              <a:rPr lang="en-ID" sz="1400" b="0" i="0" dirty="0">
                <a:solidFill>
                  <a:schemeClr val="bg1"/>
                </a:solidFill>
                <a:effectLst/>
              </a:rPr>
              <a:t> sit </a:t>
            </a:r>
            <a:r>
              <a:rPr lang="en-ID" sz="1400" b="0" i="0" dirty="0" err="1">
                <a:solidFill>
                  <a:schemeClr val="bg1"/>
                </a:solidFill>
                <a:effectLst/>
              </a:rPr>
              <a:t>amet</a:t>
            </a:r>
            <a:r>
              <a:rPr lang="en-ID" sz="1400" b="0" i="0" dirty="0">
                <a:solidFill>
                  <a:schemeClr val="bg1"/>
                </a:solidFill>
                <a:effectLst/>
              </a:rPr>
              <a:t>, </a:t>
            </a:r>
            <a:r>
              <a:rPr lang="en-ID" sz="1400" b="0" i="0" dirty="0" err="1">
                <a:solidFill>
                  <a:schemeClr val="bg1"/>
                </a:solidFill>
                <a:effectLst/>
              </a:rPr>
              <a:t>consectetur</a:t>
            </a:r>
            <a:r>
              <a:rPr lang="en-ID" sz="1400" b="0" i="0" dirty="0">
                <a:solidFill>
                  <a:schemeClr val="bg1"/>
                </a:solidFill>
                <a:effectLst/>
              </a:rPr>
              <a:t> </a:t>
            </a:r>
            <a:r>
              <a:rPr lang="en-ID" sz="1400" b="0" i="0" dirty="0" err="1">
                <a:solidFill>
                  <a:schemeClr val="bg1"/>
                </a:solidFill>
                <a:effectLst/>
              </a:rPr>
              <a:t>adipiscing</a:t>
            </a:r>
            <a:r>
              <a:rPr lang="en-ID" sz="1400" b="0" i="0" dirty="0">
                <a:solidFill>
                  <a:schemeClr val="bg1"/>
                </a:solidFill>
                <a:effectLst/>
              </a:rPr>
              <a:t> </a:t>
            </a:r>
            <a:r>
              <a:rPr lang="en-ID" sz="1400" b="0" i="0" dirty="0" err="1">
                <a:solidFill>
                  <a:schemeClr val="bg1"/>
                </a:solidFill>
                <a:effectLst/>
              </a:rPr>
              <a:t>elit</a:t>
            </a:r>
            <a:r>
              <a:rPr lang="en-ID" sz="1400" b="0" i="0" dirty="0">
                <a:solidFill>
                  <a:schemeClr val="bg1"/>
                </a:solidFill>
                <a:effectLst/>
              </a:rPr>
              <a:t>. </a:t>
            </a:r>
            <a:r>
              <a:rPr lang="en-ID" sz="1400" b="0" i="0" dirty="0" err="1">
                <a:solidFill>
                  <a:schemeClr val="bg1"/>
                </a:solidFill>
                <a:effectLst/>
              </a:rPr>
              <a:t>Suspendisse</a:t>
            </a:r>
            <a:r>
              <a:rPr lang="en-ID" sz="1400" b="0" i="0" dirty="0">
                <a:solidFill>
                  <a:schemeClr val="bg1"/>
                </a:solidFill>
                <a:effectLst/>
              </a:rPr>
              <a:t> vestibulum, </a:t>
            </a:r>
            <a:r>
              <a:rPr lang="en-ID" sz="1400" b="0" i="0" dirty="0" err="1">
                <a:solidFill>
                  <a:schemeClr val="bg1"/>
                </a:solidFill>
                <a:effectLst/>
              </a:rPr>
              <a:t>leo</a:t>
            </a:r>
            <a:r>
              <a:rPr lang="en-ID" sz="1400" b="0" i="0" dirty="0">
                <a:solidFill>
                  <a:schemeClr val="bg1"/>
                </a:solidFill>
                <a:effectLst/>
              </a:rPr>
              <a:t> </a:t>
            </a:r>
            <a:r>
              <a:rPr lang="en-ID" sz="1400" b="0" i="0" dirty="0" err="1">
                <a:solidFill>
                  <a:schemeClr val="bg1"/>
                </a:solidFill>
                <a:effectLst/>
              </a:rPr>
              <a:t>eu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51" name="Graphic 50">
            <a:extLst>
              <a:ext uri="{FF2B5EF4-FFF2-40B4-BE49-F238E27FC236}">
                <a16:creationId xmlns:a16="http://schemas.microsoft.com/office/drawing/2014/main" id="{81FCA8DC-7AA6-4B69-997C-20209C77F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90440" y="3996797"/>
            <a:ext cx="326588" cy="326588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697C7E0A-9B2B-45AF-B348-47A170B49D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17015" y="5220636"/>
            <a:ext cx="273436" cy="273436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8AE54349-6BBE-4A4D-976E-CF4F5CFDDCD5}"/>
              </a:ext>
            </a:extLst>
          </p:cNvPr>
          <p:cNvGrpSpPr/>
          <p:nvPr/>
        </p:nvGrpSpPr>
        <p:grpSpPr>
          <a:xfrm>
            <a:off x="-1399688" y="-1421180"/>
            <a:ext cx="3319092" cy="3319092"/>
            <a:chOff x="5700456" y="1538424"/>
            <a:chExt cx="2243001" cy="2243001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51D0AFD-B311-420E-9D03-AE917537DE25}"/>
                </a:ext>
              </a:extLst>
            </p:cNvPr>
            <p:cNvSpPr/>
            <p:nvPr/>
          </p:nvSpPr>
          <p:spPr>
            <a:xfrm>
              <a:off x="6751795" y="2589763"/>
              <a:ext cx="140323" cy="1403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B6510A4-B539-40B4-808B-AC17FB2F41D9}"/>
                </a:ext>
              </a:extLst>
            </p:cNvPr>
            <p:cNvSpPr/>
            <p:nvPr/>
          </p:nvSpPr>
          <p:spPr>
            <a:xfrm>
              <a:off x="6449271" y="2287239"/>
              <a:ext cx="745371" cy="74537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D35DE1B-C0D1-437B-9C32-E70B46A38E0D}"/>
                </a:ext>
              </a:extLst>
            </p:cNvPr>
            <p:cNvSpPr/>
            <p:nvPr/>
          </p:nvSpPr>
          <p:spPr>
            <a:xfrm>
              <a:off x="6071404" y="1909372"/>
              <a:ext cx="1501104" cy="1501104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BBA1803-3281-4894-8DCE-A0F751FF6C24}"/>
                </a:ext>
              </a:extLst>
            </p:cNvPr>
            <p:cNvSpPr/>
            <p:nvPr/>
          </p:nvSpPr>
          <p:spPr>
            <a:xfrm>
              <a:off x="5700456" y="1538424"/>
              <a:ext cx="2243001" cy="224300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88121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0BC44BF-FA35-4272-BA68-A190B8FCF4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AFDF1ED-CC13-46B7-A1A2-AB978AB54581}"/>
              </a:ext>
            </a:extLst>
          </p:cNvPr>
          <p:cNvGrpSpPr/>
          <p:nvPr/>
        </p:nvGrpSpPr>
        <p:grpSpPr>
          <a:xfrm>
            <a:off x="-1494772" y="5008149"/>
            <a:ext cx="3319092" cy="3319092"/>
            <a:chOff x="5700456" y="1538424"/>
            <a:chExt cx="2243001" cy="2243001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447DEB8-1693-49A2-8BE2-48D0031C9B88}"/>
                </a:ext>
              </a:extLst>
            </p:cNvPr>
            <p:cNvSpPr/>
            <p:nvPr/>
          </p:nvSpPr>
          <p:spPr>
            <a:xfrm>
              <a:off x="6751795" y="2589763"/>
              <a:ext cx="140323" cy="1403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4FC328C-3E5B-42FF-B824-2483E3C9A088}"/>
                </a:ext>
              </a:extLst>
            </p:cNvPr>
            <p:cNvSpPr/>
            <p:nvPr/>
          </p:nvSpPr>
          <p:spPr>
            <a:xfrm>
              <a:off x="6449271" y="2287239"/>
              <a:ext cx="745371" cy="74537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76619BA-C341-40DB-9E24-E0A422CDE3C0}"/>
                </a:ext>
              </a:extLst>
            </p:cNvPr>
            <p:cNvSpPr/>
            <p:nvPr/>
          </p:nvSpPr>
          <p:spPr>
            <a:xfrm>
              <a:off x="6071404" y="1909372"/>
              <a:ext cx="1501104" cy="1501104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95C0380-7410-4933-99BF-90132124A70F}"/>
                </a:ext>
              </a:extLst>
            </p:cNvPr>
            <p:cNvSpPr/>
            <p:nvPr/>
          </p:nvSpPr>
          <p:spPr>
            <a:xfrm>
              <a:off x="5700456" y="1538424"/>
              <a:ext cx="2243001" cy="224300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A926F34-EB4B-4B85-9D2C-3EB8F0195513}"/>
              </a:ext>
            </a:extLst>
          </p:cNvPr>
          <p:cNvGrpSpPr/>
          <p:nvPr/>
        </p:nvGrpSpPr>
        <p:grpSpPr>
          <a:xfrm>
            <a:off x="976626" y="1452614"/>
            <a:ext cx="5420370" cy="1507657"/>
            <a:chOff x="6527938" y="1139569"/>
            <a:chExt cx="5420370" cy="150765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B9BF09E-E9F6-41C9-9906-0D7992B79C1A}"/>
                </a:ext>
              </a:extLst>
            </p:cNvPr>
            <p:cNvSpPr txBox="1"/>
            <p:nvPr/>
          </p:nvSpPr>
          <p:spPr>
            <a:xfrm>
              <a:off x="6621600" y="1139569"/>
              <a:ext cx="5326708" cy="1507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4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Noto Sans jp" panose="020B0200000000000000" pitchFamily="34" charset="-128"/>
                  <a:cs typeface="Plus Jakarta Sans" pitchFamily="2" charset="0"/>
                </a:rPr>
                <a:t>Background to the </a:t>
              </a:r>
              <a:r>
                <a:rPr lang="en-US" sz="4000" b="1" dirty="0">
                  <a:solidFill>
                    <a:schemeClr val="accent1"/>
                  </a:solidFill>
                  <a:latin typeface="+mj-lt"/>
                  <a:ea typeface="Noto Sans jp" panose="020B0200000000000000" pitchFamily="34" charset="-128"/>
                  <a:cs typeface="Plus Jakarta Sans" pitchFamily="2" charset="0"/>
                </a:rPr>
                <a:t>research problem</a:t>
              </a:r>
              <a:endParaRPr lang="en-ID" sz="4000" b="1" dirty="0">
                <a:solidFill>
                  <a:schemeClr val="accent1"/>
                </a:solidFill>
                <a:latin typeface="+mj-lt"/>
                <a:ea typeface="Noto Sans jp" panose="020B0200000000000000" pitchFamily="34" charset="-128"/>
                <a:cs typeface="Plus Jakarta Sans" pitchFamily="2" charset="0"/>
              </a:endParaRPr>
            </a:p>
          </p:txBody>
        </p:sp>
        <p:sp>
          <p:nvSpPr>
            <p:cNvPr id="9" name="Rounded Rectangle 21">
              <a:extLst>
                <a:ext uri="{FF2B5EF4-FFF2-40B4-BE49-F238E27FC236}">
                  <a16:creationId xmlns:a16="http://schemas.microsoft.com/office/drawing/2014/main" id="{38FD3F8A-961D-4EE1-AA26-549CA08A632D}"/>
                </a:ext>
              </a:extLst>
            </p:cNvPr>
            <p:cNvSpPr/>
            <p:nvPr/>
          </p:nvSpPr>
          <p:spPr>
            <a:xfrm>
              <a:off x="6527938" y="2007205"/>
              <a:ext cx="4837112" cy="639102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C7837F3-9067-4C7C-A8DF-5F5FA71E5E18}"/>
              </a:ext>
            </a:extLst>
          </p:cNvPr>
          <p:cNvSpPr/>
          <p:nvPr/>
        </p:nvSpPr>
        <p:spPr>
          <a:xfrm>
            <a:off x="8876725" y="3733190"/>
            <a:ext cx="2401344" cy="1597610"/>
          </a:xfrm>
          <a:prstGeom prst="roundRect">
            <a:avLst>
              <a:gd name="adj" fmla="val 8916"/>
            </a:avLst>
          </a:prstGeom>
          <a:solidFill>
            <a:schemeClr val="bg1"/>
          </a:solidFill>
          <a:ln>
            <a:noFill/>
          </a:ln>
          <a:effectLst>
            <a:outerShdw blurRad="571500" dist="50800" dir="5400000" algn="ctr" rotWithShape="0">
              <a:srgbClr val="000000">
                <a:alpha val="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D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6927A25-18BC-45EC-8C58-B8FF0FBFC97D}"/>
              </a:ext>
            </a:extLst>
          </p:cNvPr>
          <p:cNvSpPr/>
          <p:nvPr/>
        </p:nvSpPr>
        <p:spPr>
          <a:xfrm>
            <a:off x="8876725" y="1684918"/>
            <a:ext cx="2401344" cy="1597610"/>
          </a:xfrm>
          <a:prstGeom prst="roundRect">
            <a:avLst>
              <a:gd name="adj" fmla="val 8916"/>
            </a:avLst>
          </a:prstGeom>
          <a:solidFill>
            <a:schemeClr val="bg1"/>
          </a:solidFill>
          <a:ln>
            <a:noFill/>
          </a:ln>
          <a:effectLst>
            <a:outerShdw blurRad="571500" dist="50800" dir="5400000" algn="ctr" rotWithShape="0">
              <a:srgbClr val="000000">
                <a:alpha val="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D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84A17A-8AAE-488E-8566-25CCB3030836}"/>
              </a:ext>
            </a:extLst>
          </p:cNvPr>
          <p:cNvSpPr txBox="1"/>
          <p:nvPr/>
        </p:nvSpPr>
        <p:spPr>
          <a:xfrm>
            <a:off x="9085814" y="3942113"/>
            <a:ext cx="7180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02.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5ECD66D-4CE0-4A5B-AF55-E61D9BB67401}"/>
              </a:ext>
            </a:extLst>
          </p:cNvPr>
          <p:cNvGrpSpPr/>
          <p:nvPr/>
        </p:nvGrpSpPr>
        <p:grpSpPr>
          <a:xfrm>
            <a:off x="9096597" y="1928711"/>
            <a:ext cx="2181472" cy="924035"/>
            <a:chOff x="8759917" y="1862552"/>
            <a:chExt cx="2181472" cy="92403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801D5B9-BD1A-4457-A9BD-B46C982AFCC9}"/>
                </a:ext>
              </a:extLst>
            </p:cNvPr>
            <p:cNvSpPr txBox="1"/>
            <p:nvPr/>
          </p:nvSpPr>
          <p:spPr>
            <a:xfrm>
              <a:off x="8759917" y="2124162"/>
              <a:ext cx="2181472" cy="6624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b="1" dirty="0">
                  <a:solidFill>
                    <a:schemeClr val="accent1"/>
                  </a:solidFill>
                  <a:latin typeface="+mj-lt"/>
                </a:rPr>
                <a:t>Research Questions problem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B7325A5-FE32-48D9-8D42-30E4FF48534A}"/>
                </a:ext>
              </a:extLst>
            </p:cNvPr>
            <p:cNvSpPr txBox="1"/>
            <p:nvPr/>
          </p:nvSpPr>
          <p:spPr>
            <a:xfrm>
              <a:off x="8759917" y="1862552"/>
              <a:ext cx="71804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Aft>
                  <a:spcPts val="600"/>
                </a:spcAft>
                <a:defRPr sz="2800" b="1">
                  <a:solidFill>
                    <a:schemeClr val="bg1">
                      <a:lumMod val="95000"/>
                    </a:schemeClr>
                  </a:solidFill>
                  <a:latin typeface="+mj-lt"/>
                </a:defRPr>
              </a:lvl1pPr>
            </a:lstStyle>
            <a:p>
              <a:r>
                <a:rPr lang="en-US" dirty="0"/>
                <a:t>01.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EBA50F86-57FE-4A60-8F75-6E54947BC4FE}"/>
              </a:ext>
            </a:extLst>
          </p:cNvPr>
          <p:cNvSpPr txBox="1"/>
          <p:nvPr/>
        </p:nvSpPr>
        <p:spPr>
          <a:xfrm>
            <a:off x="1065213" y="3141040"/>
            <a:ext cx="4281955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ID" sz="1400" b="0" i="0" dirty="0">
                <a:effectLst/>
              </a:rPr>
              <a:t>Lorem ipsum </a:t>
            </a:r>
            <a:r>
              <a:rPr lang="en-ID" sz="1400" b="0" i="0" dirty="0" err="1">
                <a:effectLst/>
              </a:rPr>
              <a:t>dolor</a:t>
            </a:r>
            <a:r>
              <a:rPr lang="en-ID" sz="1400" b="0" i="0" dirty="0">
                <a:effectLst/>
              </a:rPr>
              <a:t> sit </a:t>
            </a:r>
            <a:r>
              <a:rPr lang="en-ID" sz="1400" b="0" i="0" dirty="0" err="1">
                <a:effectLst/>
              </a:rPr>
              <a:t>amet</a:t>
            </a:r>
            <a:r>
              <a:rPr lang="en-ID" sz="1400" b="0" i="0" dirty="0">
                <a:effectLst/>
              </a:rPr>
              <a:t>, </a:t>
            </a:r>
            <a:r>
              <a:rPr lang="en-ID" sz="1400" b="0" i="0" dirty="0" err="1">
                <a:effectLst/>
              </a:rPr>
              <a:t>consectetur</a:t>
            </a:r>
            <a:r>
              <a:rPr lang="en-ID" sz="1400" b="0" i="0" dirty="0">
                <a:effectLst/>
              </a:rPr>
              <a:t> </a:t>
            </a:r>
            <a:r>
              <a:rPr lang="en-ID" sz="1400" b="0" i="0" dirty="0" err="1">
                <a:effectLst/>
              </a:rPr>
              <a:t>adipiscing</a:t>
            </a:r>
            <a:r>
              <a:rPr lang="en-ID" sz="1400" b="0" i="0" dirty="0">
                <a:effectLst/>
              </a:rPr>
              <a:t> </a:t>
            </a:r>
            <a:r>
              <a:rPr lang="en-ID" sz="1400" b="0" i="0" dirty="0" err="1">
                <a:effectLst/>
              </a:rPr>
              <a:t>elit</a:t>
            </a:r>
            <a:r>
              <a:rPr lang="en-ID" sz="1400" b="0" i="0" dirty="0">
                <a:effectLst/>
              </a:rPr>
              <a:t>. </a:t>
            </a:r>
            <a:r>
              <a:rPr lang="en-ID" sz="1400" b="0" i="0" dirty="0" err="1">
                <a:effectLst/>
              </a:rPr>
              <a:t>Suspendisse</a:t>
            </a:r>
            <a:r>
              <a:rPr lang="en-ID" sz="1400" b="0" i="0" dirty="0">
                <a:effectLst/>
              </a:rPr>
              <a:t> vestibulum, </a:t>
            </a:r>
            <a:r>
              <a:rPr lang="en-ID" sz="1400" b="0" i="0" dirty="0" err="1">
                <a:effectLst/>
              </a:rPr>
              <a:t>leo</a:t>
            </a:r>
            <a:r>
              <a:rPr lang="en-ID" sz="1400" b="0" i="0" dirty="0">
                <a:effectLst/>
              </a:rPr>
              <a:t> </a:t>
            </a:r>
            <a:r>
              <a:rPr lang="en-ID" sz="1400" b="0" i="0" dirty="0" err="1">
                <a:effectLst/>
              </a:rPr>
              <a:t>eu</a:t>
            </a:r>
            <a:endParaRPr lang="en-US" sz="14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E7DB85A-3B67-4A2D-ABF6-986AC732981C}"/>
              </a:ext>
            </a:extLst>
          </p:cNvPr>
          <p:cNvGrpSpPr/>
          <p:nvPr/>
        </p:nvGrpSpPr>
        <p:grpSpPr>
          <a:xfrm>
            <a:off x="1567490" y="4351494"/>
            <a:ext cx="4250922" cy="579666"/>
            <a:chOff x="7425687" y="1134381"/>
            <a:chExt cx="4250922" cy="579666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1D0C5CF-5A2B-4DF5-B7BA-507F0970810B}"/>
                </a:ext>
              </a:extLst>
            </p:cNvPr>
            <p:cNvGrpSpPr/>
            <p:nvPr/>
          </p:nvGrpSpPr>
          <p:grpSpPr>
            <a:xfrm>
              <a:off x="7425687" y="1134381"/>
              <a:ext cx="1247910" cy="579666"/>
              <a:chOff x="1199058" y="2876095"/>
              <a:chExt cx="1247910" cy="579666"/>
            </a:xfrm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7D1B90B1-3563-4D05-B048-1E3074C89B1C}"/>
                  </a:ext>
                </a:extLst>
              </p:cNvPr>
              <p:cNvSpPr/>
              <p:nvPr/>
            </p:nvSpPr>
            <p:spPr>
              <a:xfrm>
                <a:off x="1199058" y="2876095"/>
                <a:ext cx="1247910" cy="579666"/>
              </a:xfrm>
              <a:prstGeom prst="roundRect">
                <a:avLst>
                  <a:gd name="adj" fmla="val 10094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9DCE937-0A03-4DD8-9FD3-5C9C75991AC4}"/>
                  </a:ext>
                </a:extLst>
              </p:cNvPr>
              <p:cNvSpPr txBox="1"/>
              <p:nvPr/>
            </p:nvSpPr>
            <p:spPr>
              <a:xfrm>
                <a:off x="1335449" y="2996651"/>
                <a:ext cx="97512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D" sz="1600" b="1" dirty="0">
                    <a:solidFill>
                      <a:schemeClr val="bg1"/>
                    </a:solidFill>
                    <a:latin typeface="+mj-lt"/>
                    <a:ea typeface="Open Sans ExtraBold" panose="020B0606030504020204" pitchFamily="34" charset="0"/>
                    <a:cs typeface="Poppins" panose="00000500000000000000" pitchFamily="2" charset="0"/>
                  </a:rPr>
                  <a:t>23416 K</a:t>
                </a:r>
                <a:endParaRPr lang="en-US" sz="1600" b="1" dirty="0">
                  <a:solidFill>
                    <a:schemeClr val="bg1"/>
                  </a:solidFill>
                  <a:latin typeface="+mj-lt"/>
                  <a:ea typeface="Open Sans ExtraBold" panose="020B0606030504020204" pitchFamily="34" charset="0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C34A60E-B3A9-4D43-B697-61DBA3C2E762}"/>
                </a:ext>
              </a:extLst>
            </p:cNvPr>
            <p:cNvSpPr txBox="1"/>
            <p:nvPr/>
          </p:nvSpPr>
          <p:spPr>
            <a:xfrm>
              <a:off x="8822223" y="1156690"/>
              <a:ext cx="2854386" cy="5127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ID" sz="12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Lorem ipsum </a:t>
              </a:r>
              <a:r>
                <a:rPr lang="en-ID" sz="1200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dolor</a:t>
              </a:r>
              <a:r>
                <a:rPr lang="en-ID" sz="12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 sit </a:t>
              </a:r>
              <a:r>
                <a:rPr lang="en-ID" sz="1200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amet</a:t>
              </a:r>
              <a:r>
                <a:rPr lang="en-ID" sz="12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, </a:t>
              </a:r>
              <a:r>
                <a:rPr lang="en-ID" sz="1200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consectetur</a:t>
              </a:r>
              <a:r>
                <a:rPr lang="en-ID" sz="12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 </a:t>
              </a:r>
              <a:r>
                <a:rPr lang="en-ID" sz="1200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adipiscing</a:t>
              </a:r>
              <a:r>
                <a:rPr lang="en-ID" sz="12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 </a:t>
              </a:r>
              <a:r>
                <a:rPr lang="en-ID" sz="1200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elit</a:t>
              </a:r>
              <a:r>
                <a:rPr lang="en-ID" sz="12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. </a:t>
              </a:r>
              <a:endPara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609E715-E239-4BF3-B6BE-9D210ECC8EAC}"/>
              </a:ext>
            </a:extLst>
          </p:cNvPr>
          <p:cNvSpPr txBox="1"/>
          <p:nvPr/>
        </p:nvSpPr>
        <p:spPr>
          <a:xfrm>
            <a:off x="9096597" y="4134121"/>
            <a:ext cx="2104032" cy="66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b="1" dirty="0" err="1">
                <a:solidFill>
                  <a:schemeClr val="accent2"/>
                </a:solidFill>
                <a:latin typeface="+mj-lt"/>
              </a:rPr>
              <a:t>Contecs</a:t>
            </a:r>
            <a:r>
              <a:rPr lang="en-US" sz="1600" b="1" dirty="0">
                <a:solidFill>
                  <a:schemeClr val="accent2"/>
                </a:solidFill>
                <a:latin typeface="+mj-lt"/>
              </a:rPr>
              <a:t> Research problem</a:t>
            </a:r>
          </a:p>
        </p:txBody>
      </p:sp>
    </p:spTree>
    <p:extLst>
      <p:ext uri="{BB962C8B-B14F-4D97-AF65-F5344CB8AC3E}">
        <p14:creationId xmlns:p14="http://schemas.microsoft.com/office/powerpoint/2010/main" val="372486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AE968A7-A016-4D31-ACBE-96A07C4CEB87}"/>
              </a:ext>
            </a:extLst>
          </p:cNvPr>
          <p:cNvSpPr/>
          <p:nvPr/>
        </p:nvSpPr>
        <p:spPr>
          <a:xfrm>
            <a:off x="8432235" y="2598058"/>
            <a:ext cx="2727556" cy="3155668"/>
          </a:xfrm>
          <a:prstGeom prst="roundRect">
            <a:avLst>
              <a:gd name="adj" fmla="val 13475"/>
            </a:avLst>
          </a:prstGeom>
          <a:solidFill>
            <a:schemeClr val="bg1"/>
          </a:solidFill>
          <a:ln>
            <a:noFill/>
          </a:ln>
          <a:effectLst>
            <a:outerShdw blurRad="571500" dist="50800" dir="5400000" algn="ctr" rotWithShape="0">
              <a:srgbClr val="000000">
                <a:alpha val="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84AA714C-8F1D-41F5-8714-C5E8E629788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4A187FA-646D-46AF-B8C4-E277045E7E56}"/>
              </a:ext>
            </a:extLst>
          </p:cNvPr>
          <p:cNvSpPr/>
          <p:nvPr/>
        </p:nvSpPr>
        <p:spPr>
          <a:xfrm>
            <a:off x="4794765" y="2573915"/>
            <a:ext cx="2727556" cy="3155668"/>
          </a:xfrm>
          <a:prstGeom prst="roundRect">
            <a:avLst>
              <a:gd name="adj" fmla="val 13475"/>
            </a:avLst>
          </a:prstGeom>
          <a:solidFill>
            <a:schemeClr val="bg1"/>
          </a:solidFill>
          <a:ln>
            <a:noFill/>
          </a:ln>
          <a:effectLst>
            <a:outerShdw blurRad="571500" dist="50800" dir="5400000" algn="ctr" rotWithShape="0">
              <a:srgbClr val="000000">
                <a:alpha val="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DD3B26F-829F-4869-92E4-17DD78BDAA77}"/>
              </a:ext>
            </a:extLst>
          </p:cNvPr>
          <p:cNvSpPr/>
          <p:nvPr/>
        </p:nvSpPr>
        <p:spPr>
          <a:xfrm>
            <a:off x="1277822" y="2598058"/>
            <a:ext cx="2727556" cy="3155668"/>
          </a:xfrm>
          <a:prstGeom prst="roundRect">
            <a:avLst>
              <a:gd name="adj" fmla="val 13475"/>
            </a:avLst>
          </a:prstGeom>
          <a:solidFill>
            <a:schemeClr val="bg1"/>
          </a:solidFill>
          <a:ln>
            <a:noFill/>
          </a:ln>
          <a:effectLst>
            <a:outerShdw blurRad="571500" dist="50800" dir="5400000" algn="ctr" rotWithShape="0">
              <a:srgbClr val="000000">
                <a:alpha val="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7459C433-61A8-4130-BB95-908AFF1316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E5C5BBB-56AF-413A-956D-4E7AA6AC23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D412A4-EE60-498C-BF42-56EF08875EFB}"/>
              </a:ext>
            </a:extLst>
          </p:cNvPr>
          <p:cNvGrpSpPr/>
          <p:nvPr/>
        </p:nvGrpSpPr>
        <p:grpSpPr>
          <a:xfrm>
            <a:off x="1278387" y="1104274"/>
            <a:ext cx="9635226" cy="796253"/>
            <a:chOff x="6621600" y="1139569"/>
            <a:chExt cx="9635226" cy="79625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E23D746-AFF8-4AA1-B882-DAE9BABAB85F}"/>
                </a:ext>
              </a:extLst>
            </p:cNvPr>
            <p:cNvSpPr txBox="1"/>
            <p:nvPr/>
          </p:nvSpPr>
          <p:spPr>
            <a:xfrm>
              <a:off x="6621600" y="1139569"/>
              <a:ext cx="9635226" cy="778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4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Noto Sans jp" panose="020B0200000000000000" pitchFamily="34" charset="-128"/>
                  <a:cs typeface="Plus Jakarta Sans" pitchFamily="2" charset="0"/>
                </a:rPr>
                <a:t>Research  </a:t>
              </a:r>
              <a:r>
                <a:rPr lang="en-US" sz="4000" b="1" dirty="0">
                  <a:solidFill>
                    <a:schemeClr val="accent1"/>
                  </a:solidFill>
                  <a:latin typeface="+mj-lt"/>
                  <a:ea typeface="Noto Sans jp" panose="020B0200000000000000" pitchFamily="34" charset="-128"/>
                  <a:cs typeface="Plus Jakarta Sans" pitchFamily="2" charset="0"/>
                </a:rPr>
                <a:t> </a:t>
              </a:r>
              <a:r>
                <a:rPr lang="en-US" sz="4000" b="1" dirty="0" err="1">
                  <a:solidFill>
                    <a:schemeClr val="accent1"/>
                  </a:solidFill>
                  <a:latin typeface="+mj-lt"/>
                  <a:ea typeface="Noto Sans jp" panose="020B0200000000000000" pitchFamily="34" charset="-128"/>
                  <a:cs typeface="Plus Jakarta Sans" pitchFamily="2" charset="0"/>
                </a:rPr>
                <a:t>Methodologi</a:t>
              </a:r>
              <a:endParaRPr lang="en-ID" sz="4000" b="1" dirty="0">
                <a:solidFill>
                  <a:schemeClr val="accent1"/>
                </a:solidFill>
                <a:latin typeface="+mj-lt"/>
                <a:ea typeface="Noto Sans jp" panose="020B0200000000000000" pitchFamily="34" charset="-128"/>
                <a:cs typeface="Plus Jakarta Sans" pitchFamily="2" charset="0"/>
              </a:endParaRPr>
            </a:p>
          </p:txBody>
        </p:sp>
        <p:sp>
          <p:nvSpPr>
            <p:cNvPr id="4" name="Rounded Rectangle 21">
              <a:extLst>
                <a:ext uri="{FF2B5EF4-FFF2-40B4-BE49-F238E27FC236}">
                  <a16:creationId xmlns:a16="http://schemas.microsoft.com/office/drawing/2014/main" id="{6995CB1E-9C07-4CDE-93E6-5D3D59E67C7C}"/>
                </a:ext>
              </a:extLst>
            </p:cNvPr>
            <p:cNvSpPr/>
            <p:nvPr/>
          </p:nvSpPr>
          <p:spPr>
            <a:xfrm>
              <a:off x="10950485" y="1157083"/>
              <a:ext cx="3848771" cy="778739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58CB9582-95E8-49FD-B938-61F08C37D9A9}"/>
              </a:ext>
            </a:extLst>
          </p:cNvPr>
          <p:cNvSpPr/>
          <p:nvPr/>
        </p:nvSpPr>
        <p:spPr>
          <a:xfrm>
            <a:off x="1244508" y="2311182"/>
            <a:ext cx="762438" cy="76243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9919DB5-F1AC-4494-8176-E44482128213}"/>
              </a:ext>
            </a:extLst>
          </p:cNvPr>
          <p:cNvSpPr/>
          <p:nvPr/>
        </p:nvSpPr>
        <p:spPr>
          <a:xfrm>
            <a:off x="4674239" y="2283352"/>
            <a:ext cx="762438" cy="7624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53347BD-DF49-4BE8-A30C-872E43C95067}"/>
              </a:ext>
            </a:extLst>
          </p:cNvPr>
          <p:cNvSpPr/>
          <p:nvPr/>
        </p:nvSpPr>
        <p:spPr>
          <a:xfrm>
            <a:off x="8186057" y="2405524"/>
            <a:ext cx="762438" cy="76243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818081-802A-4F22-85C8-18EB112081F6}"/>
              </a:ext>
            </a:extLst>
          </p:cNvPr>
          <p:cNvSpPr txBox="1"/>
          <p:nvPr/>
        </p:nvSpPr>
        <p:spPr>
          <a:xfrm>
            <a:off x="1524000" y="4516976"/>
            <a:ext cx="2398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+mj-lt"/>
              </a:rPr>
              <a:t>Research Approach</a:t>
            </a:r>
            <a:endParaRPr lang="en-ID" b="1" dirty="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4D6F70-6073-4F4C-A657-71D4B2105087}"/>
              </a:ext>
            </a:extLst>
          </p:cNvPr>
          <p:cNvSpPr txBox="1"/>
          <p:nvPr/>
        </p:nvSpPr>
        <p:spPr>
          <a:xfrm>
            <a:off x="5055458" y="4474733"/>
            <a:ext cx="223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+mj-lt"/>
              </a:rPr>
              <a:t>Research </a:t>
            </a:r>
            <a:r>
              <a:rPr lang="en-US" b="1" dirty="0" err="1">
                <a:latin typeface="+mj-lt"/>
              </a:rPr>
              <a:t>Desaign</a:t>
            </a:r>
            <a:endParaRPr lang="en-ID" b="1" dirty="0"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1C4C01-8EC7-4EA0-8E47-900055EF007E}"/>
              </a:ext>
            </a:extLst>
          </p:cNvPr>
          <p:cNvSpPr txBox="1"/>
          <p:nvPr/>
        </p:nvSpPr>
        <p:spPr>
          <a:xfrm>
            <a:off x="8555324" y="4516976"/>
            <a:ext cx="2481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+mj-lt"/>
              </a:rPr>
              <a:t>Collection </a:t>
            </a:r>
            <a:r>
              <a:rPr lang="en-US" b="1" dirty="0" err="1">
                <a:latin typeface="+mj-lt"/>
              </a:rPr>
              <a:t>tecnique</a:t>
            </a:r>
            <a:endParaRPr lang="en-ID" b="1" dirty="0"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E8B86-15DD-4A04-BC9D-7B25FF513747}"/>
              </a:ext>
            </a:extLst>
          </p:cNvPr>
          <p:cNvSpPr txBox="1"/>
          <p:nvPr/>
        </p:nvSpPr>
        <p:spPr>
          <a:xfrm>
            <a:off x="1560285" y="4912792"/>
            <a:ext cx="2162629" cy="520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Lorem ipsum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dolor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sit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amet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consectetur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adipiscing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elit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 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92BF02-EFA8-4799-B039-F345D59D9FAE}"/>
              </a:ext>
            </a:extLst>
          </p:cNvPr>
          <p:cNvSpPr txBox="1"/>
          <p:nvPr/>
        </p:nvSpPr>
        <p:spPr>
          <a:xfrm>
            <a:off x="5077228" y="4917778"/>
            <a:ext cx="2162629" cy="520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Lorem ipsum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dolor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sit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amet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consectetur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adipiscing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elit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 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EFD6EB-EA95-4A54-B778-A4664C147B32}"/>
              </a:ext>
            </a:extLst>
          </p:cNvPr>
          <p:cNvSpPr txBox="1"/>
          <p:nvPr/>
        </p:nvSpPr>
        <p:spPr>
          <a:xfrm>
            <a:off x="8714698" y="4927192"/>
            <a:ext cx="2162629" cy="520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Lorem ipsum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dolor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sit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amet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consectetur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adipiscing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elit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 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8F38A1C-0481-4835-803B-633E946A5D6E}"/>
              </a:ext>
            </a:extLst>
          </p:cNvPr>
          <p:cNvGrpSpPr/>
          <p:nvPr/>
        </p:nvGrpSpPr>
        <p:grpSpPr>
          <a:xfrm>
            <a:off x="-1406924" y="-1403134"/>
            <a:ext cx="3319092" cy="3319092"/>
            <a:chOff x="5700456" y="1538424"/>
            <a:chExt cx="2243001" cy="224300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3E8B4A4-82CE-41AD-B10B-0D19FC17582D}"/>
                </a:ext>
              </a:extLst>
            </p:cNvPr>
            <p:cNvSpPr/>
            <p:nvPr/>
          </p:nvSpPr>
          <p:spPr>
            <a:xfrm>
              <a:off x="6751795" y="2589763"/>
              <a:ext cx="140323" cy="1403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6675B93-F7F4-4882-94E8-3614E2DC3DE5}"/>
                </a:ext>
              </a:extLst>
            </p:cNvPr>
            <p:cNvSpPr/>
            <p:nvPr/>
          </p:nvSpPr>
          <p:spPr>
            <a:xfrm>
              <a:off x="6449271" y="2287239"/>
              <a:ext cx="745371" cy="74537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1085D2A-83A9-4318-8AC6-E9F997FB95BC}"/>
                </a:ext>
              </a:extLst>
            </p:cNvPr>
            <p:cNvSpPr/>
            <p:nvPr/>
          </p:nvSpPr>
          <p:spPr>
            <a:xfrm>
              <a:off x="6071404" y="1909372"/>
              <a:ext cx="1501104" cy="1501104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DD8BA86-032E-471D-BD6C-B3E09FD0F095}"/>
                </a:ext>
              </a:extLst>
            </p:cNvPr>
            <p:cNvSpPr/>
            <p:nvPr/>
          </p:nvSpPr>
          <p:spPr>
            <a:xfrm>
              <a:off x="5700456" y="1538424"/>
              <a:ext cx="2243001" cy="224300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2" name="Graphic 31">
            <a:extLst>
              <a:ext uri="{FF2B5EF4-FFF2-40B4-BE49-F238E27FC236}">
                <a16:creationId xmlns:a16="http://schemas.microsoft.com/office/drawing/2014/main" id="{2FE497EF-B134-43B3-A074-AA62F1A89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81686" y="2548360"/>
            <a:ext cx="288083" cy="288083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F5C3AD06-9B14-4626-82C2-D673B1C872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74749" y="2483862"/>
            <a:ext cx="361419" cy="361419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A044BC62-3ABF-4340-8ECE-C9BA6AA134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79265" y="2598732"/>
            <a:ext cx="376022" cy="376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283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D855CFD-3FD6-42AE-AD6D-AAA171385246}"/>
              </a:ext>
            </a:extLst>
          </p:cNvPr>
          <p:cNvGrpSpPr/>
          <p:nvPr/>
        </p:nvGrpSpPr>
        <p:grpSpPr>
          <a:xfrm>
            <a:off x="1012146" y="960944"/>
            <a:ext cx="4227511" cy="1517403"/>
            <a:chOff x="6484396" y="1081513"/>
            <a:chExt cx="4227511" cy="151740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A2621D1-5454-46B0-B317-653DF874B09F}"/>
                </a:ext>
              </a:extLst>
            </p:cNvPr>
            <p:cNvSpPr txBox="1"/>
            <p:nvPr/>
          </p:nvSpPr>
          <p:spPr>
            <a:xfrm>
              <a:off x="6549030" y="1081513"/>
              <a:ext cx="4162877" cy="15174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4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Noto Sans jp" panose="020B0200000000000000" pitchFamily="34" charset="-128"/>
                  <a:cs typeface="Plus Jakarta Sans" pitchFamily="2" charset="0"/>
                </a:rPr>
                <a:t>Some research </a:t>
              </a:r>
              <a:r>
                <a:rPr lang="en-US" sz="4000" b="1" dirty="0">
                  <a:solidFill>
                    <a:schemeClr val="accent1"/>
                  </a:solidFill>
                  <a:latin typeface="+mj-lt"/>
                  <a:ea typeface="Noto Sans jp" panose="020B0200000000000000" pitchFamily="34" charset="-128"/>
                  <a:cs typeface="Plus Jakarta Sans" pitchFamily="2" charset="0"/>
                </a:rPr>
                <a:t>result</a:t>
              </a:r>
              <a:endParaRPr lang="en-ID" sz="4000" b="1" dirty="0">
                <a:solidFill>
                  <a:schemeClr val="accent1"/>
                </a:solidFill>
                <a:latin typeface="+mj-lt"/>
                <a:ea typeface="Noto Sans jp" panose="020B0200000000000000" pitchFamily="34" charset="-128"/>
                <a:cs typeface="Plus Jakarta Sans" pitchFamily="2" charset="0"/>
              </a:endParaRPr>
            </a:p>
          </p:txBody>
        </p:sp>
        <p:sp>
          <p:nvSpPr>
            <p:cNvPr id="6" name="Rounded Rectangle 21">
              <a:extLst>
                <a:ext uri="{FF2B5EF4-FFF2-40B4-BE49-F238E27FC236}">
                  <a16:creationId xmlns:a16="http://schemas.microsoft.com/office/drawing/2014/main" id="{34F9D53B-C951-4D40-8A3A-FDA0A32D097A}"/>
                </a:ext>
              </a:extLst>
            </p:cNvPr>
            <p:cNvSpPr/>
            <p:nvPr/>
          </p:nvSpPr>
          <p:spPr>
            <a:xfrm>
              <a:off x="6484396" y="1920121"/>
              <a:ext cx="1948768" cy="639102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9130098-9C76-4AB1-8F40-53B4CC608827}"/>
              </a:ext>
            </a:extLst>
          </p:cNvPr>
          <p:cNvSpPr txBox="1"/>
          <p:nvPr/>
        </p:nvSpPr>
        <p:spPr>
          <a:xfrm>
            <a:off x="1144275" y="2778826"/>
            <a:ext cx="4281955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ID" sz="1400" b="0" i="0" dirty="0">
                <a:effectLst/>
              </a:rPr>
              <a:t>Lorem ipsum </a:t>
            </a:r>
            <a:r>
              <a:rPr lang="en-ID" sz="1400" b="0" i="0" dirty="0" err="1">
                <a:effectLst/>
              </a:rPr>
              <a:t>dolor</a:t>
            </a:r>
            <a:r>
              <a:rPr lang="en-ID" sz="1400" b="0" i="0" dirty="0">
                <a:effectLst/>
              </a:rPr>
              <a:t> sit </a:t>
            </a:r>
            <a:r>
              <a:rPr lang="en-ID" sz="1400" b="0" i="0" dirty="0" err="1">
                <a:effectLst/>
              </a:rPr>
              <a:t>amet</a:t>
            </a:r>
            <a:r>
              <a:rPr lang="en-ID" sz="1400" b="0" i="0" dirty="0">
                <a:effectLst/>
              </a:rPr>
              <a:t>, </a:t>
            </a:r>
            <a:r>
              <a:rPr lang="en-ID" sz="1400" b="0" i="0" dirty="0" err="1">
                <a:effectLst/>
              </a:rPr>
              <a:t>consectetur</a:t>
            </a:r>
            <a:r>
              <a:rPr lang="en-ID" sz="1400" b="0" i="0" dirty="0">
                <a:effectLst/>
              </a:rPr>
              <a:t> </a:t>
            </a:r>
            <a:r>
              <a:rPr lang="en-ID" sz="1400" b="0" i="0" dirty="0" err="1">
                <a:effectLst/>
              </a:rPr>
              <a:t>adipiscing</a:t>
            </a:r>
            <a:r>
              <a:rPr lang="en-ID" sz="1400" b="0" i="0" dirty="0">
                <a:effectLst/>
              </a:rPr>
              <a:t> </a:t>
            </a:r>
            <a:r>
              <a:rPr lang="en-ID" sz="1400" b="0" i="0" dirty="0" err="1">
                <a:effectLst/>
              </a:rPr>
              <a:t>elit</a:t>
            </a:r>
            <a:r>
              <a:rPr lang="en-ID" sz="1400" b="0" i="0" dirty="0">
                <a:effectLst/>
              </a:rPr>
              <a:t>. </a:t>
            </a:r>
            <a:r>
              <a:rPr lang="en-ID" sz="1400" b="0" i="0" dirty="0" err="1">
                <a:effectLst/>
              </a:rPr>
              <a:t>Suspendisse</a:t>
            </a:r>
            <a:r>
              <a:rPr lang="en-ID" sz="1400" b="0" i="0" dirty="0">
                <a:effectLst/>
              </a:rPr>
              <a:t> vestibulum, </a:t>
            </a:r>
            <a:r>
              <a:rPr lang="en-ID" sz="1400" b="0" i="0" dirty="0" err="1">
                <a:effectLst/>
              </a:rPr>
              <a:t>leo</a:t>
            </a:r>
            <a:r>
              <a:rPr lang="en-ID" sz="1400" b="0" i="0" dirty="0">
                <a:effectLst/>
              </a:rPr>
              <a:t> </a:t>
            </a:r>
            <a:r>
              <a:rPr lang="en-ID" sz="1400" b="0" i="0" dirty="0" err="1">
                <a:effectLst/>
              </a:rPr>
              <a:t>eu</a:t>
            </a:r>
            <a:endParaRPr lang="en-US" sz="14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13E14B7-E5A0-4005-BE2C-99021E1BDB7D}"/>
              </a:ext>
            </a:extLst>
          </p:cNvPr>
          <p:cNvGrpSpPr/>
          <p:nvPr/>
        </p:nvGrpSpPr>
        <p:grpSpPr>
          <a:xfrm>
            <a:off x="10312018" y="4946994"/>
            <a:ext cx="3319092" cy="3319092"/>
            <a:chOff x="5700456" y="1538424"/>
            <a:chExt cx="2243001" cy="2243001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5F066FB-2CA9-4C15-B863-B6ABA2AA4AA9}"/>
                </a:ext>
              </a:extLst>
            </p:cNvPr>
            <p:cNvSpPr/>
            <p:nvPr/>
          </p:nvSpPr>
          <p:spPr>
            <a:xfrm>
              <a:off x="6751795" y="2589763"/>
              <a:ext cx="140323" cy="140323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EA8FFC4-1F76-4E3A-9C68-82657B0B960E}"/>
                </a:ext>
              </a:extLst>
            </p:cNvPr>
            <p:cNvSpPr/>
            <p:nvPr/>
          </p:nvSpPr>
          <p:spPr>
            <a:xfrm>
              <a:off x="6449271" y="2287239"/>
              <a:ext cx="745371" cy="74537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D56E2A6-3EFD-476E-BB46-DF34DB30188D}"/>
                </a:ext>
              </a:extLst>
            </p:cNvPr>
            <p:cNvSpPr/>
            <p:nvPr/>
          </p:nvSpPr>
          <p:spPr>
            <a:xfrm>
              <a:off x="6071404" y="1909372"/>
              <a:ext cx="1501104" cy="1501104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219B450F-46DC-4588-AA85-CBDBC03FC403}"/>
                </a:ext>
              </a:extLst>
            </p:cNvPr>
            <p:cNvSpPr/>
            <p:nvPr/>
          </p:nvSpPr>
          <p:spPr>
            <a:xfrm>
              <a:off x="5700456" y="1538424"/>
              <a:ext cx="2243001" cy="224300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3DA72AB-6117-46B8-A4DB-E3D00965A212}"/>
              </a:ext>
            </a:extLst>
          </p:cNvPr>
          <p:cNvGrpSpPr/>
          <p:nvPr/>
        </p:nvGrpSpPr>
        <p:grpSpPr>
          <a:xfrm>
            <a:off x="7156437" y="4498441"/>
            <a:ext cx="3704494" cy="1039913"/>
            <a:chOff x="7676523" y="4442364"/>
            <a:chExt cx="3704494" cy="103991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F7F5E2D-8A4B-4518-A068-DA5C944AC80C}"/>
                </a:ext>
              </a:extLst>
            </p:cNvPr>
            <p:cNvSpPr txBox="1"/>
            <p:nvPr/>
          </p:nvSpPr>
          <p:spPr>
            <a:xfrm>
              <a:off x="8434617" y="4564032"/>
              <a:ext cx="2051655" cy="3693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b="1" i="0" dirty="0">
                  <a:solidFill>
                    <a:schemeClr val="accent3"/>
                  </a:solidFill>
                  <a:effectLst/>
                  <a:latin typeface="+mj-lt"/>
                </a:rPr>
                <a:t>Environment</a:t>
              </a:r>
              <a:endParaRPr lang="en-ID" b="1" dirty="0">
                <a:solidFill>
                  <a:schemeClr val="accent3"/>
                </a:solidFill>
                <a:latin typeface="+mj-l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004ACAD-F4C5-4331-9885-31BC2C60E765}"/>
                </a:ext>
              </a:extLst>
            </p:cNvPr>
            <p:cNvSpPr/>
            <p:nvPr/>
          </p:nvSpPr>
          <p:spPr>
            <a:xfrm>
              <a:off x="8434616" y="4929177"/>
              <a:ext cx="2946401" cy="5531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ea typeface="Roboto" panose="02000000000000000000" pitchFamily="2" charset="0"/>
                  <a:cs typeface="Arial" panose="020B0604020202020204" pitchFamily="34" charset="0"/>
                </a:rPr>
                <a:t>Lorem ipsum dolor sit </a:t>
              </a:r>
              <a:r>
                <a:rPr lang="en-US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a typeface="Roboto" panose="02000000000000000000" pitchFamily="2" charset="0"/>
                  <a:cs typeface="Arial" panose="020B0604020202020204" pitchFamily="34" charset="0"/>
                </a:rPr>
                <a:t>amet</a:t>
              </a: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ea typeface="Roboto" panose="02000000000000000000" pitchFamily="2" charset="0"/>
                  <a:cs typeface="Arial" panose="020B0604020202020204" pitchFamily="34" charset="0"/>
                </a:rPr>
                <a:t>, </a:t>
              </a:r>
              <a:r>
                <a:rPr lang="en-US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a typeface="Roboto" panose="02000000000000000000" pitchFamily="2" charset="0"/>
                  <a:cs typeface="Arial" panose="020B0604020202020204" pitchFamily="34" charset="0"/>
                </a:rPr>
                <a:t>consectetur</a:t>
              </a: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US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a typeface="Roboto" panose="02000000000000000000" pitchFamily="2" charset="0"/>
                  <a:cs typeface="Arial" panose="020B0604020202020204" pitchFamily="34" charset="0"/>
                </a:rPr>
                <a:t>adipiscing</a:t>
              </a: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US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a typeface="Roboto" panose="02000000000000000000" pitchFamily="2" charset="0"/>
                  <a:cs typeface="Arial" panose="020B0604020202020204" pitchFamily="34" charset="0"/>
                </a:rPr>
                <a:t>elit</a:t>
              </a:r>
              <a:endPara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" panose="02000000000000000000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9AC132DE-737F-40F4-8AFC-FE43B5FFA815}"/>
                </a:ext>
              </a:extLst>
            </p:cNvPr>
            <p:cNvSpPr/>
            <p:nvPr/>
          </p:nvSpPr>
          <p:spPr>
            <a:xfrm>
              <a:off x="7676523" y="4442364"/>
              <a:ext cx="668941" cy="66894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D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D083DC9F-F4F1-418E-9A53-3EF63E0F87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40833" y="4606674"/>
              <a:ext cx="340320" cy="34032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4992A47-9AA9-47BF-A14B-285EF8D3EE81}"/>
              </a:ext>
            </a:extLst>
          </p:cNvPr>
          <p:cNvGrpSpPr/>
          <p:nvPr/>
        </p:nvGrpSpPr>
        <p:grpSpPr>
          <a:xfrm>
            <a:off x="7156436" y="3236126"/>
            <a:ext cx="3704494" cy="1012967"/>
            <a:chOff x="7676524" y="2811892"/>
            <a:chExt cx="3704494" cy="1012967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B500980-18B5-4C5F-BF18-0244850EA732}"/>
                </a:ext>
              </a:extLst>
            </p:cNvPr>
            <p:cNvSpPr txBox="1"/>
            <p:nvPr/>
          </p:nvSpPr>
          <p:spPr>
            <a:xfrm>
              <a:off x="8434617" y="2888797"/>
              <a:ext cx="2051655" cy="3693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b="1" i="0" dirty="0" err="1">
                  <a:solidFill>
                    <a:schemeClr val="accent2"/>
                  </a:solidFill>
                  <a:effectLst/>
                  <a:latin typeface="+mj-lt"/>
                </a:rPr>
                <a:t>Technologhy</a:t>
              </a:r>
              <a:endParaRPr lang="en-ID" b="1" dirty="0">
                <a:solidFill>
                  <a:schemeClr val="accent2"/>
                </a:solidFill>
                <a:latin typeface="+mj-lt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4BDDF9F-254E-4A19-B7AB-D1BA43C0F9CA}"/>
                </a:ext>
              </a:extLst>
            </p:cNvPr>
            <p:cNvSpPr/>
            <p:nvPr/>
          </p:nvSpPr>
          <p:spPr>
            <a:xfrm>
              <a:off x="8434617" y="3271759"/>
              <a:ext cx="2946401" cy="5531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ea typeface="Roboto" panose="02000000000000000000" pitchFamily="2" charset="0"/>
                  <a:cs typeface="Arial" panose="020B0604020202020204" pitchFamily="34" charset="0"/>
                </a:rPr>
                <a:t>Lorem ipsum dolor sit </a:t>
              </a:r>
              <a:r>
                <a:rPr lang="en-US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a typeface="Roboto" panose="02000000000000000000" pitchFamily="2" charset="0"/>
                  <a:cs typeface="Arial" panose="020B0604020202020204" pitchFamily="34" charset="0"/>
                </a:rPr>
                <a:t>amet</a:t>
              </a: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ea typeface="Roboto" panose="02000000000000000000" pitchFamily="2" charset="0"/>
                  <a:cs typeface="Arial" panose="020B0604020202020204" pitchFamily="34" charset="0"/>
                </a:rPr>
                <a:t>, </a:t>
              </a:r>
              <a:r>
                <a:rPr lang="en-US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a typeface="Roboto" panose="02000000000000000000" pitchFamily="2" charset="0"/>
                  <a:cs typeface="Arial" panose="020B0604020202020204" pitchFamily="34" charset="0"/>
                </a:rPr>
                <a:t>consectetur</a:t>
              </a: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US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a typeface="Roboto" panose="02000000000000000000" pitchFamily="2" charset="0"/>
                  <a:cs typeface="Arial" panose="020B0604020202020204" pitchFamily="34" charset="0"/>
                </a:rPr>
                <a:t>adipiscing</a:t>
              </a: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US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a typeface="Roboto" panose="02000000000000000000" pitchFamily="2" charset="0"/>
                  <a:cs typeface="Arial" panose="020B0604020202020204" pitchFamily="34" charset="0"/>
                </a:rPr>
                <a:t>elit</a:t>
              </a:r>
              <a:endPara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" panose="02000000000000000000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DC69BFC-6328-4C4F-9611-18D6A6F0A4AC}"/>
                </a:ext>
              </a:extLst>
            </p:cNvPr>
            <p:cNvSpPr/>
            <p:nvPr/>
          </p:nvSpPr>
          <p:spPr>
            <a:xfrm>
              <a:off x="7676524" y="2811892"/>
              <a:ext cx="668941" cy="6689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D" dirty="0"/>
            </a:p>
          </p:txBody>
        </p:sp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804B0EF5-89F9-4391-88E7-C6CAE995A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40165" y="2975533"/>
              <a:ext cx="341658" cy="341658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622BBFD-AD6D-40EA-87E9-85AECC0C29BB}"/>
              </a:ext>
            </a:extLst>
          </p:cNvPr>
          <p:cNvGrpSpPr/>
          <p:nvPr/>
        </p:nvGrpSpPr>
        <p:grpSpPr>
          <a:xfrm>
            <a:off x="7156436" y="1911006"/>
            <a:ext cx="3704494" cy="1075772"/>
            <a:chOff x="7676522" y="1181612"/>
            <a:chExt cx="3704494" cy="107577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B76F8EA-3AAA-477D-980C-BF7A26394890}"/>
                </a:ext>
              </a:extLst>
            </p:cNvPr>
            <p:cNvSpPr txBox="1"/>
            <p:nvPr/>
          </p:nvSpPr>
          <p:spPr>
            <a:xfrm>
              <a:off x="8434618" y="1317872"/>
              <a:ext cx="20516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b="1" i="0" dirty="0">
                  <a:solidFill>
                    <a:schemeClr val="accent1"/>
                  </a:solidFill>
                  <a:effectLst/>
                  <a:latin typeface="+mj-lt"/>
                </a:rPr>
                <a:t>Health</a:t>
              </a:r>
              <a:endParaRPr lang="en-ID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40DD0DA-3B32-442C-8610-A4CD586E95BC}"/>
                </a:ext>
              </a:extLst>
            </p:cNvPr>
            <p:cNvSpPr/>
            <p:nvPr/>
          </p:nvSpPr>
          <p:spPr>
            <a:xfrm>
              <a:off x="8434615" y="1704284"/>
              <a:ext cx="2946401" cy="5531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ea typeface="Roboto" panose="02000000000000000000" pitchFamily="2" charset="0"/>
                  <a:cs typeface="Arial" panose="020B0604020202020204" pitchFamily="34" charset="0"/>
                </a:rPr>
                <a:t>Lorem ipsum dolor sit </a:t>
              </a:r>
              <a:r>
                <a:rPr lang="en-US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a typeface="Roboto" panose="02000000000000000000" pitchFamily="2" charset="0"/>
                  <a:cs typeface="Arial" panose="020B0604020202020204" pitchFamily="34" charset="0"/>
                </a:rPr>
                <a:t>amet</a:t>
              </a: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ea typeface="Roboto" panose="02000000000000000000" pitchFamily="2" charset="0"/>
                  <a:cs typeface="Arial" panose="020B0604020202020204" pitchFamily="34" charset="0"/>
                </a:rPr>
                <a:t>, </a:t>
              </a:r>
              <a:r>
                <a:rPr lang="en-US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a typeface="Roboto" panose="02000000000000000000" pitchFamily="2" charset="0"/>
                  <a:cs typeface="Arial" panose="020B0604020202020204" pitchFamily="34" charset="0"/>
                </a:rPr>
                <a:t>consectetur</a:t>
              </a: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US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a typeface="Roboto" panose="02000000000000000000" pitchFamily="2" charset="0"/>
                  <a:cs typeface="Arial" panose="020B0604020202020204" pitchFamily="34" charset="0"/>
                </a:rPr>
                <a:t>adipiscing</a:t>
              </a: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US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a typeface="Roboto" panose="02000000000000000000" pitchFamily="2" charset="0"/>
                  <a:cs typeface="Arial" panose="020B0604020202020204" pitchFamily="34" charset="0"/>
                </a:rPr>
                <a:t>elit</a:t>
              </a:r>
              <a:endPara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" panose="02000000000000000000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C39F29E5-77A6-4E0B-933C-616241046DDC}"/>
                </a:ext>
              </a:extLst>
            </p:cNvPr>
            <p:cNvSpPr/>
            <p:nvPr/>
          </p:nvSpPr>
          <p:spPr>
            <a:xfrm>
              <a:off x="7676522" y="1181612"/>
              <a:ext cx="668941" cy="66894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D" dirty="0"/>
            </a:p>
          </p:txBody>
        </p:sp>
        <p:pic>
          <p:nvPicPr>
            <p:cNvPr id="52" name="Graphic 51">
              <a:extLst>
                <a:ext uri="{FF2B5EF4-FFF2-40B4-BE49-F238E27FC236}">
                  <a16:creationId xmlns:a16="http://schemas.microsoft.com/office/drawing/2014/main" id="{DDCBF85B-C199-47FB-AE4D-79E78A141C6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875196" y="1380286"/>
              <a:ext cx="271592" cy="271592"/>
            </a:xfrm>
            <a:prstGeom prst="rect">
              <a:avLst/>
            </a:prstGeom>
          </p:spPr>
        </p:pic>
      </p:grp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79403C-58C7-4238-83B3-984FF5A3182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119727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08F3A41-0FFB-402D-B2A4-0F0DD77E8A5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660E154-2CDF-4CA8-B345-4911F4A15669}"/>
              </a:ext>
            </a:extLst>
          </p:cNvPr>
          <p:cNvSpPr/>
          <p:nvPr/>
        </p:nvSpPr>
        <p:spPr>
          <a:xfrm>
            <a:off x="7401499" y="3637908"/>
            <a:ext cx="2748217" cy="2452371"/>
          </a:xfrm>
          <a:prstGeom prst="roundRect">
            <a:avLst>
              <a:gd name="adj" fmla="val 7745"/>
            </a:avLst>
          </a:prstGeom>
          <a:solidFill>
            <a:schemeClr val="bg1"/>
          </a:solidFill>
          <a:ln>
            <a:noFill/>
          </a:ln>
          <a:effectLst>
            <a:outerShdw blurRad="571500" dist="50800" dir="5400000" algn="ctr" rotWithShape="0">
              <a:srgbClr val="000000">
                <a:alpha val="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D17CBFB-34F5-4BC9-857D-E57B4D45983E}"/>
              </a:ext>
            </a:extLst>
          </p:cNvPr>
          <p:cNvGrpSpPr/>
          <p:nvPr/>
        </p:nvGrpSpPr>
        <p:grpSpPr>
          <a:xfrm>
            <a:off x="9581117" y="3295112"/>
            <a:ext cx="758620" cy="758620"/>
            <a:chOff x="10320724" y="2301504"/>
            <a:chExt cx="946155" cy="946155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E8FD8EC-6CB2-449E-9CF1-F3F95DA3C18C}"/>
                </a:ext>
              </a:extLst>
            </p:cNvPr>
            <p:cNvSpPr/>
            <p:nvPr/>
          </p:nvSpPr>
          <p:spPr>
            <a:xfrm>
              <a:off x="10320724" y="2301504"/>
              <a:ext cx="946155" cy="94615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906C178-677B-4F27-B1CA-3767CA643858}"/>
                </a:ext>
              </a:extLst>
            </p:cNvPr>
            <p:cNvSpPr/>
            <p:nvPr/>
          </p:nvSpPr>
          <p:spPr>
            <a:xfrm>
              <a:off x="10620752" y="2575748"/>
              <a:ext cx="346101" cy="397668"/>
            </a:xfrm>
            <a:custGeom>
              <a:avLst/>
              <a:gdLst>
                <a:gd name="connsiteX0" fmla="*/ 1979978 w 4244387"/>
                <a:gd name="connsiteY0" fmla="*/ 1573390 h 4876803"/>
                <a:gd name="connsiteX1" fmla="*/ 2264423 w 4244387"/>
                <a:gd name="connsiteY1" fmla="*/ 1573390 h 4876803"/>
                <a:gd name="connsiteX2" fmla="*/ 2449093 w 4244387"/>
                <a:gd name="connsiteY2" fmla="*/ 1757175 h 4876803"/>
                <a:gd name="connsiteX3" fmla="*/ 2449093 w 4244387"/>
                <a:gd name="connsiteY3" fmla="*/ 2072614 h 4876803"/>
                <a:gd name="connsiteX4" fmla="*/ 2491041 w 4244387"/>
                <a:gd name="connsiteY4" fmla="*/ 2113686 h 4876803"/>
                <a:gd name="connsiteX5" fmla="*/ 2808948 w 4244387"/>
                <a:gd name="connsiteY5" fmla="*/ 2113686 h 4876803"/>
                <a:gd name="connsiteX6" fmla="*/ 2993619 w 4244387"/>
                <a:gd name="connsiteY6" fmla="*/ 2297481 h 4876803"/>
                <a:gd name="connsiteX7" fmla="*/ 2993619 w 4244387"/>
                <a:gd name="connsiteY7" fmla="*/ 2579706 h 4876803"/>
                <a:gd name="connsiteX8" fmla="*/ 2808948 w 4244387"/>
                <a:gd name="connsiteY8" fmla="*/ 2763491 h 4876803"/>
                <a:gd name="connsiteX9" fmla="*/ 2491041 w 4244387"/>
                <a:gd name="connsiteY9" fmla="*/ 2763491 h 4876803"/>
                <a:gd name="connsiteX10" fmla="*/ 2449093 w 4244387"/>
                <a:gd name="connsiteY10" fmla="*/ 2804572 h 4876803"/>
                <a:gd name="connsiteX11" fmla="*/ 2449093 w 4244387"/>
                <a:gd name="connsiteY11" fmla="*/ 3120002 h 4876803"/>
                <a:gd name="connsiteX12" fmla="*/ 2264423 w 4244387"/>
                <a:gd name="connsiteY12" fmla="*/ 3303797 h 4876803"/>
                <a:gd name="connsiteX13" fmla="*/ 1979978 w 4244387"/>
                <a:gd name="connsiteY13" fmla="*/ 3303797 h 4876803"/>
                <a:gd name="connsiteX14" fmla="*/ 1795307 w 4244387"/>
                <a:gd name="connsiteY14" fmla="*/ 3120022 h 4876803"/>
                <a:gd name="connsiteX15" fmla="*/ 1795307 w 4244387"/>
                <a:gd name="connsiteY15" fmla="*/ 2804592 h 4876803"/>
                <a:gd name="connsiteX16" fmla="*/ 1753359 w 4244387"/>
                <a:gd name="connsiteY16" fmla="*/ 2763510 h 4876803"/>
                <a:gd name="connsiteX17" fmla="*/ 1681997 w 4244387"/>
                <a:gd name="connsiteY17" fmla="*/ 2692149 h 4876803"/>
                <a:gd name="connsiteX18" fmla="*/ 1753359 w 4244387"/>
                <a:gd name="connsiteY18" fmla="*/ 2620788 h 4876803"/>
                <a:gd name="connsiteX19" fmla="*/ 1938029 w 4244387"/>
                <a:gd name="connsiteY19" fmla="*/ 2804582 h 4876803"/>
                <a:gd name="connsiteX20" fmla="*/ 1938029 w 4244387"/>
                <a:gd name="connsiteY20" fmla="*/ 3120012 h 4876803"/>
                <a:gd name="connsiteX21" fmla="*/ 1979978 w 4244387"/>
                <a:gd name="connsiteY21" fmla="*/ 3161093 h 4876803"/>
                <a:gd name="connsiteX22" fmla="*/ 2264423 w 4244387"/>
                <a:gd name="connsiteY22" fmla="*/ 3161093 h 4876803"/>
                <a:gd name="connsiteX23" fmla="*/ 2306371 w 4244387"/>
                <a:gd name="connsiteY23" fmla="*/ 3120012 h 4876803"/>
                <a:gd name="connsiteX24" fmla="*/ 2306371 w 4244387"/>
                <a:gd name="connsiteY24" fmla="*/ 2804582 h 4876803"/>
                <a:gd name="connsiteX25" fmla="*/ 2491032 w 4244387"/>
                <a:gd name="connsiteY25" fmla="*/ 2620788 h 4876803"/>
                <a:gd name="connsiteX26" fmla="*/ 2808938 w 4244387"/>
                <a:gd name="connsiteY26" fmla="*/ 2620788 h 4876803"/>
                <a:gd name="connsiteX27" fmla="*/ 2850896 w 4244387"/>
                <a:gd name="connsiteY27" fmla="*/ 2579716 h 4876803"/>
                <a:gd name="connsiteX28" fmla="*/ 2850896 w 4244387"/>
                <a:gd name="connsiteY28" fmla="*/ 2297490 h 4876803"/>
                <a:gd name="connsiteX29" fmla="*/ 2808938 w 4244387"/>
                <a:gd name="connsiteY29" fmla="*/ 2256409 h 4876803"/>
                <a:gd name="connsiteX30" fmla="*/ 2491032 w 4244387"/>
                <a:gd name="connsiteY30" fmla="*/ 2256409 h 4876803"/>
                <a:gd name="connsiteX31" fmla="*/ 2306371 w 4244387"/>
                <a:gd name="connsiteY31" fmla="*/ 2072624 h 4876803"/>
                <a:gd name="connsiteX32" fmla="*/ 2306371 w 4244387"/>
                <a:gd name="connsiteY32" fmla="*/ 1757184 h 4876803"/>
                <a:gd name="connsiteX33" fmla="*/ 2264423 w 4244387"/>
                <a:gd name="connsiteY33" fmla="*/ 1716113 h 4876803"/>
                <a:gd name="connsiteX34" fmla="*/ 1979978 w 4244387"/>
                <a:gd name="connsiteY34" fmla="*/ 1716113 h 4876803"/>
                <a:gd name="connsiteX35" fmla="*/ 1938029 w 4244387"/>
                <a:gd name="connsiteY35" fmla="*/ 1757184 h 4876803"/>
                <a:gd name="connsiteX36" fmla="*/ 1938029 w 4244387"/>
                <a:gd name="connsiteY36" fmla="*/ 2072624 h 4876803"/>
                <a:gd name="connsiteX37" fmla="*/ 1753359 w 4244387"/>
                <a:gd name="connsiteY37" fmla="*/ 2256409 h 4876803"/>
                <a:gd name="connsiteX38" fmla="*/ 1435443 w 4244387"/>
                <a:gd name="connsiteY38" fmla="*/ 2256409 h 4876803"/>
                <a:gd name="connsiteX39" fmla="*/ 1393495 w 4244387"/>
                <a:gd name="connsiteY39" fmla="*/ 2297490 h 4876803"/>
                <a:gd name="connsiteX40" fmla="*/ 1393495 w 4244387"/>
                <a:gd name="connsiteY40" fmla="*/ 2579716 h 4876803"/>
                <a:gd name="connsiteX41" fmla="*/ 1429775 w 4244387"/>
                <a:gd name="connsiteY41" fmla="*/ 2620416 h 4876803"/>
                <a:gd name="connsiteX42" fmla="*/ 1491326 w 4244387"/>
                <a:gd name="connsiteY42" fmla="*/ 2700388 h 4876803"/>
                <a:gd name="connsiteX43" fmla="*/ 1411354 w 4244387"/>
                <a:gd name="connsiteY43" fmla="*/ 2761939 h 4876803"/>
                <a:gd name="connsiteX44" fmla="*/ 1250772 w 4244387"/>
                <a:gd name="connsiteY44" fmla="*/ 2579706 h 4876803"/>
                <a:gd name="connsiteX45" fmla="*/ 1250772 w 4244387"/>
                <a:gd name="connsiteY45" fmla="*/ 2297481 h 4876803"/>
                <a:gd name="connsiteX46" fmla="*/ 1435443 w 4244387"/>
                <a:gd name="connsiteY46" fmla="*/ 2113686 h 4876803"/>
                <a:gd name="connsiteX47" fmla="*/ 1753359 w 4244387"/>
                <a:gd name="connsiteY47" fmla="*/ 2113686 h 4876803"/>
                <a:gd name="connsiteX48" fmla="*/ 1795307 w 4244387"/>
                <a:gd name="connsiteY48" fmla="*/ 2072614 h 4876803"/>
                <a:gd name="connsiteX49" fmla="*/ 1795307 w 4244387"/>
                <a:gd name="connsiteY49" fmla="*/ 1757175 h 4876803"/>
                <a:gd name="connsiteX50" fmla="*/ 1979978 w 4244387"/>
                <a:gd name="connsiteY50" fmla="*/ 1573390 h 4876803"/>
                <a:gd name="connsiteX51" fmla="*/ 2122200 w 4244387"/>
                <a:gd name="connsiteY51" fmla="*/ 493545 h 4876803"/>
                <a:gd name="connsiteX52" fmla="*/ 2219160 w 4244387"/>
                <a:gd name="connsiteY52" fmla="*/ 512676 h 4876803"/>
                <a:gd name="connsiteX53" fmla="*/ 2650633 w 4244387"/>
                <a:gd name="connsiteY53" fmla="*/ 688765 h 4876803"/>
                <a:gd name="connsiteX54" fmla="*/ 2689742 w 4244387"/>
                <a:gd name="connsiteY54" fmla="*/ 781795 h 4876803"/>
                <a:gd name="connsiteX55" fmla="*/ 2596712 w 4244387"/>
                <a:gd name="connsiteY55" fmla="*/ 820905 h 4876803"/>
                <a:gd name="connsiteX56" fmla="*/ 2165248 w 4244387"/>
                <a:gd name="connsiteY56" fmla="*/ 644816 h 4876803"/>
                <a:gd name="connsiteX57" fmla="*/ 2079171 w 4244387"/>
                <a:gd name="connsiteY57" fmla="*/ 644816 h 4876803"/>
                <a:gd name="connsiteX58" fmla="*/ 642553 w 4244387"/>
                <a:gd name="connsiteY58" fmla="*/ 1231109 h 4876803"/>
                <a:gd name="connsiteX59" fmla="*/ 575145 w 4244387"/>
                <a:gd name="connsiteY59" fmla="*/ 1315957 h 4876803"/>
                <a:gd name="connsiteX60" fmla="*/ 671633 w 4244387"/>
                <a:gd name="connsiteY60" fmla="*/ 2581268 h 4876803"/>
                <a:gd name="connsiteX61" fmla="*/ 2067788 w 4244387"/>
                <a:gd name="connsiteY61" fmla="*/ 4226912 h 4876803"/>
                <a:gd name="connsiteX62" fmla="*/ 2176640 w 4244387"/>
                <a:gd name="connsiteY62" fmla="*/ 4226912 h 4876803"/>
                <a:gd name="connsiteX63" fmla="*/ 3572786 w 4244387"/>
                <a:gd name="connsiteY63" fmla="*/ 2581268 h 4876803"/>
                <a:gd name="connsiteX64" fmla="*/ 3669255 w 4244387"/>
                <a:gd name="connsiteY64" fmla="*/ 1315957 h 4876803"/>
                <a:gd name="connsiteX65" fmla="*/ 3601857 w 4244387"/>
                <a:gd name="connsiteY65" fmla="*/ 1231109 h 4876803"/>
                <a:gd name="connsiteX66" fmla="*/ 2902750 w 4244387"/>
                <a:gd name="connsiteY66" fmla="*/ 945797 h 4876803"/>
                <a:gd name="connsiteX67" fmla="*/ 2863641 w 4244387"/>
                <a:gd name="connsiteY67" fmla="*/ 852766 h 4876803"/>
                <a:gd name="connsiteX68" fmla="*/ 2956671 w 4244387"/>
                <a:gd name="connsiteY68" fmla="*/ 813656 h 4876803"/>
                <a:gd name="connsiteX69" fmla="*/ 3655778 w 4244387"/>
                <a:gd name="connsiteY69" fmla="*/ 1098968 h 4876803"/>
                <a:gd name="connsiteX70" fmla="*/ 3810368 w 4244387"/>
                <a:gd name="connsiteY70" fmla="*/ 1294678 h 4876803"/>
                <a:gd name="connsiteX71" fmla="*/ 3709241 w 4244387"/>
                <a:gd name="connsiteY71" fmla="*/ 2623045 h 4876803"/>
                <a:gd name="connsiteX72" fmla="*/ 3236944 w 4244387"/>
                <a:gd name="connsiteY72" fmla="*/ 3529082 h 4876803"/>
                <a:gd name="connsiteX73" fmla="*/ 2245449 w 4244387"/>
                <a:gd name="connsiteY73" fmla="*/ 4351927 h 4876803"/>
                <a:gd name="connsiteX74" fmla="*/ 2122205 w 4244387"/>
                <a:gd name="connsiteY74" fmla="*/ 4383312 h 4876803"/>
                <a:gd name="connsiteX75" fmla="*/ 1998961 w 4244387"/>
                <a:gd name="connsiteY75" fmla="*/ 4351927 h 4876803"/>
                <a:gd name="connsiteX76" fmla="*/ 1007466 w 4244387"/>
                <a:gd name="connsiteY76" fmla="*/ 3529082 h 4876803"/>
                <a:gd name="connsiteX77" fmla="*/ 535159 w 4244387"/>
                <a:gd name="connsiteY77" fmla="*/ 2623045 h 4876803"/>
                <a:gd name="connsiteX78" fmla="*/ 434022 w 4244387"/>
                <a:gd name="connsiteY78" fmla="*/ 1294678 h 4876803"/>
                <a:gd name="connsiteX79" fmla="*/ 588623 w 4244387"/>
                <a:gd name="connsiteY79" fmla="*/ 1098968 h 4876803"/>
                <a:gd name="connsiteX80" fmla="*/ 2025240 w 4244387"/>
                <a:gd name="connsiteY80" fmla="*/ 512676 h 4876803"/>
                <a:gd name="connsiteX81" fmla="*/ 2122200 w 4244387"/>
                <a:gd name="connsiteY81" fmla="*/ 493545 h 4876803"/>
                <a:gd name="connsiteX82" fmla="*/ 2122206 w 4244387"/>
                <a:gd name="connsiteY82" fmla="*/ 142782 h 4876803"/>
                <a:gd name="connsiteX83" fmla="*/ 2062350 w 4244387"/>
                <a:gd name="connsiteY83" fmla="*/ 154774 h 4876803"/>
                <a:gd name="connsiteX84" fmla="*/ 273670 w 4244387"/>
                <a:gd name="connsiteY84" fmla="*/ 895505 h 4876803"/>
                <a:gd name="connsiteX85" fmla="*/ 178743 w 4244387"/>
                <a:gd name="connsiteY85" fmla="*/ 1017291 h 4876803"/>
                <a:gd name="connsiteX86" fmla="*/ 299492 w 4244387"/>
                <a:gd name="connsiteY86" fmla="*/ 2624626 h 4876803"/>
                <a:gd name="connsiteX87" fmla="*/ 2046405 w 4244387"/>
                <a:gd name="connsiteY87" fmla="*/ 4714640 h 4876803"/>
                <a:gd name="connsiteX88" fmla="*/ 2198015 w 4244387"/>
                <a:gd name="connsiteY88" fmla="*/ 4714640 h 4876803"/>
                <a:gd name="connsiteX89" fmla="*/ 3944909 w 4244387"/>
                <a:gd name="connsiteY89" fmla="*/ 2624626 h 4876803"/>
                <a:gd name="connsiteX90" fmla="*/ 4065648 w 4244387"/>
                <a:gd name="connsiteY90" fmla="*/ 1017291 h 4876803"/>
                <a:gd name="connsiteX91" fmla="*/ 3970741 w 4244387"/>
                <a:gd name="connsiteY91" fmla="*/ 895505 h 4876803"/>
                <a:gd name="connsiteX92" fmla="*/ 2182061 w 4244387"/>
                <a:gd name="connsiteY92" fmla="*/ 154774 h 4876803"/>
                <a:gd name="connsiteX93" fmla="*/ 2122206 w 4244387"/>
                <a:gd name="connsiteY93" fmla="*/ 142782 h 4876803"/>
                <a:gd name="connsiteX94" fmla="*/ 2122196 w 4244387"/>
                <a:gd name="connsiteY94" fmla="*/ 0 h 4876803"/>
                <a:gd name="connsiteX95" fmla="*/ 2236648 w 4244387"/>
                <a:gd name="connsiteY95" fmla="*/ 22910 h 4876803"/>
                <a:gd name="connsiteX96" fmla="*/ 4025329 w 4244387"/>
                <a:gd name="connsiteY96" fmla="*/ 763641 h 4876803"/>
                <a:gd name="connsiteX97" fmla="*/ 4206819 w 4244387"/>
                <a:gd name="connsiteY97" fmla="*/ 996317 h 4876803"/>
                <a:gd name="connsiteX98" fmla="*/ 4081527 w 4244387"/>
                <a:gd name="connsiteY98" fmla="*/ 2665850 h 4876803"/>
                <a:gd name="connsiteX99" fmla="*/ 3496673 w 4244387"/>
                <a:gd name="connsiteY99" fmla="*/ 3804316 h 4876803"/>
                <a:gd name="connsiteX100" fmla="*/ 2267595 w 4244387"/>
                <a:gd name="connsiteY100" fmla="*/ 4839236 h 4876803"/>
                <a:gd name="connsiteX101" fmla="*/ 2122196 w 4244387"/>
                <a:gd name="connsiteY101" fmla="*/ 4876803 h 4876803"/>
                <a:gd name="connsiteX102" fmla="*/ 1976797 w 4244387"/>
                <a:gd name="connsiteY102" fmla="*/ 4839246 h 4876803"/>
                <a:gd name="connsiteX103" fmla="*/ 747719 w 4244387"/>
                <a:gd name="connsiteY103" fmla="*/ 3804326 h 4876803"/>
                <a:gd name="connsiteX104" fmla="*/ 162856 w 4244387"/>
                <a:gd name="connsiteY104" fmla="*/ 2665860 h 4876803"/>
                <a:gd name="connsiteX105" fmla="*/ 37573 w 4244387"/>
                <a:gd name="connsiteY105" fmla="*/ 996317 h 4876803"/>
                <a:gd name="connsiteX106" fmla="*/ 219063 w 4244387"/>
                <a:gd name="connsiteY106" fmla="*/ 763641 h 4876803"/>
                <a:gd name="connsiteX107" fmla="*/ 2007743 w 4244387"/>
                <a:gd name="connsiteY107" fmla="*/ 22910 h 4876803"/>
                <a:gd name="connsiteX108" fmla="*/ 2122196 w 4244387"/>
                <a:gd name="connsiteY108" fmla="*/ 0 h 4876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4244387" h="4876803">
                  <a:moveTo>
                    <a:pt x="1979978" y="1573390"/>
                  </a:moveTo>
                  <a:lnTo>
                    <a:pt x="2264423" y="1573390"/>
                  </a:lnTo>
                  <a:cubicBezTo>
                    <a:pt x="2366254" y="1573390"/>
                    <a:pt x="2449093" y="1655838"/>
                    <a:pt x="2449093" y="1757175"/>
                  </a:cubicBezTo>
                  <a:lnTo>
                    <a:pt x="2449093" y="2072614"/>
                  </a:lnTo>
                  <a:cubicBezTo>
                    <a:pt x="2449093" y="2095265"/>
                    <a:pt x="2467905" y="2113686"/>
                    <a:pt x="2491041" y="2113686"/>
                  </a:cubicBezTo>
                  <a:lnTo>
                    <a:pt x="2808948" y="2113686"/>
                  </a:lnTo>
                  <a:cubicBezTo>
                    <a:pt x="2910779" y="2113686"/>
                    <a:pt x="2993619" y="2196135"/>
                    <a:pt x="2993619" y="2297481"/>
                  </a:cubicBezTo>
                  <a:lnTo>
                    <a:pt x="2993619" y="2579706"/>
                  </a:lnTo>
                  <a:cubicBezTo>
                    <a:pt x="2993619" y="2681043"/>
                    <a:pt x="2910779" y="2763491"/>
                    <a:pt x="2808948" y="2763491"/>
                  </a:cubicBezTo>
                  <a:lnTo>
                    <a:pt x="2491041" y="2763491"/>
                  </a:lnTo>
                  <a:cubicBezTo>
                    <a:pt x="2467905" y="2763491"/>
                    <a:pt x="2449093" y="2781922"/>
                    <a:pt x="2449093" y="2804572"/>
                  </a:cubicBezTo>
                  <a:lnTo>
                    <a:pt x="2449093" y="3120002"/>
                  </a:lnTo>
                  <a:cubicBezTo>
                    <a:pt x="2449093" y="3221348"/>
                    <a:pt x="2366245" y="3303797"/>
                    <a:pt x="2264423" y="3303797"/>
                  </a:cubicBezTo>
                  <a:lnTo>
                    <a:pt x="1979978" y="3303797"/>
                  </a:lnTo>
                  <a:cubicBezTo>
                    <a:pt x="1878155" y="3303797"/>
                    <a:pt x="1795316" y="3221348"/>
                    <a:pt x="1795307" y="3120022"/>
                  </a:cubicBezTo>
                  <a:lnTo>
                    <a:pt x="1795307" y="2804592"/>
                  </a:lnTo>
                  <a:cubicBezTo>
                    <a:pt x="1795307" y="2781932"/>
                    <a:pt x="1776485" y="2763510"/>
                    <a:pt x="1753359" y="2763510"/>
                  </a:cubicBezTo>
                  <a:cubicBezTo>
                    <a:pt x="1713944" y="2763510"/>
                    <a:pt x="1681997" y="2731564"/>
                    <a:pt x="1681997" y="2692149"/>
                  </a:cubicBezTo>
                  <a:cubicBezTo>
                    <a:pt x="1681997" y="2652735"/>
                    <a:pt x="1713944" y="2620788"/>
                    <a:pt x="1753359" y="2620788"/>
                  </a:cubicBezTo>
                  <a:cubicBezTo>
                    <a:pt x="1855191" y="2620788"/>
                    <a:pt x="1938029" y="2703246"/>
                    <a:pt x="1938029" y="2804582"/>
                  </a:cubicBezTo>
                  <a:lnTo>
                    <a:pt x="1938029" y="3120012"/>
                  </a:lnTo>
                  <a:cubicBezTo>
                    <a:pt x="1938029" y="3142672"/>
                    <a:pt x="1956851" y="3161093"/>
                    <a:pt x="1979978" y="3161093"/>
                  </a:cubicBezTo>
                  <a:lnTo>
                    <a:pt x="2264423" y="3161093"/>
                  </a:lnTo>
                  <a:cubicBezTo>
                    <a:pt x="2287559" y="3161093"/>
                    <a:pt x="2306371" y="3142662"/>
                    <a:pt x="2306371" y="3120012"/>
                  </a:cubicBezTo>
                  <a:lnTo>
                    <a:pt x="2306371" y="2804582"/>
                  </a:lnTo>
                  <a:cubicBezTo>
                    <a:pt x="2306371" y="2703236"/>
                    <a:pt x="2389210" y="2620788"/>
                    <a:pt x="2491032" y="2620788"/>
                  </a:cubicBezTo>
                  <a:lnTo>
                    <a:pt x="2808938" y="2620788"/>
                  </a:lnTo>
                  <a:cubicBezTo>
                    <a:pt x="2832075" y="2620788"/>
                    <a:pt x="2850896" y="2602357"/>
                    <a:pt x="2850896" y="2579716"/>
                  </a:cubicBezTo>
                  <a:lnTo>
                    <a:pt x="2850896" y="2297490"/>
                  </a:lnTo>
                  <a:cubicBezTo>
                    <a:pt x="2850896" y="2274830"/>
                    <a:pt x="2832075" y="2256409"/>
                    <a:pt x="2808938" y="2256409"/>
                  </a:cubicBezTo>
                  <a:lnTo>
                    <a:pt x="2491032" y="2256409"/>
                  </a:lnTo>
                  <a:cubicBezTo>
                    <a:pt x="2389210" y="2256409"/>
                    <a:pt x="2306371" y="2173960"/>
                    <a:pt x="2306371" y="2072624"/>
                  </a:cubicBezTo>
                  <a:lnTo>
                    <a:pt x="2306371" y="1757184"/>
                  </a:lnTo>
                  <a:cubicBezTo>
                    <a:pt x="2306371" y="1734534"/>
                    <a:pt x="2287559" y="1716113"/>
                    <a:pt x="2264423" y="1716113"/>
                  </a:cubicBezTo>
                  <a:lnTo>
                    <a:pt x="1979978" y="1716113"/>
                  </a:lnTo>
                  <a:cubicBezTo>
                    <a:pt x="1956851" y="1716113"/>
                    <a:pt x="1938029" y="1734544"/>
                    <a:pt x="1938029" y="1757184"/>
                  </a:cubicBezTo>
                  <a:lnTo>
                    <a:pt x="1938029" y="2072624"/>
                  </a:lnTo>
                  <a:cubicBezTo>
                    <a:pt x="1938029" y="2173960"/>
                    <a:pt x="1855181" y="2256409"/>
                    <a:pt x="1753359" y="2256409"/>
                  </a:cubicBezTo>
                  <a:lnTo>
                    <a:pt x="1435443" y="2256409"/>
                  </a:lnTo>
                  <a:cubicBezTo>
                    <a:pt x="1412316" y="2256409"/>
                    <a:pt x="1393495" y="2274840"/>
                    <a:pt x="1393495" y="2297490"/>
                  </a:cubicBezTo>
                  <a:lnTo>
                    <a:pt x="1393495" y="2579716"/>
                  </a:lnTo>
                  <a:cubicBezTo>
                    <a:pt x="1393495" y="2600223"/>
                    <a:pt x="1409097" y="2617720"/>
                    <a:pt x="1429775" y="2620416"/>
                  </a:cubicBezTo>
                  <a:cubicBezTo>
                    <a:pt x="1468847" y="2625512"/>
                    <a:pt x="1496412" y="2661307"/>
                    <a:pt x="1491326" y="2700388"/>
                  </a:cubicBezTo>
                  <a:cubicBezTo>
                    <a:pt x="1486230" y="2739460"/>
                    <a:pt x="1450454" y="2767082"/>
                    <a:pt x="1411354" y="2761939"/>
                  </a:cubicBezTo>
                  <a:cubicBezTo>
                    <a:pt x="1319809" y="2750023"/>
                    <a:pt x="1250772" y="2671680"/>
                    <a:pt x="1250772" y="2579706"/>
                  </a:cubicBezTo>
                  <a:lnTo>
                    <a:pt x="1250772" y="2297481"/>
                  </a:lnTo>
                  <a:cubicBezTo>
                    <a:pt x="1250772" y="2196135"/>
                    <a:pt x="1333621" y="2113686"/>
                    <a:pt x="1435443" y="2113686"/>
                  </a:cubicBezTo>
                  <a:lnTo>
                    <a:pt x="1753359" y="2113686"/>
                  </a:lnTo>
                  <a:cubicBezTo>
                    <a:pt x="1776485" y="2113686"/>
                    <a:pt x="1795307" y="2095255"/>
                    <a:pt x="1795307" y="2072614"/>
                  </a:cubicBezTo>
                  <a:lnTo>
                    <a:pt x="1795307" y="1757175"/>
                  </a:lnTo>
                  <a:cubicBezTo>
                    <a:pt x="1795307" y="1655829"/>
                    <a:pt x="1878155" y="1573390"/>
                    <a:pt x="1979978" y="1573390"/>
                  </a:cubicBezTo>
                  <a:close/>
                  <a:moveTo>
                    <a:pt x="2122200" y="493545"/>
                  </a:moveTo>
                  <a:cubicBezTo>
                    <a:pt x="2155047" y="493543"/>
                    <a:pt x="2187894" y="499917"/>
                    <a:pt x="2219160" y="512676"/>
                  </a:cubicBezTo>
                  <a:lnTo>
                    <a:pt x="2650633" y="688765"/>
                  </a:lnTo>
                  <a:cubicBezTo>
                    <a:pt x="2687123" y="703652"/>
                    <a:pt x="2704630" y="745305"/>
                    <a:pt x="2689742" y="781795"/>
                  </a:cubicBezTo>
                  <a:cubicBezTo>
                    <a:pt x="2674865" y="818276"/>
                    <a:pt x="2633212" y="835783"/>
                    <a:pt x="2596712" y="820905"/>
                  </a:cubicBezTo>
                  <a:lnTo>
                    <a:pt x="2165248" y="644816"/>
                  </a:lnTo>
                  <a:cubicBezTo>
                    <a:pt x="2137902" y="633643"/>
                    <a:pt x="2106508" y="633653"/>
                    <a:pt x="2079171" y="644816"/>
                  </a:cubicBezTo>
                  <a:lnTo>
                    <a:pt x="642553" y="1231109"/>
                  </a:lnTo>
                  <a:cubicBezTo>
                    <a:pt x="606653" y="1245749"/>
                    <a:pt x="580831" y="1278257"/>
                    <a:pt x="575145" y="1315957"/>
                  </a:cubicBezTo>
                  <a:cubicBezTo>
                    <a:pt x="546275" y="1507372"/>
                    <a:pt x="497888" y="2013826"/>
                    <a:pt x="671633" y="2581268"/>
                  </a:cubicBezTo>
                  <a:cubicBezTo>
                    <a:pt x="885936" y="3281260"/>
                    <a:pt x="1355671" y="3834929"/>
                    <a:pt x="2067788" y="4226912"/>
                  </a:cubicBezTo>
                  <a:cubicBezTo>
                    <a:pt x="2101355" y="4245381"/>
                    <a:pt x="2143074" y="4245381"/>
                    <a:pt x="2176640" y="4226912"/>
                  </a:cubicBezTo>
                  <a:cubicBezTo>
                    <a:pt x="2888748" y="3834929"/>
                    <a:pt x="3358483" y="3281251"/>
                    <a:pt x="3572786" y="2581268"/>
                  </a:cubicBezTo>
                  <a:cubicBezTo>
                    <a:pt x="3746513" y="2013816"/>
                    <a:pt x="3698126" y="1507362"/>
                    <a:pt x="3669255" y="1315957"/>
                  </a:cubicBezTo>
                  <a:cubicBezTo>
                    <a:pt x="3663569" y="1278267"/>
                    <a:pt x="3637747" y="1245749"/>
                    <a:pt x="3601857" y="1231109"/>
                  </a:cubicBezTo>
                  <a:lnTo>
                    <a:pt x="2902750" y="945797"/>
                  </a:lnTo>
                  <a:cubicBezTo>
                    <a:pt x="2866260" y="930909"/>
                    <a:pt x="2848762" y="889256"/>
                    <a:pt x="2863641" y="852766"/>
                  </a:cubicBezTo>
                  <a:cubicBezTo>
                    <a:pt x="2878518" y="816276"/>
                    <a:pt x="2920162" y="798778"/>
                    <a:pt x="2956671" y="813656"/>
                  </a:cubicBezTo>
                  <a:lnTo>
                    <a:pt x="3655778" y="1098968"/>
                  </a:lnTo>
                  <a:cubicBezTo>
                    <a:pt x="3737988" y="1132515"/>
                    <a:pt x="3797224" y="1207506"/>
                    <a:pt x="3810368" y="1294678"/>
                  </a:cubicBezTo>
                  <a:cubicBezTo>
                    <a:pt x="3840696" y="1495713"/>
                    <a:pt x="3891540" y="2027608"/>
                    <a:pt x="3709241" y="2623045"/>
                  </a:cubicBezTo>
                  <a:cubicBezTo>
                    <a:pt x="3607829" y="2954286"/>
                    <a:pt x="3448923" y="3259133"/>
                    <a:pt x="3236944" y="3529082"/>
                  </a:cubicBezTo>
                  <a:cubicBezTo>
                    <a:pt x="2982646" y="3852922"/>
                    <a:pt x="2649061" y="4129776"/>
                    <a:pt x="2245449" y="4351927"/>
                  </a:cubicBezTo>
                  <a:cubicBezTo>
                    <a:pt x="2207444" y="4372854"/>
                    <a:pt x="2164820" y="4383303"/>
                    <a:pt x="2122205" y="4383312"/>
                  </a:cubicBezTo>
                  <a:cubicBezTo>
                    <a:pt x="2079580" y="4383312"/>
                    <a:pt x="2036975" y="4372854"/>
                    <a:pt x="1998961" y="4351927"/>
                  </a:cubicBezTo>
                  <a:cubicBezTo>
                    <a:pt x="1595358" y="4129766"/>
                    <a:pt x="1261774" y="3852922"/>
                    <a:pt x="1007466" y="3529082"/>
                  </a:cubicBezTo>
                  <a:cubicBezTo>
                    <a:pt x="795477" y="3259133"/>
                    <a:pt x="636571" y="2954295"/>
                    <a:pt x="535159" y="2623045"/>
                  </a:cubicBezTo>
                  <a:cubicBezTo>
                    <a:pt x="352860" y="2027618"/>
                    <a:pt x="403704" y="1495723"/>
                    <a:pt x="434022" y="1294678"/>
                  </a:cubicBezTo>
                  <a:cubicBezTo>
                    <a:pt x="447167" y="1207515"/>
                    <a:pt x="506412" y="1132515"/>
                    <a:pt x="588623" y="1098968"/>
                  </a:cubicBezTo>
                  <a:lnTo>
                    <a:pt x="2025240" y="512676"/>
                  </a:lnTo>
                  <a:cubicBezTo>
                    <a:pt x="2056506" y="499927"/>
                    <a:pt x="2089353" y="493548"/>
                    <a:pt x="2122200" y="493545"/>
                  </a:cubicBezTo>
                  <a:close/>
                  <a:moveTo>
                    <a:pt x="2122206" y="142782"/>
                  </a:moveTo>
                  <a:cubicBezTo>
                    <a:pt x="2101927" y="142782"/>
                    <a:pt x="2081648" y="146783"/>
                    <a:pt x="2062350" y="154774"/>
                  </a:cubicBezTo>
                  <a:lnTo>
                    <a:pt x="273670" y="895505"/>
                  </a:lnTo>
                  <a:cubicBezTo>
                    <a:pt x="223178" y="916403"/>
                    <a:pt x="186802" y="963075"/>
                    <a:pt x="178743" y="1017291"/>
                  </a:cubicBezTo>
                  <a:cubicBezTo>
                    <a:pt x="142606" y="1260446"/>
                    <a:pt x="82027" y="1903831"/>
                    <a:pt x="299492" y="2624626"/>
                  </a:cubicBezTo>
                  <a:cubicBezTo>
                    <a:pt x="567783" y="3513870"/>
                    <a:pt x="1155532" y="4217053"/>
                    <a:pt x="2046405" y="4714640"/>
                  </a:cubicBezTo>
                  <a:cubicBezTo>
                    <a:pt x="2093173" y="4740757"/>
                    <a:pt x="2151276" y="4740748"/>
                    <a:pt x="2198015" y="4714640"/>
                  </a:cubicBezTo>
                  <a:cubicBezTo>
                    <a:pt x="3088879" y="4217044"/>
                    <a:pt x="3676609" y="3513870"/>
                    <a:pt x="3944909" y="2624626"/>
                  </a:cubicBezTo>
                  <a:cubicBezTo>
                    <a:pt x="4162365" y="1903840"/>
                    <a:pt x="4101796" y="1260455"/>
                    <a:pt x="4065648" y="1017291"/>
                  </a:cubicBezTo>
                  <a:cubicBezTo>
                    <a:pt x="4057600" y="963075"/>
                    <a:pt x="4021233" y="916412"/>
                    <a:pt x="3970741" y="895505"/>
                  </a:cubicBezTo>
                  <a:lnTo>
                    <a:pt x="2182061" y="154774"/>
                  </a:lnTo>
                  <a:cubicBezTo>
                    <a:pt x="2162763" y="146783"/>
                    <a:pt x="2142475" y="142782"/>
                    <a:pt x="2122206" y="142782"/>
                  </a:cubicBezTo>
                  <a:close/>
                  <a:moveTo>
                    <a:pt x="2122196" y="0"/>
                  </a:moveTo>
                  <a:cubicBezTo>
                    <a:pt x="2160970" y="0"/>
                    <a:pt x="2199744" y="7637"/>
                    <a:pt x="2236648" y="22910"/>
                  </a:cubicBezTo>
                  <a:lnTo>
                    <a:pt x="4025329" y="763641"/>
                  </a:lnTo>
                  <a:cubicBezTo>
                    <a:pt x="4121884" y="803627"/>
                    <a:pt x="4191426" y="892781"/>
                    <a:pt x="4206819" y="996317"/>
                  </a:cubicBezTo>
                  <a:cubicBezTo>
                    <a:pt x="4244366" y="1248978"/>
                    <a:pt x="4307336" y="1917442"/>
                    <a:pt x="4081527" y="2665850"/>
                  </a:cubicBezTo>
                  <a:cubicBezTo>
                    <a:pt x="3955949" y="3082064"/>
                    <a:pt x="3759172" y="3465102"/>
                    <a:pt x="3496673" y="3804316"/>
                  </a:cubicBezTo>
                  <a:cubicBezTo>
                    <a:pt x="3181547" y="4211519"/>
                    <a:pt x="2768029" y="4559725"/>
                    <a:pt x="2267595" y="4839236"/>
                  </a:cubicBezTo>
                  <a:cubicBezTo>
                    <a:pt x="2222751" y="4864277"/>
                    <a:pt x="2172469" y="4876803"/>
                    <a:pt x="2122196" y="4876803"/>
                  </a:cubicBezTo>
                  <a:cubicBezTo>
                    <a:pt x="2071913" y="4876803"/>
                    <a:pt x="2021640" y="4864277"/>
                    <a:pt x="1976797" y="4839246"/>
                  </a:cubicBezTo>
                  <a:cubicBezTo>
                    <a:pt x="1476363" y="4559734"/>
                    <a:pt x="1062844" y="4211529"/>
                    <a:pt x="747719" y="3804326"/>
                  </a:cubicBezTo>
                  <a:cubicBezTo>
                    <a:pt x="485210" y="3465112"/>
                    <a:pt x="288433" y="3082073"/>
                    <a:pt x="162856" y="2665860"/>
                  </a:cubicBezTo>
                  <a:cubicBezTo>
                    <a:pt x="-62944" y="1917442"/>
                    <a:pt x="16" y="1248978"/>
                    <a:pt x="37573" y="996317"/>
                  </a:cubicBezTo>
                  <a:cubicBezTo>
                    <a:pt x="52966" y="892781"/>
                    <a:pt x="122508" y="803627"/>
                    <a:pt x="219063" y="763641"/>
                  </a:cubicBezTo>
                  <a:lnTo>
                    <a:pt x="2007743" y="22910"/>
                  </a:lnTo>
                  <a:cubicBezTo>
                    <a:pt x="2044648" y="7637"/>
                    <a:pt x="2083422" y="0"/>
                    <a:pt x="2122196" y="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2C89230D-50F3-4A35-B7FC-D4B388C5F3AA}"/>
              </a:ext>
            </a:extLst>
          </p:cNvPr>
          <p:cNvSpPr/>
          <p:nvPr/>
        </p:nvSpPr>
        <p:spPr>
          <a:xfrm>
            <a:off x="1278387" y="5100057"/>
            <a:ext cx="668941" cy="668941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D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73A2D0-58E5-4D05-8A0E-ACF5DB528753}"/>
              </a:ext>
            </a:extLst>
          </p:cNvPr>
          <p:cNvSpPr txBox="1"/>
          <p:nvPr/>
        </p:nvSpPr>
        <p:spPr>
          <a:xfrm>
            <a:off x="2150140" y="5178175"/>
            <a:ext cx="3365289" cy="520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Lorem ipsum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dolor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sit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amet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consectetur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adipiscing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elit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 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77616E-0255-4DCE-9EEB-A674BAF62AA1}"/>
              </a:ext>
            </a:extLst>
          </p:cNvPr>
          <p:cNvSpPr txBox="1"/>
          <p:nvPr/>
        </p:nvSpPr>
        <p:spPr>
          <a:xfrm>
            <a:off x="7617488" y="4104980"/>
            <a:ext cx="2002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j-lt"/>
              </a:rPr>
              <a:t>Data analysis approach</a:t>
            </a:r>
            <a:endParaRPr lang="en-ID" b="1" dirty="0"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189CD3-FB48-4741-AACA-3D2C8B138A2D}"/>
              </a:ext>
            </a:extLst>
          </p:cNvPr>
          <p:cNvSpPr txBox="1"/>
          <p:nvPr/>
        </p:nvSpPr>
        <p:spPr>
          <a:xfrm>
            <a:off x="7617488" y="4809733"/>
            <a:ext cx="2470066" cy="850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ID" sz="14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Lorem ipsum </a:t>
            </a:r>
            <a:r>
              <a:rPr lang="en-ID" sz="14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dolor</a:t>
            </a:r>
            <a:r>
              <a:rPr lang="en-ID" sz="14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sit </a:t>
            </a:r>
            <a:r>
              <a:rPr lang="en-ID" sz="14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amet</a:t>
            </a:r>
            <a:r>
              <a:rPr lang="en-ID" sz="14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lang="en-ID" sz="14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consectetur</a:t>
            </a:r>
            <a:r>
              <a:rPr lang="en-ID" sz="14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4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adipiscing</a:t>
            </a:r>
            <a:r>
              <a:rPr lang="en-ID" sz="14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4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elit</a:t>
            </a:r>
            <a:r>
              <a:rPr lang="en-ID" sz="14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 </a:t>
            </a:r>
            <a:r>
              <a:rPr lang="en-ID" sz="14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Suspendisse</a:t>
            </a:r>
            <a:r>
              <a:rPr lang="en-ID" sz="14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vestibulum, </a:t>
            </a:r>
            <a:r>
              <a:rPr lang="en-ID" sz="14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leo</a:t>
            </a:r>
            <a:r>
              <a:rPr lang="en-ID" sz="14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4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eu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A858799-0A0A-4D08-A1E5-4B2DD024563C}"/>
              </a:ext>
            </a:extLst>
          </p:cNvPr>
          <p:cNvGrpSpPr/>
          <p:nvPr/>
        </p:nvGrpSpPr>
        <p:grpSpPr>
          <a:xfrm>
            <a:off x="1278387" y="1104274"/>
            <a:ext cx="9635226" cy="844292"/>
            <a:chOff x="6621600" y="1139569"/>
            <a:chExt cx="9635226" cy="84429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F128D4-232A-43C4-98FB-510DDD5B0A18}"/>
                </a:ext>
              </a:extLst>
            </p:cNvPr>
            <p:cNvSpPr txBox="1"/>
            <p:nvPr/>
          </p:nvSpPr>
          <p:spPr>
            <a:xfrm>
              <a:off x="6621600" y="1139569"/>
              <a:ext cx="9635226" cy="778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4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Noto Sans jp" panose="020B0200000000000000" pitchFamily="34" charset="-128"/>
                  <a:cs typeface="Plus Jakarta Sans" pitchFamily="2" charset="0"/>
                </a:rPr>
                <a:t>Method  </a:t>
              </a:r>
              <a:r>
                <a:rPr lang="en-US" sz="4000" b="1" dirty="0">
                  <a:solidFill>
                    <a:schemeClr val="accent1"/>
                  </a:solidFill>
                  <a:latin typeface="+mj-lt"/>
                  <a:ea typeface="Noto Sans jp" panose="020B0200000000000000" pitchFamily="34" charset="-128"/>
                  <a:cs typeface="Plus Jakarta Sans" pitchFamily="2" charset="0"/>
                </a:rPr>
                <a:t>analysis data use</a:t>
              </a:r>
              <a:endParaRPr lang="en-ID" sz="4000" b="1" dirty="0">
                <a:solidFill>
                  <a:schemeClr val="accent1"/>
                </a:solidFill>
                <a:latin typeface="+mj-lt"/>
                <a:ea typeface="Noto Sans jp" panose="020B0200000000000000" pitchFamily="34" charset="-128"/>
                <a:cs typeface="Plus Jakarta Sans" pitchFamily="2" charset="0"/>
              </a:endParaRPr>
            </a:p>
          </p:txBody>
        </p:sp>
        <p:sp>
          <p:nvSpPr>
            <p:cNvPr id="23" name="Rounded Rectangle 21">
              <a:extLst>
                <a:ext uri="{FF2B5EF4-FFF2-40B4-BE49-F238E27FC236}">
                  <a16:creationId xmlns:a16="http://schemas.microsoft.com/office/drawing/2014/main" id="{6AA1031F-4B8B-491E-A79C-8F2E7DD9E8CF}"/>
                </a:ext>
              </a:extLst>
            </p:cNvPr>
            <p:cNvSpPr/>
            <p:nvPr/>
          </p:nvSpPr>
          <p:spPr>
            <a:xfrm>
              <a:off x="10237092" y="1205122"/>
              <a:ext cx="4759707" cy="778739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EAE5216-3427-4EDC-9410-B6C1BA1039E4}"/>
              </a:ext>
            </a:extLst>
          </p:cNvPr>
          <p:cNvGrpSpPr/>
          <p:nvPr/>
        </p:nvGrpSpPr>
        <p:grpSpPr>
          <a:xfrm>
            <a:off x="9949986" y="-1103449"/>
            <a:ext cx="3319092" cy="3319092"/>
            <a:chOff x="5700456" y="1538424"/>
            <a:chExt cx="2243001" cy="2243001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EC1A856-2FC7-4E25-9963-A08C5267C224}"/>
                </a:ext>
              </a:extLst>
            </p:cNvPr>
            <p:cNvSpPr/>
            <p:nvPr/>
          </p:nvSpPr>
          <p:spPr>
            <a:xfrm>
              <a:off x="6751795" y="2589763"/>
              <a:ext cx="140323" cy="1403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5502191-A81C-40B4-B166-46DAFC33D220}"/>
                </a:ext>
              </a:extLst>
            </p:cNvPr>
            <p:cNvSpPr/>
            <p:nvPr/>
          </p:nvSpPr>
          <p:spPr>
            <a:xfrm>
              <a:off x="6449271" y="2287239"/>
              <a:ext cx="745371" cy="74537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8E4771F-82DA-4C9D-9C60-713A4588642D}"/>
                </a:ext>
              </a:extLst>
            </p:cNvPr>
            <p:cNvSpPr/>
            <p:nvPr/>
          </p:nvSpPr>
          <p:spPr>
            <a:xfrm>
              <a:off x="6071404" y="1909372"/>
              <a:ext cx="1501104" cy="1501104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A94075A-25B3-4573-8110-85634C16903B}"/>
                </a:ext>
              </a:extLst>
            </p:cNvPr>
            <p:cNvSpPr/>
            <p:nvPr/>
          </p:nvSpPr>
          <p:spPr>
            <a:xfrm>
              <a:off x="5700456" y="1538424"/>
              <a:ext cx="2243001" cy="224300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2" name="Graphic 31">
            <a:extLst>
              <a:ext uri="{FF2B5EF4-FFF2-40B4-BE49-F238E27FC236}">
                <a16:creationId xmlns:a16="http://schemas.microsoft.com/office/drawing/2014/main" id="{74E5F146-CE93-4376-B676-2F770F7D2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2243" y="5263913"/>
            <a:ext cx="341228" cy="34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808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4E6368-01B8-4A46-96F4-500048E75D8E}"/>
              </a:ext>
            </a:extLst>
          </p:cNvPr>
          <p:cNvSpPr/>
          <p:nvPr/>
        </p:nvSpPr>
        <p:spPr>
          <a:xfrm>
            <a:off x="8802746" y="0"/>
            <a:ext cx="338925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Rounded Rectangle 31">
            <a:extLst>
              <a:ext uri="{FF2B5EF4-FFF2-40B4-BE49-F238E27FC236}">
                <a16:creationId xmlns:a16="http://schemas.microsoft.com/office/drawing/2014/main" id="{04303F8D-8A99-41BC-99F0-EA94790C2E23}"/>
              </a:ext>
            </a:extLst>
          </p:cNvPr>
          <p:cNvSpPr/>
          <p:nvPr/>
        </p:nvSpPr>
        <p:spPr>
          <a:xfrm>
            <a:off x="1112838" y="4385742"/>
            <a:ext cx="2701473" cy="1281923"/>
          </a:xfrm>
          <a:prstGeom prst="roundRect">
            <a:avLst>
              <a:gd name="adj" fmla="val 8312"/>
            </a:avLst>
          </a:prstGeom>
          <a:solidFill>
            <a:schemeClr val="bg1"/>
          </a:solidFill>
          <a:ln>
            <a:noFill/>
          </a:ln>
          <a:effectLst>
            <a:outerShdw blurRad="571500" dist="50800" dir="5400000" algn="ctr" rotWithShape="0">
              <a:srgbClr val="000000">
                <a:alpha val="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ysClr val="windowText" lastClr="000000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4114C8B-0B6D-4F34-B650-0D9DEF4BF2F5}"/>
              </a:ext>
            </a:extLst>
          </p:cNvPr>
          <p:cNvGrpSpPr/>
          <p:nvPr/>
        </p:nvGrpSpPr>
        <p:grpSpPr>
          <a:xfrm>
            <a:off x="1260082" y="4587781"/>
            <a:ext cx="2554229" cy="923238"/>
            <a:chOff x="6515630" y="2286891"/>
            <a:chExt cx="2554229" cy="92323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479C7CC-7EE6-4B00-B9D2-AFDC227FE529}"/>
                </a:ext>
              </a:extLst>
            </p:cNvPr>
            <p:cNvSpPr txBox="1"/>
            <p:nvPr/>
          </p:nvSpPr>
          <p:spPr>
            <a:xfrm>
              <a:off x="6515630" y="2697425"/>
              <a:ext cx="2554229" cy="5127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20000"/>
                </a:lnSpc>
                <a:defRPr sz="1200" b="0" i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ID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Lorem ipsum </a:t>
              </a:r>
              <a:r>
                <a:rPr lang="en-ID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dolor</a:t>
              </a:r>
              <a:r>
                <a:rPr lang="en-ID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 sit </a:t>
              </a:r>
              <a:r>
                <a:rPr lang="en-ID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amet</a:t>
              </a:r>
              <a:r>
                <a:rPr lang="en-ID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, </a:t>
              </a:r>
              <a:r>
                <a:rPr lang="en-ID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consectetur</a:t>
              </a:r>
              <a:r>
                <a:rPr lang="en-ID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 </a:t>
              </a:r>
              <a:r>
                <a:rPr lang="en-ID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adipiscing</a:t>
              </a:r>
              <a:r>
                <a:rPr lang="en-ID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 </a:t>
              </a:r>
              <a:r>
                <a:rPr lang="en-ID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elit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5BDB445-3E98-447A-B66C-82E4BEB1C52F}"/>
                </a:ext>
              </a:extLst>
            </p:cNvPr>
            <p:cNvSpPr txBox="1"/>
            <p:nvPr/>
          </p:nvSpPr>
          <p:spPr>
            <a:xfrm>
              <a:off x="6515630" y="2286891"/>
              <a:ext cx="161335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sz="2000" b="1" dirty="0">
                  <a:solidFill>
                    <a:schemeClr val="accent1"/>
                  </a:solidFill>
                </a:rPr>
                <a:t>T</a:t>
              </a:r>
              <a:r>
                <a:rPr lang="en-ID" sz="2000" b="1" i="0" dirty="0">
                  <a:solidFill>
                    <a:schemeClr val="accent1"/>
                  </a:solidFill>
                  <a:effectLst/>
                </a:rPr>
                <a:t>echnology</a:t>
              </a:r>
              <a:endParaRPr lang="en-ID" sz="2000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CF6C96B0-0CA6-4990-A2DE-3EF4FC115A62}"/>
              </a:ext>
            </a:extLst>
          </p:cNvPr>
          <p:cNvSpPr/>
          <p:nvPr/>
        </p:nvSpPr>
        <p:spPr>
          <a:xfrm>
            <a:off x="3428400" y="4168922"/>
            <a:ext cx="618915" cy="61891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12" name="Rounded Rectangle 31">
            <a:extLst>
              <a:ext uri="{FF2B5EF4-FFF2-40B4-BE49-F238E27FC236}">
                <a16:creationId xmlns:a16="http://schemas.microsoft.com/office/drawing/2014/main" id="{3296D99B-AE82-4907-9D8B-1B82ACC8D59B}"/>
              </a:ext>
            </a:extLst>
          </p:cNvPr>
          <p:cNvSpPr/>
          <p:nvPr/>
        </p:nvSpPr>
        <p:spPr>
          <a:xfrm>
            <a:off x="4268318" y="4417492"/>
            <a:ext cx="2701473" cy="1281923"/>
          </a:xfrm>
          <a:prstGeom prst="roundRect">
            <a:avLst>
              <a:gd name="adj" fmla="val 8312"/>
            </a:avLst>
          </a:prstGeom>
          <a:solidFill>
            <a:schemeClr val="bg1"/>
          </a:solidFill>
          <a:ln>
            <a:noFill/>
          </a:ln>
          <a:effectLst>
            <a:outerShdw blurRad="571500" dist="50800" dir="5400000" algn="ctr" rotWithShape="0">
              <a:srgbClr val="000000">
                <a:alpha val="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ysClr val="windowText" lastClr="000000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1E25E26-D121-4392-9542-B3C472C00FA6}"/>
              </a:ext>
            </a:extLst>
          </p:cNvPr>
          <p:cNvGrpSpPr/>
          <p:nvPr/>
        </p:nvGrpSpPr>
        <p:grpSpPr>
          <a:xfrm>
            <a:off x="4415562" y="4619531"/>
            <a:ext cx="2554229" cy="923238"/>
            <a:chOff x="6515630" y="2286891"/>
            <a:chExt cx="2554229" cy="923238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A50C55E-5F21-454E-9B2E-4D0BD54143B1}"/>
                </a:ext>
              </a:extLst>
            </p:cNvPr>
            <p:cNvSpPr txBox="1"/>
            <p:nvPr/>
          </p:nvSpPr>
          <p:spPr>
            <a:xfrm>
              <a:off x="6515630" y="2697425"/>
              <a:ext cx="2554229" cy="5127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20000"/>
                </a:lnSpc>
                <a:defRPr sz="1200" b="0" i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ID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Lorem ipsum </a:t>
              </a:r>
              <a:r>
                <a:rPr lang="en-ID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dolor</a:t>
              </a:r>
              <a:r>
                <a:rPr lang="en-ID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 sit </a:t>
              </a:r>
              <a:r>
                <a:rPr lang="en-ID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amet</a:t>
              </a:r>
              <a:r>
                <a:rPr lang="en-ID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, </a:t>
              </a:r>
              <a:r>
                <a:rPr lang="en-ID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consectetur</a:t>
              </a:r>
              <a:r>
                <a:rPr lang="en-ID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 </a:t>
              </a:r>
              <a:r>
                <a:rPr lang="en-ID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adipiscing</a:t>
              </a:r>
              <a:r>
                <a:rPr lang="en-ID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 </a:t>
              </a:r>
              <a:r>
                <a:rPr lang="en-ID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elit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731FD0B-62A6-428A-A3FB-6225F8DAE2EE}"/>
                </a:ext>
              </a:extLst>
            </p:cNvPr>
            <p:cNvSpPr txBox="1"/>
            <p:nvPr/>
          </p:nvSpPr>
          <p:spPr>
            <a:xfrm>
              <a:off x="6515630" y="2286891"/>
              <a:ext cx="192647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sz="2000" b="1" i="0" dirty="0">
                  <a:solidFill>
                    <a:schemeClr val="accent2"/>
                  </a:solidFill>
                  <a:effectLst/>
                </a:rPr>
                <a:t>Energy storage</a:t>
              </a:r>
              <a:endParaRPr lang="en-ID" sz="2000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2F32FCD-D91B-412B-8910-7710D3F8BFAF}"/>
              </a:ext>
            </a:extLst>
          </p:cNvPr>
          <p:cNvSpPr/>
          <p:nvPr/>
        </p:nvSpPr>
        <p:spPr>
          <a:xfrm>
            <a:off x="6583880" y="4200672"/>
            <a:ext cx="618915" cy="61891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chemeClr val="bg1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D477249-0E22-4F63-9DCA-DF06D140A95E}"/>
              </a:ext>
            </a:extLst>
          </p:cNvPr>
          <p:cNvGrpSpPr/>
          <p:nvPr/>
        </p:nvGrpSpPr>
        <p:grpSpPr>
          <a:xfrm>
            <a:off x="941806" y="960944"/>
            <a:ext cx="5400233" cy="2294488"/>
            <a:chOff x="6414056" y="1081513"/>
            <a:chExt cx="5400233" cy="229448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62B44E7-080D-4914-A95E-74B3DB876226}"/>
                </a:ext>
              </a:extLst>
            </p:cNvPr>
            <p:cNvSpPr txBox="1"/>
            <p:nvPr/>
          </p:nvSpPr>
          <p:spPr>
            <a:xfrm>
              <a:off x="6549030" y="1081513"/>
              <a:ext cx="5265259" cy="2256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4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Noto Sans jp" panose="020B0200000000000000" pitchFamily="34" charset="-128"/>
                  <a:cs typeface="Plus Jakarta Sans" pitchFamily="2" charset="0"/>
                </a:rPr>
                <a:t>Innovative approaches to </a:t>
              </a:r>
              <a:r>
                <a:rPr lang="en-US" sz="4000" b="1" dirty="0">
                  <a:solidFill>
                    <a:schemeClr val="accent1"/>
                  </a:solidFill>
                  <a:latin typeface="+mj-lt"/>
                  <a:ea typeface="Noto Sans jp" panose="020B0200000000000000" pitchFamily="34" charset="-128"/>
                  <a:cs typeface="Plus Jakarta Sans" pitchFamily="2" charset="0"/>
                </a:rPr>
                <a:t>sustainable energy</a:t>
              </a:r>
              <a:endParaRPr lang="en-ID" sz="4000" b="1" dirty="0">
                <a:solidFill>
                  <a:schemeClr val="accent1"/>
                </a:solidFill>
                <a:latin typeface="+mj-lt"/>
                <a:ea typeface="Noto Sans jp" panose="020B0200000000000000" pitchFamily="34" charset="-128"/>
                <a:cs typeface="Plus Jakarta Sans" pitchFamily="2" charset="0"/>
              </a:endParaRPr>
            </a:p>
          </p:txBody>
        </p:sp>
        <p:sp>
          <p:nvSpPr>
            <p:cNvPr id="21" name="Rounded Rectangle 21">
              <a:extLst>
                <a:ext uri="{FF2B5EF4-FFF2-40B4-BE49-F238E27FC236}">
                  <a16:creationId xmlns:a16="http://schemas.microsoft.com/office/drawing/2014/main" id="{8F69A777-CD9A-4156-88BF-DD931C0A0A2F}"/>
                </a:ext>
              </a:extLst>
            </p:cNvPr>
            <p:cNvSpPr/>
            <p:nvPr/>
          </p:nvSpPr>
          <p:spPr>
            <a:xfrm>
              <a:off x="6414056" y="2666807"/>
              <a:ext cx="5324375" cy="709194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8ED33A2-3006-4059-9A68-6A72555A884A}"/>
              </a:ext>
            </a:extLst>
          </p:cNvPr>
          <p:cNvSpPr txBox="1"/>
          <p:nvPr/>
        </p:nvSpPr>
        <p:spPr>
          <a:xfrm>
            <a:off x="1068418" y="3479979"/>
            <a:ext cx="5197764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ID" sz="1400" b="0" i="0" dirty="0">
                <a:effectLst/>
              </a:rPr>
              <a:t>Lorem ipsum </a:t>
            </a:r>
            <a:r>
              <a:rPr lang="en-ID" sz="1400" b="0" i="0" dirty="0" err="1">
                <a:effectLst/>
              </a:rPr>
              <a:t>dolor</a:t>
            </a:r>
            <a:r>
              <a:rPr lang="en-ID" sz="1400" b="0" i="0" dirty="0">
                <a:effectLst/>
              </a:rPr>
              <a:t> sit </a:t>
            </a:r>
            <a:r>
              <a:rPr lang="en-ID" sz="1400" b="0" i="0" dirty="0" err="1">
                <a:effectLst/>
              </a:rPr>
              <a:t>amet</a:t>
            </a:r>
            <a:r>
              <a:rPr lang="en-ID" sz="1400" b="0" i="0" dirty="0">
                <a:effectLst/>
              </a:rPr>
              <a:t>, </a:t>
            </a:r>
            <a:r>
              <a:rPr lang="en-ID" sz="1400" b="0" i="0" dirty="0" err="1">
                <a:effectLst/>
              </a:rPr>
              <a:t>consectetur</a:t>
            </a:r>
            <a:r>
              <a:rPr lang="en-ID" sz="1400" b="0" i="0" dirty="0">
                <a:effectLst/>
              </a:rPr>
              <a:t> </a:t>
            </a:r>
            <a:r>
              <a:rPr lang="en-ID" sz="1400" b="0" i="0" dirty="0" err="1">
                <a:effectLst/>
              </a:rPr>
              <a:t>adipiscing</a:t>
            </a:r>
            <a:r>
              <a:rPr lang="en-ID" sz="1400" b="0" i="0" dirty="0">
                <a:effectLst/>
              </a:rPr>
              <a:t> </a:t>
            </a:r>
            <a:r>
              <a:rPr lang="en-ID" sz="1400" b="0" i="0" dirty="0" err="1">
                <a:effectLst/>
              </a:rPr>
              <a:t>elit</a:t>
            </a:r>
            <a:r>
              <a:rPr lang="en-ID" sz="1400" b="0" i="0" dirty="0">
                <a:effectLst/>
              </a:rPr>
              <a:t>. </a:t>
            </a:r>
            <a:r>
              <a:rPr lang="en-ID" sz="1400" b="0" i="0" dirty="0" err="1">
                <a:effectLst/>
              </a:rPr>
              <a:t>Suspendisse</a:t>
            </a:r>
            <a:endParaRPr lang="en-US" sz="1400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B66C241-0483-4795-992B-BFA04DD24E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80039" y="4320561"/>
            <a:ext cx="315637" cy="315637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7EF0A301-21C5-420E-B265-39B56DA367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7503" y="4334295"/>
            <a:ext cx="351669" cy="351669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935AC3-E866-4E40-82BA-068248141C5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034168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76F84D2E-AC48-4ECE-8AE1-8BB914AC93FF}"/>
              </a:ext>
            </a:extLst>
          </p:cNvPr>
          <p:cNvSpPr/>
          <p:nvPr/>
        </p:nvSpPr>
        <p:spPr>
          <a:xfrm rot="10800000">
            <a:off x="5573486" y="2"/>
            <a:ext cx="2728685" cy="3428998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2B4CACA0-09C0-4610-92DD-FD59FA0DF02F}"/>
              </a:ext>
            </a:extLst>
          </p:cNvPr>
          <p:cNvSpPr/>
          <p:nvPr/>
        </p:nvSpPr>
        <p:spPr>
          <a:xfrm rot="10800000">
            <a:off x="8480192" y="2"/>
            <a:ext cx="2728685" cy="3428998"/>
          </a:xfrm>
          <a:prstGeom prst="round2SameRect">
            <a:avLst/>
          </a:prstGeom>
          <a:solidFill>
            <a:schemeClr val="bg1"/>
          </a:solidFill>
          <a:ln>
            <a:noFill/>
          </a:ln>
          <a:effectLst>
            <a:outerShdw blurRad="571500" dist="50800" dir="5400000" algn="ctr" rotWithShape="0">
              <a:srgbClr val="000000">
                <a:alpha val="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4B16D0-3842-49D5-8871-4B23D02EA896}"/>
              </a:ext>
            </a:extLst>
          </p:cNvPr>
          <p:cNvSpPr txBox="1"/>
          <p:nvPr/>
        </p:nvSpPr>
        <p:spPr>
          <a:xfrm>
            <a:off x="6096000" y="4398562"/>
            <a:ext cx="4662941" cy="850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ID" sz="1400" b="0" i="0" dirty="0">
                <a:effectLst/>
              </a:rPr>
              <a:t>Lorem ipsum </a:t>
            </a:r>
            <a:r>
              <a:rPr lang="en-ID" sz="1400" b="0" i="0" dirty="0" err="1">
                <a:effectLst/>
              </a:rPr>
              <a:t>dolor</a:t>
            </a:r>
            <a:r>
              <a:rPr lang="en-ID" sz="1400" b="0" i="0" dirty="0">
                <a:effectLst/>
              </a:rPr>
              <a:t> sit </a:t>
            </a:r>
            <a:r>
              <a:rPr lang="en-ID" sz="1400" b="0" i="0" dirty="0" err="1">
                <a:effectLst/>
              </a:rPr>
              <a:t>amet</a:t>
            </a:r>
            <a:r>
              <a:rPr lang="en-ID" sz="1400" b="0" i="0" dirty="0">
                <a:effectLst/>
              </a:rPr>
              <a:t>, </a:t>
            </a:r>
            <a:r>
              <a:rPr lang="en-ID" sz="1400" b="0" i="0" dirty="0" err="1">
                <a:effectLst/>
              </a:rPr>
              <a:t>consectetur</a:t>
            </a:r>
            <a:r>
              <a:rPr lang="en-ID" sz="1400" b="0" i="0" dirty="0">
                <a:effectLst/>
              </a:rPr>
              <a:t> </a:t>
            </a:r>
            <a:r>
              <a:rPr lang="en-ID" sz="1400" b="0" i="0" dirty="0" err="1">
                <a:effectLst/>
              </a:rPr>
              <a:t>adipiscing</a:t>
            </a:r>
            <a:r>
              <a:rPr lang="en-ID" sz="1400" b="0" i="0" dirty="0">
                <a:effectLst/>
              </a:rPr>
              <a:t> </a:t>
            </a:r>
            <a:r>
              <a:rPr lang="en-ID" sz="1400" b="0" i="0" dirty="0" err="1">
                <a:effectLst/>
              </a:rPr>
              <a:t>elit</a:t>
            </a:r>
            <a:r>
              <a:rPr lang="en-ID" sz="1400" b="0" i="0" dirty="0">
                <a:effectLst/>
              </a:rPr>
              <a:t>. </a:t>
            </a:r>
            <a:r>
              <a:rPr lang="en-ID" sz="1400" b="0" i="0" dirty="0" err="1">
                <a:effectLst/>
              </a:rPr>
              <a:t>Suspendisse</a:t>
            </a:r>
            <a:r>
              <a:rPr lang="en-ID" sz="1400" b="0" i="0" dirty="0">
                <a:effectLst/>
              </a:rPr>
              <a:t> vestibulum, </a:t>
            </a:r>
            <a:r>
              <a:rPr lang="en-ID" sz="1400" b="0" i="0" dirty="0" err="1">
                <a:effectLst/>
              </a:rPr>
              <a:t>leo</a:t>
            </a:r>
            <a:r>
              <a:rPr lang="en-ID" sz="1400" b="0" i="0" dirty="0">
                <a:effectLst/>
              </a:rPr>
              <a:t> </a:t>
            </a:r>
            <a:r>
              <a:rPr lang="en-ID" sz="1400" b="0" i="0" dirty="0" err="1">
                <a:effectLst/>
              </a:rPr>
              <a:t>eu</a:t>
            </a:r>
            <a:r>
              <a:rPr lang="en-ID" sz="1400" b="0" i="0" dirty="0">
                <a:effectLst/>
              </a:rPr>
              <a:t> </a:t>
            </a:r>
            <a:r>
              <a:rPr lang="en-ID" sz="1400" b="0" i="0" dirty="0" err="1">
                <a:effectLst/>
              </a:rPr>
              <a:t>bibendum</a:t>
            </a:r>
            <a:r>
              <a:rPr lang="en-ID" sz="1400" b="0" i="0" dirty="0">
                <a:effectLst/>
              </a:rPr>
              <a:t> convallis, nisi ex </a:t>
            </a:r>
            <a:r>
              <a:rPr lang="en-ID" sz="1400" b="0" i="0" dirty="0" err="1">
                <a:effectLst/>
              </a:rPr>
              <a:t>faucibus</a:t>
            </a:r>
            <a:r>
              <a:rPr lang="en-ID" sz="1400" b="0" i="0" dirty="0">
                <a:effectLst/>
              </a:rPr>
              <a:t> </a:t>
            </a:r>
            <a:r>
              <a:rPr lang="en-ID" sz="1400" b="0" i="0" dirty="0" err="1">
                <a:effectLst/>
              </a:rPr>
              <a:t>velit</a:t>
            </a:r>
            <a:r>
              <a:rPr lang="en-ID" sz="1400" b="0" i="0" dirty="0">
                <a:effectLst/>
              </a:rPr>
              <a:t>, ac </a:t>
            </a:r>
            <a:r>
              <a:rPr lang="en-ID" sz="1400" b="0" i="0" dirty="0" err="1">
                <a:effectLst/>
              </a:rPr>
              <a:t>sollicitudin</a:t>
            </a:r>
            <a:r>
              <a:rPr lang="en-ID" sz="1400" b="0" i="0" dirty="0">
                <a:effectLst/>
              </a:rPr>
              <a:t> </a:t>
            </a:r>
            <a:r>
              <a:rPr lang="en-ID" sz="1400" b="0" i="0" dirty="0" err="1">
                <a:effectLst/>
              </a:rPr>
              <a:t>metus</a:t>
            </a:r>
            <a:r>
              <a:rPr lang="en-ID" sz="1400" b="0" i="0" dirty="0">
                <a:effectLst/>
              </a:rPr>
              <a:t> </a:t>
            </a:r>
            <a:r>
              <a:rPr lang="en-ID" sz="1400" b="0" i="0" dirty="0" err="1">
                <a:effectLst/>
              </a:rPr>
              <a:t>tellus</a:t>
            </a:r>
            <a:r>
              <a:rPr lang="en-ID" sz="1400" b="0" i="0" dirty="0">
                <a:effectLst/>
              </a:rPr>
              <a:t> </a:t>
            </a:r>
            <a:r>
              <a:rPr lang="en-ID" sz="1400" b="0" i="0" dirty="0" err="1">
                <a:effectLst/>
              </a:rPr>
              <a:t>sed</a:t>
            </a:r>
            <a:r>
              <a:rPr lang="en-ID" sz="1400" b="0" i="0" dirty="0">
                <a:effectLst/>
              </a:rPr>
              <a:t> eros.</a:t>
            </a:r>
            <a:endParaRPr lang="en-US" sz="14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19C874-457A-474F-8977-25118F64C23F}"/>
              </a:ext>
            </a:extLst>
          </p:cNvPr>
          <p:cNvGrpSpPr/>
          <p:nvPr/>
        </p:nvGrpSpPr>
        <p:grpSpPr>
          <a:xfrm>
            <a:off x="8658213" y="1893028"/>
            <a:ext cx="2372642" cy="919608"/>
            <a:chOff x="6515629" y="2286891"/>
            <a:chExt cx="2554230" cy="81202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2D523A9-56B4-4F58-BBA5-A5BDD19486C6}"/>
                </a:ext>
              </a:extLst>
            </p:cNvPr>
            <p:cNvSpPr txBox="1"/>
            <p:nvPr/>
          </p:nvSpPr>
          <p:spPr>
            <a:xfrm>
              <a:off x="6515630" y="2621289"/>
              <a:ext cx="2554229" cy="4776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20000"/>
                </a:lnSpc>
                <a:defRPr sz="1200" b="0" i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ID" sz="11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Lorem ipsum </a:t>
              </a:r>
              <a:r>
                <a:rPr lang="en-ID" sz="1100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dolor</a:t>
              </a:r>
              <a:r>
                <a:rPr lang="en-ID" sz="11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 sit </a:t>
              </a:r>
              <a:r>
                <a:rPr lang="en-ID" sz="1100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amet</a:t>
              </a:r>
              <a:r>
                <a:rPr lang="en-ID" sz="11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, </a:t>
              </a:r>
              <a:r>
                <a:rPr lang="en-ID" sz="1100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consectetur</a:t>
              </a:r>
              <a:r>
                <a:rPr lang="en-ID" sz="11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 </a:t>
              </a:r>
              <a:r>
                <a:rPr lang="en-ID" sz="1100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adipiscing</a:t>
              </a:r>
              <a:r>
                <a:rPr lang="en-ID" sz="11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 </a:t>
              </a:r>
              <a:r>
                <a:rPr lang="en-ID" sz="1100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elit</a:t>
              </a:r>
              <a:endPara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98C5CEE-FCF0-4828-90D0-437AEDD13FC2}"/>
                </a:ext>
              </a:extLst>
            </p:cNvPr>
            <p:cNvSpPr txBox="1"/>
            <p:nvPr/>
          </p:nvSpPr>
          <p:spPr>
            <a:xfrm>
              <a:off x="6515629" y="2286891"/>
              <a:ext cx="2554228" cy="2989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sz="1600" b="1" i="0" dirty="0">
                  <a:solidFill>
                    <a:schemeClr val="accent1"/>
                  </a:solidFill>
                  <a:effectLst/>
                  <a:latin typeface="+mj-lt"/>
                </a:rPr>
                <a:t>Adaptive leadership</a:t>
              </a:r>
              <a:endParaRPr lang="en-ID" sz="1600" b="1" dirty="0">
                <a:solidFill>
                  <a:schemeClr val="accent1"/>
                </a:solidFill>
                <a:latin typeface="+mj-lt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4AF8AFE-9FC9-4A24-B24F-365B54862F81}"/>
              </a:ext>
            </a:extLst>
          </p:cNvPr>
          <p:cNvGrpSpPr/>
          <p:nvPr/>
        </p:nvGrpSpPr>
        <p:grpSpPr>
          <a:xfrm>
            <a:off x="5751507" y="1893028"/>
            <a:ext cx="2372642" cy="863769"/>
            <a:chOff x="6515629" y="2286891"/>
            <a:chExt cx="2554230" cy="76272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92333A1-FCD4-45B9-9EA4-74A3F303C539}"/>
                </a:ext>
              </a:extLst>
            </p:cNvPr>
            <p:cNvSpPr txBox="1"/>
            <p:nvPr/>
          </p:nvSpPr>
          <p:spPr>
            <a:xfrm>
              <a:off x="6515630" y="2621289"/>
              <a:ext cx="2554229" cy="42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20000"/>
                </a:lnSpc>
                <a:defRPr sz="1200" b="0" i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ID" sz="1100" b="0" i="0" dirty="0">
                  <a:solidFill>
                    <a:schemeClr val="bg1"/>
                  </a:solidFill>
                  <a:effectLst/>
                </a:rPr>
                <a:t>Lorem ipsum </a:t>
              </a:r>
              <a:r>
                <a:rPr lang="en-ID" sz="1100" b="0" i="0" dirty="0" err="1">
                  <a:solidFill>
                    <a:schemeClr val="bg1"/>
                  </a:solidFill>
                  <a:effectLst/>
                </a:rPr>
                <a:t>dolor</a:t>
              </a:r>
              <a:r>
                <a:rPr lang="en-ID" sz="1100" b="0" i="0" dirty="0">
                  <a:solidFill>
                    <a:schemeClr val="bg1"/>
                  </a:solidFill>
                  <a:effectLst/>
                </a:rPr>
                <a:t> sit </a:t>
              </a:r>
              <a:r>
                <a:rPr lang="en-ID" sz="1100" b="0" i="0" dirty="0" err="1">
                  <a:solidFill>
                    <a:schemeClr val="bg1"/>
                  </a:solidFill>
                  <a:effectLst/>
                </a:rPr>
                <a:t>amet</a:t>
              </a:r>
              <a:r>
                <a:rPr lang="en-ID" sz="1100" b="0" i="0" dirty="0">
                  <a:solidFill>
                    <a:schemeClr val="bg1"/>
                  </a:solidFill>
                  <a:effectLst/>
                </a:rPr>
                <a:t>, </a:t>
              </a:r>
              <a:r>
                <a:rPr lang="en-ID" sz="1100" b="0" i="0" dirty="0" err="1">
                  <a:solidFill>
                    <a:schemeClr val="bg1"/>
                  </a:solidFill>
                  <a:effectLst/>
                </a:rPr>
                <a:t>consectetur</a:t>
              </a:r>
              <a:r>
                <a:rPr lang="en-ID" sz="1100" b="0" i="0" dirty="0">
                  <a:solidFill>
                    <a:schemeClr val="bg1"/>
                  </a:solidFill>
                  <a:effectLst/>
                </a:rPr>
                <a:t> </a:t>
              </a:r>
              <a:r>
                <a:rPr lang="en-ID" sz="1100" b="0" i="0" dirty="0" err="1">
                  <a:solidFill>
                    <a:schemeClr val="bg1"/>
                  </a:solidFill>
                  <a:effectLst/>
                </a:rPr>
                <a:t>adipiscing</a:t>
              </a:r>
              <a:r>
                <a:rPr lang="en-ID" sz="1100" b="0" i="0" dirty="0">
                  <a:solidFill>
                    <a:schemeClr val="bg1"/>
                  </a:solidFill>
                  <a:effectLst/>
                </a:rPr>
                <a:t> </a:t>
              </a:r>
              <a:r>
                <a:rPr lang="en-ID" sz="1100" b="0" i="0" dirty="0" err="1">
                  <a:solidFill>
                    <a:schemeClr val="bg1"/>
                  </a:solidFill>
                  <a:effectLst/>
                </a:rPr>
                <a:t>elit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D5534BB-1743-484C-BBD6-A8F4AAF24D09}"/>
                </a:ext>
              </a:extLst>
            </p:cNvPr>
            <p:cNvSpPr txBox="1"/>
            <p:nvPr/>
          </p:nvSpPr>
          <p:spPr>
            <a:xfrm>
              <a:off x="6515629" y="2286891"/>
              <a:ext cx="2554228" cy="2989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sz="1600" b="1" i="0" dirty="0">
                  <a:solidFill>
                    <a:schemeClr val="bg1"/>
                  </a:solidFill>
                  <a:effectLst/>
                  <a:latin typeface="+mj-lt"/>
                </a:rPr>
                <a:t>Adaptive limitations</a:t>
              </a:r>
              <a:endParaRPr lang="en-ID" sz="1600" b="1" dirty="0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60C58F0-5186-44CA-8003-5EB5CE03B8F5}"/>
              </a:ext>
            </a:extLst>
          </p:cNvPr>
          <p:cNvGrpSpPr/>
          <p:nvPr/>
        </p:nvGrpSpPr>
        <p:grpSpPr>
          <a:xfrm>
            <a:off x="1031991" y="959077"/>
            <a:ext cx="3512765" cy="2256067"/>
            <a:chOff x="6469654" y="1096027"/>
            <a:chExt cx="2184972" cy="225606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3ACA24D-F784-4A21-963D-975A48F9576C}"/>
                </a:ext>
              </a:extLst>
            </p:cNvPr>
            <p:cNvSpPr txBox="1"/>
            <p:nvPr/>
          </p:nvSpPr>
          <p:spPr>
            <a:xfrm>
              <a:off x="6549030" y="1096027"/>
              <a:ext cx="2105596" cy="2256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4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Noto Sans jp" panose="020B0200000000000000" pitchFamily="34" charset="-128"/>
                  <a:cs typeface="Plus Jakarta Sans" pitchFamily="2" charset="0"/>
                </a:rPr>
                <a:t>There are research </a:t>
              </a:r>
              <a:r>
                <a:rPr lang="en-US" sz="4000" b="1" dirty="0">
                  <a:solidFill>
                    <a:schemeClr val="accent1"/>
                  </a:solidFill>
                  <a:latin typeface="+mj-lt"/>
                  <a:ea typeface="Noto Sans jp" panose="020B0200000000000000" pitchFamily="34" charset="-128"/>
                  <a:cs typeface="Plus Jakarta Sans" pitchFamily="2" charset="0"/>
                </a:rPr>
                <a:t>limitation</a:t>
              </a:r>
              <a:endParaRPr lang="en-ID" sz="4000" b="1" dirty="0">
                <a:solidFill>
                  <a:schemeClr val="accent1"/>
                </a:solidFill>
                <a:latin typeface="+mj-lt"/>
                <a:ea typeface="Noto Sans jp" panose="020B0200000000000000" pitchFamily="34" charset="-128"/>
                <a:cs typeface="Plus Jakarta Sans" pitchFamily="2" charset="0"/>
              </a:endParaRPr>
            </a:p>
          </p:txBody>
        </p:sp>
        <p:sp>
          <p:nvSpPr>
            <p:cNvPr id="14" name="Rounded Rectangle 21">
              <a:extLst>
                <a:ext uri="{FF2B5EF4-FFF2-40B4-BE49-F238E27FC236}">
                  <a16:creationId xmlns:a16="http://schemas.microsoft.com/office/drawing/2014/main" id="{8145ECC5-DC19-470B-9FCF-4BE5B6D5B025}"/>
                </a:ext>
              </a:extLst>
            </p:cNvPr>
            <p:cNvSpPr/>
            <p:nvPr/>
          </p:nvSpPr>
          <p:spPr>
            <a:xfrm>
              <a:off x="6469654" y="2606684"/>
              <a:ext cx="1894965" cy="716382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4" name="Graphic 23">
            <a:extLst>
              <a:ext uri="{FF2B5EF4-FFF2-40B4-BE49-F238E27FC236}">
                <a16:creationId xmlns:a16="http://schemas.microsoft.com/office/drawing/2014/main" id="{15E6C4C5-7C48-4CF1-9EF7-AEE6BAE66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8182" y="1171844"/>
            <a:ext cx="609600" cy="60960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AFF94D39-FA0A-4957-98FD-01D4879D88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27275" y="1171844"/>
            <a:ext cx="609600" cy="60960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F78A1B4C-FF98-405B-9757-26F800D921F6}"/>
              </a:ext>
            </a:extLst>
          </p:cNvPr>
          <p:cNvGrpSpPr/>
          <p:nvPr/>
        </p:nvGrpSpPr>
        <p:grpSpPr>
          <a:xfrm>
            <a:off x="10057864" y="4559259"/>
            <a:ext cx="3319092" cy="3319092"/>
            <a:chOff x="5700456" y="1538424"/>
            <a:chExt cx="2243001" cy="2243001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A256083-B303-4F13-A764-3BE596D90846}"/>
                </a:ext>
              </a:extLst>
            </p:cNvPr>
            <p:cNvSpPr/>
            <p:nvPr/>
          </p:nvSpPr>
          <p:spPr>
            <a:xfrm>
              <a:off x="6751795" y="2589763"/>
              <a:ext cx="140323" cy="1403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BFF4CCF-8E4B-4A59-9BC4-75F073498300}"/>
                </a:ext>
              </a:extLst>
            </p:cNvPr>
            <p:cNvSpPr/>
            <p:nvPr/>
          </p:nvSpPr>
          <p:spPr>
            <a:xfrm>
              <a:off x="6449271" y="2287239"/>
              <a:ext cx="745371" cy="74537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3602EE1-E19F-4583-93EC-8A956E3695A7}"/>
                </a:ext>
              </a:extLst>
            </p:cNvPr>
            <p:cNvSpPr/>
            <p:nvPr/>
          </p:nvSpPr>
          <p:spPr>
            <a:xfrm>
              <a:off x="6071404" y="1909372"/>
              <a:ext cx="1501104" cy="1501104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BA63C87-8DA8-4319-878F-3C68B3B4182F}"/>
                </a:ext>
              </a:extLst>
            </p:cNvPr>
            <p:cNvSpPr/>
            <p:nvPr/>
          </p:nvSpPr>
          <p:spPr>
            <a:xfrm>
              <a:off x="5700456" y="1538424"/>
              <a:ext cx="2243001" cy="224300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D4E21B8-72D1-4C3D-B483-97F281FC65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403046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6070639-8D18-42FC-B6B0-03E0E4DC33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BD8AF7-1600-4E0F-8F29-A51CD6A582A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8A7409F-320F-4FF6-A96A-8A40C246F04E}"/>
              </a:ext>
            </a:extLst>
          </p:cNvPr>
          <p:cNvSpPr/>
          <p:nvPr/>
        </p:nvSpPr>
        <p:spPr>
          <a:xfrm>
            <a:off x="5594343" y="3042313"/>
            <a:ext cx="1003313" cy="100331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6E3AD7A-CC83-4ACE-8CD9-8BE4D2400D68}"/>
              </a:ext>
            </a:extLst>
          </p:cNvPr>
          <p:cNvGrpSpPr/>
          <p:nvPr/>
        </p:nvGrpSpPr>
        <p:grpSpPr>
          <a:xfrm>
            <a:off x="1055688" y="944563"/>
            <a:ext cx="4061103" cy="2256067"/>
            <a:chOff x="6439254" y="1097162"/>
            <a:chExt cx="2526044" cy="225606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B471F82-DB9E-472D-B740-285B670D04AF}"/>
                </a:ext>
              </a:extLst>
            </p:cNvPr>
            <p:cNvSpPr txBox="1"/>
            <p:nvPr/>
          </p:nvSpPr>
          <p:spPr>
            <a:xfrm>
              <a:off x="6499691" y="1097162"/>
              <a:ext cx="2465607" cy="2256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4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Noto Sans jp" panose="020B0200000000000000" pitchFamily="34" charset="-128"/>
                  <a:cs typeface="Plus Jakarta Sans" pitchFamily="2" charset="0"/>
                </a:rPr>
                <a:t>Data or methodology </a:t>
              </a:r>
              <a:r>
                <a:rPr lang="en-US" sz="4000" b="1" dirty="0">
                  <a:solidFill>
                    <a:schemeClr val="accent1"/>
                  </a:solidFill>
                  <a:latin typeface="+mj-lt"/>
                  <a:ea typeface="Noto Sans jp" panose="020B0200000000000000" pitchFamily="34" charset="-128"/>
                  <a:cs typeface="Plus Jakarta Sans" pitchFamily="2" charset="0"/>
                </a:rPr>
                <a:t>limitations</a:t>
              </a:r>
              <a:endParaRPr lang="en-ID" sz="4000" b="1" dirty="0">
                <a:solidFill>
                  <a:schemeClr val="accent1"/>
                </a:solidFill>
                <a:latin typeface="+mj-lt"/>
                <a:ea typeface="Noto Sans jp" panose="020B0200000000000000" pitchFamily="34" charset="-128"/>
                <a:cs typeface="Plus Jakarta Sans" pitchFamily="2" charset="0"/>
              </a:endParaRPr>
            </a:p>
          </p:txBody>
        </p:sp>
        <p:sp>
          <p:nvSpPr>
            <p:cNvPr id="11" name="Rounded Rectangle 21">
              <a:extLst>
                <a:ext uri="{FF2B5EF4-FFF2-40B4-BE49-F238E27FC236}">
                  <a16:creationId xmlns:a16="http://schemas.microsoft.com/office/drawing/2014/main" id="{1BC11424-B7E5-4246-B91E-DE262D34A6A3}"/>
                </a:ext>
              </a:extLst>
            </p:cNvPr>
            <p:cNvSpPr/>
            <p:nvPr/>
          </p:nvSpPr>
          <p:spPr>
            <a:xfrm>
              <a:off x="6439254" y="2621198"/>
              <a:ext cx="1976218" cy="716382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41C3ECF-4E85-47CD-B95D-C071ED0A2126}"/>
              </a:ext>
            </a:extLst>
          </p:cNvPr>
          <p:cNvGrpSpPr/>
          <p:nvPr/>
        </p:nvGrpSpPr>
        <p:grpSpPr>
          <a:xfrm>
            <a:off x="7828398" y="4045626"/>
            <a:ext cx="2343846" cy="1380444"/>
            <a:chOff x="1238598" y="4240537"/>
            <a:chExt cx="2343846" cy="1380444"/>
          </a:xfrm>
        </p:grpSpPr>
        <p:sp>
          <p:nvSpPr>
            <p:cNvPr id="19" name="Rectangle: Rounded Corners 10">
              <a:extLst>
                <a:ext uri="{FF2B5EF4-FFF2-40B4-BE49-F238E27FC236}">
                  <a16:creationId xmlns:a16="http://schemas.microsoft.com/office/drawing/2014/main" id="{71E9FE45-421F-48EE-AFC0-1B74A118CB1F}"/>
                </a:ext>
              </a:extLst>
            </p:cNvPr>
            <p:cNvSpPr/>
            <p:nvPr/>
          </p:nvSpPr>
          <p:spPr>
            <a:xfrm>
              <a:off x="1238598" y="4408687"/>
              <a:ext cx="2343846" cy="1212294"/>
            </a:xfrm>
            <a:prstGeom prst="roundRect">
              <a:avLst>
                <a:gd name="adj" fmla="val 6178"/>
              </a:avLst>
            </a:prstGeom>
            <a:solidFill>
              <a:schemeClr val="bg1"/>
            </a:solidFill>
            <a:ln>
              <a:noFill/>
            </a:ln>
            <a:effectLst>
              <a:outerShdw blurRad="571500" dist="50800" dir="5400000" algn="ctr" rotWithShape="0">
                <a:srgbClr val="000000">
                  <a:alpha val="7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B37144D-7F9F-4845-B751-EE4CAA6A65A8}"/>
                </a:ext>
              </a:extLst>
            </p:cNvPr>
            <p:cNvGrpSpPr/>
            <p:nvPr/>
          </p:nvGrpSpPr>
          <p:grpSpPr>
            <a:xfrm>
              <a:off x="1238598" y="4240537"/>
              <a:ext cx="1867373" cy="316354"/>
              <a:chOff x="1238598" y="4240537"/>
              <a:chExt cx="1867373" cy="316354"/>
            </a:xfrm>
          </p:grpSpPr>
          <p:sp>
            <p:nvSpPr>
              <p:cNvPr id="22" name="Rounded Rectangle 52">
                <a:extLst>
                  <a:ext uri="{FF2B5EF4-FFF2-40B4-BE49-F238E27FC236}">
                    <a16:creationId xmlns:a16="http://schemas.microsoft.com/office/drawing/2014/main" id="{AD2AE067-1EB6-48B6-AC4A-B7186E6B14D7}"/>
                  </a:ext>
                </a:extLst>
              </p:cNvPr>
              <p:cNvSpPr/>
              <p:nvPr/>
            </p:nvSpPr>
            <p:spPr>
              <a:xfrm>
                <a:off x="1238598" y="4240537"/>
                <a:ext cx="1867373" cy="316354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426539" dist="212619" dir="3780000" algn="t" rotWithShape="0">
                  <a:prstClr val="black">
                    <a:alpha val="4218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ED7A6EA-3A4E-473C-B077-8C59A62EA87B}"/>
                  </a:ext>
                </a:extLst>
              </p:cNvPr>
              <p:cNvSpPr txBox="1"/>
              <p:nvPr/>
            </p:nvSpPr>
            <p:spPr>
              <a:xfrm>
                <a:off x="1289517" y="4244826"/>
                <a:ext cx="165328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D" sz="1400" b="1" i="0" dirty="0">
                    <a:solidFill>
                      <a:schemeClr val="bg1"/>
                    </a:solidFill>
                    <a:effectLst/>
                    <a:latin typeface="+mj-lt"/>
                  </a:rPr>
                  <a:t>Time limitations</a:t>
                </a:r>
                <a:endParaRPr lang="en-ID" sz="1400" b="1" dirty="0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06F7893-FBCB-4775-AA9F-87501344E7C7}"/>
                </a:ext>
              </a:extLst>
            </p:cNvPr>
            <p:cNvSpPr txBox="1"/>
            <p:nvPr/>
          </p:nvSpPr>
          <p:spPr>
            <a:xfrm>
              <a:off x="1314145" y="4696520"/>
              <a:ext cx="2268299" cy="734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ID" sz="12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Lorem ipsum </a:t>
              </a:r>
              <a:r>
                <a:rPr lang="en-ID" sz="1200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dolor</a:t>
              </a:r>
              <a:r>
                <a:rPr lang="en-ID" sz="12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 sit </a:t>
              </a:r>
              <a:r>
                <a:rPr lang="en-ID" sz="1200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amet</a:t>
              </a:r>
              <a:r>
                <a:rPr lang="en-ID" sz="12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, </a:t>
              </a:r>
              <a:r>
                <a:rPr lang="en-ID" sz="1200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consectetur</a:t>
              </a:r>
              <a:r>
                <a:rPr lang="en-ID" sz="12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 </a:t>
              </a:r>
              <a:r>
                <a:rPr lang="en-ID" sz="1200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adipiscing</a:t>
              </a:r>
              <a:r>
                <a:rPr lang="en-ID" sz="12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 </a:t>
              </a:r>
              <a:r>
                <a:rPr lang="en-ID" sz="1200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elit</a:t>
              </a:r>
              <a:r>
                <a:rPr lang="en-ID" sz="12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. </a:t>
              </a:r>
              <a:r>
                <a:rPr lang="en-ID" sz="1200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Suspendisse</a:t>
              </a:r>
              <a:r>
                <a:rPr lang="en-ID" sz="12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 vestibulum</a:t>
              </a:r>
              <a:endPara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pic>
        <p:nvPicPr>
          <p:cNvPr id="29" name="Graphic 28">
            <a:extLst>
              <a:ext uri="{FF2B5EF4-FFF2-40B4-BE49-F238E27FC236}">
                <a16:creationId xmlns:a16="http://schemas.microsoft.com/office/drawing/2014/main" id="{E90602D8-7456-41C8-AA28-E8AD4F6ACC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5696" y="3343666"/>
            <a:ext cx="400606" cy="400606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58CFB656-C836-421F-8CF5-202B9D56A96C}"/>
              </a:ext>
            </a:extLst>
          </p:cNvPr>
          <p:cNvGrpSpPr/>
          <p:nvPr/>
        </p:nvGrpSpPr>
        <p:grpSpPr>
          <a:xfrm>
            <a:off x="10019764" y="4819923"/>
            <a:ext cx="3319092" cy="3319092"/>
            <a:chOff x="5700456" y="1538424"/>
            <a:chExt cx="2243001" cy="2243001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A2EB4BF-BFA1-47A2-AF7F-7537A91C07C2}"/>
                </a:ext>
              </a:extLst>
            </p:cNvPr>
            <p:cNvSpPr/>
            <p:nvPr/>
          </p:nvSpPr>
          <p:spPr>
            <a:xfrm>
              <a:off x="6751795" y="2589763"/>
              <a:ext cx="140323" cy="1403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4DBDACC-9F95-4D00-9C40-9328516C7406}"/>
                </a:ext>
              </a:extLst>
            </p:cNvPr>
            <p:cNvSpPr/>
            <p:nvPr/>
          </p:nvSpPr>
          <p:spPr>
            <a:xfrm>
              <a:off x="6449271" y="2287239"/>
              <a:ext cx="745371" cy="74537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5BF0AAD-D454-414E-946A-5F9B4FD95E04}"/>
                </a:ext>
              </a:extLst>
            </p:cNvPr>
            <p:cNvSpPr/>
            <p:nvPr/>
          </p:nvSpPr>
          <p:spPr>
            <a:xfrm>
              <a:off x="6071404" y="1909372"/>
              <a:ext cx="1501104" cy="1501104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22B894A-5931-490D-9344-12ED52294A6F}"/>
                </a:ext>
              </a:extLst>
            </p:cNvPr>
            <p:cNvSpPr/>
            <p:nvPr/>
          </p:nvSpPr>
          <p:spPr>
            <a:xfrm>
              <a:off x="5700456" y="1538424"/>
              <a:ext cx="2243001" cy="224300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2453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B9F350-9013-4DB6-BC80-513B7E32C621}"/>
              </a:ext>
            </a:extLst>
          </p:cNvPr>
          <p:cNvSpPr/>
          <p:nvPr/>
        </p:nvSpPr>
        <p:spPr>
          <a:xfrm>
            <a:off x="8284191" y="0"/>
            <a:ext cx="390780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E32336C-13CB-45DD-8784-358C34DB5D86}"/>
              </a:ext>
            </a:extLst>
          </p:cNvPr>
          <p:cNvGrpSpPr/>
          <p:nvPr/>
        </p:nvGrpSpPr>
        <p:grpSpPr>
          <a:xfrm>
            <a:off x="941806" y="960944"/>
            <a:ext cx="5324375" cy="2256067"/>
            <a:chOff x="6414056" y="1081513"/>
            <a:chExt cx="5324375" cy="225606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4158D89-0B72-4769-92E9-E5A639925EF2}"/>
                </a:ext>
              </a:extLst>
            </p:cNvPr>
            <p:cNvSpPr txBox="1"/>
            <p:nvPr/>
          </p:nvSpPr>
          <p:spPr>
            <a:xfrm>
              <a:off x="6549031" y="1081513"/>
              <a:ext cx="5189400" cy="2256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ID" sz="4000" b="1" dirty="0">
                  <a:latin typeface="+mj-lt"/>
                </a:rPr>
                <a:t>Quantum Computing: </a:t>
              </a:r>
              <a:r>
                <a:rPr lang="en-ID" sz="4000" b="1" dirty="0">
                  <a:solidFill>
                    <a:schemeClr val="accent1"/>
                  </a:solidFill>
                  <a:latin typeface="+mj-lt"/>
                </a:rPr>
                <a:t>Research Frontiers</a:t>
              </a:r>
              <a:endParaRPr lang="en-ID" sz="7200" b="1" dirty="0">
                <a:solidFill>
                  <a:schemeClr val="accent1"/>
                </a:solidFill>
                <a:latin typeface="+mj-lt"/>
                <a:ea typeface="Noto Sans jp" panose="020B0200000000000000" pitchFamily="34" charset="-128"/>
                <a:cs typeface="Plus Jakarta Sans" pitchFamily="2" charset="0"/>
              </a:endParaRPr>
            </a:p>
          </p:txBody>
        </p:sp>
        <p:sp>
          <p:nvSpPr>
            <p:cNvPr id="4" name="Rounded Rectangle 21">
              <a:extLst>
                <a:ext uri="{FF2B5EF4-FFF2-40B4-BE49-F238E27FC236}">
                  <a16:creationId xmlns:a16="http://schemas.microsoft.com/office/drawing/2014/main" id="{B3A8D8CB-16C4-494A-88A4-2E5A1981AE41}"/>
                </a:ext>
              </a:extLst>
            </p:cNvPr>
            <p:cNvSpPr/>
            <p:nvPr/>
          </p:nvSpPr>
          <p:spPr>
            <a:xfrm>
              <a:off x="6414056" y="2625863"/>
              <a:ext cx="5324375" cy="709194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A7C2789D-01D7-4477-ACBB-CA3860733651}"/>
              </a:ext>
            </a:extLst>
          </p:cNvPr>
          <p:cNvSpPr/>
          <p:nvPr/>
        </p:nvSpPr>
        <p:spPr>
          <a:xfrm>
            <a:off x="1073519" y="3527865"/>
            <a:ext cx="44799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sz="1400" dirty="0"/>
              <a:t>Lorem ipsum </a:t>
            </a:r>
            <a:r>
              <a:rPr lang="en-ID" sz="1400" dirty="0" err="1"/>
              <a:t>dolor</a:t>
            </a:r>
            <a:r>
              <a:rPr lang="en-ID" sz="1400" dirty="0"/>
              <a:t> sit </a:t>
            </a:r>
            <a:r>
              <a:rPr lang="en-ID" sz="1400" dirty="0" err="1"/>
              <a:t>amet</a:t>
            </a:r>
            <a:r>
              <a:rPr lang="en-ID" sz="1400" dirty="0"/>
              <a:t>, </a:t>
            </a:r>
            <a:r>
              <a:rPr lang="en-ID" sz="1400" dirty="0" err="1"/>
              <a:t>consectetur</a:t>
            </a:r>
            <a:r>
              <a:rPr lang="en-ID" sz="1400" dirty="0"/>
              <a:t> </a:t>
            </a:r>
            <a:r>
              <a:rPr lang="en-ID" sz="1400" dirty="0" err="1"/>
              <a:t>adipiscing</a:t>
            </a:r>
            <a:r>
              <a:rPr lang="en-ID" sz="1400" dirty="0"/>
              <a:t> </a:t>
            </a:r>
            <a:r>
              <a:rPr lang="en-ID" sz="1400" dirty="0" err="1"/>
              <a:t>elit</a:t>
            </a:r>
            <a:r>
              <a:rPr lang="en-ID" sz="1400" dirty="0"/>
              <a:t>. </a:t>
            </a:r>
            <a:r>
              <a:rPr lang="en-ID" sz="1400" dirty="0" err="1"/>
              <a:t>Suspendisse</a:t>
            </a:r>
            <a:r>
              <a:rPr lang="en-ID" sz="1400" dirty="0"/>
              <a:t> vestibulum, </a:t>
            </a:r>
            <a:r>
              <a:rPr lang="en-ID" sz="1400" dirty="0" err="1"/>
              <a:t>leo</a:t>
            </a:r>
            <a:r>
              <a:rPr lang="en-ID" sz="1400" dirty="0"/>
              <a:t> </a:t>
            </a:r>
            <a:r>
              <a:rPr lang="en-ID" sz="1400" dirty="0" err="1"/>
              <a:t>eu</a:t>
            </a:r>
            <a:r>
              <a:rPr lang="en-ID" sz="1400" dirty="0"/>
              <a:t> </a:t>
            </a:r>
            <a:r>
              <a:rPr lang="en-ID" sz="1400" dirty="0" err="1"/>
              <a:t>bibendum</a:t>
            </a:r>
            <a:r>
              <a:rPr lang="en-ID" sz="1400" dirty="0"/>
              <a:t> convallis,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A570B9E-129A-4B42-8158-9E07EACA3B6A}"/>
              </a:ext>
            </a:extLst>
          </p:cNvPr>
          <p:cNvSpPr/>
          <p:nvPr/>
        </p:nvSpPr>
        <p:spPr>
          <a:xfrm>
            <a:off x="1343270" y="4610101"/>
            <a:ext cx="618915" cy="61891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8FC7E2-10AB-473E-9E9C-3337AB5C5507}"/>
              </a:ext>
            </a:extLst>
          </p:cNvPr>
          <p:cNvGrpSpPr/>
          <p:nvPr/>
        </p:nvGrpSpPr>
        <p:grpSpPr>
          <a:xfrm>
            <a:off x="2065792" y="4674651"/>
            <a:ext cx="1545536" cy="489814"/>
            <a:chOff x="1954895" y="1163906"/>
            <a:chExt cx="1545536" cy="48981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E5F51C6-FBCE-4C55-90A5-D31C3FCAFEE1}"/>
                </a:ext>
              </a:extLst>
            </p:cNvPr>
            <p:cNvSpPr txBox="1"/>
            <p:nvPr/>
          </p:nvSpPr>
          <p:spPr>
            <a:xfrm>
              <a:off x="1954895" y="1163906"/>
              <a:ext cx="1545536" cy="4898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ID" sz="2400" b="1" dirty="0">
                  <a:solidFill>
                    <a:schemeClr val="accent1"/>
                  </a:solidFill>
                  <a:latin typeface="+mj-lt"/>
                </a:rPr>
                <a:t>3239 +</a:t>
              </a:r>
              <a:endParaRPr lang="en-US" sz="2400" b="1" dirty="0">
                <a:solidFill>
                  <a:schemeClr val="accent1"/>
                </a:solidFill>
                <a:latin typeface="+mj-lt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0486507-DF40-45A5-9079-0959CC1095A3}"/>
                </a:ext>
              </a:extLst>
            </p:cNvPr>
            <p:cNvCxnSpPr>
              <a:cxnSpLocks/>
            </p:cNvCxnSpPr>
            <p:nvPr/>
          </p:nvCxnSpPr>
          <p:spPr>
            <a:xfrm>
              <a:off x="3244399" y="1179057"/>
              <a:ext cx="0" cy="459513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B00085C-150F-4D58-A1FA-348B8504F6C5}"/>
              </a:ext>
            </a:extLst>
          </p:cNvPr>
          <p:cNvSpPr txBox="1"/>
          <p:nvPr/>
        </p:nvSpPr>
        <p:spPr>
          <a:xfrm>
            <a:off x="3523801" y="4628196"/>
            <a:ext cx="2242000" cy="512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Lorem ipsum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dolor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sit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amet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consectetur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adipiscing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elit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4BE2C8CD-8FCC-4336-A562-B741B927B2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2557" y="4779388"/>
            <a:ext cx="280340" cy="28034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0575ADF8-1CAF-4DCB-9791-FEE1BFEBEFEB}"/>
              </a:ext>
            </a:extLst>
          </p:cNvPr>
          <p:cNvGrpSpPr/>
          <p:nvPr/>
        </p:nvGrpSpPr>
        <p:grpSpPr>
          <a:xfrm>
            <a:off x="-1391186" y="4919558"/>
            <a:ext cx="3319092" cy="3319092"/>
            <a:chOff x="5700456" y="1538424"/>
            <a:chExt cx="2243001" cy="2243001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593805D-BEBE-4C90-98F5-7BA25762D18A}"/>
                </a:ext>
              </a:extLst>
            </p:cNvPr>
            <p:cNvSpPr/>
            <p:nvPr/>
          </p:nvSpPr>
          <p:spPr>
            <a:xfrm>
              <a:off x="6751795" y="2589763"/>
              <a:ext cx="140323" cy="1403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2F98149-C5EB-413D-B4C6-08B2D9B80D2B}"/>
                </a:ext>
              </a:extLst>
            </p:cNvPr>
            <p:cNvSpPr/>
            <p:nvPr/>
          </p:nvSpPr>
          <p:spPr>
            <a:xfrm>
              <a:off x="6449271" y="2287239"/>
              <a:ext cx="745371" cy="74537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723E48E-BC35-4E07-BFEA-816727221148}"/>
                </a:ext>
              </a:extLst>
            </p:cNvPr>
            <p:cNvSpPr/>
            <p:nvPr/>
          </p:nvSpPr>
          <p:spPr>
            <a:xfrm>
              <a:off x="6071404" y="1909372"/>
              <a:ext cx="1501104" cy="1501104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4218920-EDA4-40C5-9631-8328EE3F19C1}"/>
                </a:ext>
              </a:extLst>
            </p:cNvPr>
            <p:cNvSpPr/>
            <p:nvPr/>
          </p:nvSpPr>
          <p:spPr>
            <a:xfrm>
              <a:off x="5700456" y="1538424"/>
              <a:ext cx="2243001" cy="224300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D05A3DF-940C-469C-B6E1-68E5873429A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F8DAB1C-23D7-419D-9BC8-62CBD528C6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7FB9FC6-E16A-443F-B985-6162205C11E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</p:spTree>
    <p:extLst>
      <p:ext uri="{BB962C8B-B14F-4D97-AF65-F5344CB8AC3E}">
        <p14:creationId xmlns:p14="http://schemas.microsoft.com/office/powerpoint/2010/main" val="2974222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4ABA982-42C6-4126-973A-BBE4F754EC0E}"/>
              </a:ext>
            </a:extLst>
          </p:cNvPr>
          <p:cNvSpPr/>
          <p:nvPr/>
        </p:nvSpPr>
        <p:spPr>
          <a:xfrm rot="5400000">
            <a:off x="-2030158" y="2030157"/>
            <a:ext cx="6858002" cy="2797687"/>
          </a:xfrm>
          <a:custGeom>
            <a:avLst/>
            <a:gdLst>
              <a:gd name="connsiteX0" fmla="*/ 3491133 w 7154790"/>
              <a:gd name="connsiteY0" fmla="*/ 0 h 2797687"/>
              <a:gd name="connsiteX1" fmla="*/ 7118064 w 7154790"/>
              <a:gd name="connsiteY1" fmla="*/ 2668357 h 2797687"/>
              <a:gd name="connsiteX2" fmla="*/ 7154790 w 7154790"/>
              <a:gd name="connsiteY2" fmla="*/ 2797687 h 2797687"/>
              <a:gd name="connsiteX3" fmla="*/ 0 w 7154790"/>
              <a:gd name="connsiteY3" fmla="*/ 2797687 h 2797687"/>
              <a:gd name="connsiteX4" fmla="*/ 0 w 7154790"/>
              <a:gd name="connsiteY4" fmla="*/ 2301541 h 2797687"/>
              <a:gd name="connsiteX5" fmla="*/ 67958 w 7154790"/>
              <a:gd name="connsiteY5" fmla="*/ 2151221 h 2797687"/>
              <a:gd name="connsiteX6" fmla="*/ 3491133 w 7154790"/>
              <a:gd name="connsiteY6" fmla="*/ 0 h 2797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54790" h="2797687">
                <a:moveTo>
                  <a:pt x="3491133" y="0"/>
                </a:moveTo>
                <a:cubicBezTo>
                  <a:pt x="5195265" y="0"/>
                  <a:pt x="6637236" y="1122446"/>
                  <a:pt x="7118064" y="2668357"/>
                </a:cubicBezTo>
                <a:lnTo>
                  <a:pt x="7154790" y="2797687"/>
                </a:lnTo>
                <a:lnTo>
                  <a:pt x="0" y="2797687"/>
                </a:lnTo>
                <a:lnTo>
                  <a:pt x="0" y="2301541"/>
                </a:lnTo>
                <a:lnTo>
                  <a:pt x="67958" y="2151221"/>
                </a:lnTo>
                <a:cubicBezTo>
                  <a:pt x="681283" y="878364"/>
                  <a:pt x="1983632" y="0"/>
                  <a:pt x="349113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B608354-0933-4A08-978E-E9A3E23B8467}"/>
              </a:ext>
            </a:extLst>
          </p:cNvPr>
          <p:cNvGrpSpPr/>
          <p:nvPr/>
        </p:nvGrpSpPr>
        <p:grpSpPr>
          <a:xfrm>
            <a:off x="5839267" y="1205133"/>
            <a:ext cx="5324375" cy="2256067"/>
            <a:chOff x="6414056" y="1081513"/>
            <a:chExt cx="5324375" cy="225606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D8580B9-9F80-4BB2-A65D-763887C15CC5}"/>
                </a:ext>
              </a:extLst>
            </p:cNvPr>
            <p:cNvSpPr txBox="1"/>
            <p:nvPr/>
          </p:nvSpPr>
          <p:spPr>
            <a:xfrm>
              <a:off x="6549031" y="1081513"/>
              <a:ext cx="5189400" cy="2256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ID" sz="4000" b="1" dirty="0">
                  <a:latin typeface="+mj-lt"/>
                </a:rPr>
                <a:t>Recent research discoveries and </a:t>
              </a:r>
              <a:r>
                <a:rPr lang="en-ID" sz="4000" b="1" dirty="0">
                  <a:solidFill>
                    <a:schemeClr val="accent1"/>
                  </a:solidFill>
                  <a:latin typeface="+mj-lt"/>
                </a:rPr>
                <a:t>implications</a:t>
              </a:r>
              <a:endParaRPr lang="en-ID" sz="7200" b="1" dirty="0">
                <a:solidFill>
                  <a:schemeClr val="accent1"/>
                </a:solidFill>
                <a:latin typeface="+mj-lt"/>
                <a:ea typeface="Noto Sans jp" panose="020B0200000000000000" pitchFamily="34" charset="-128"/>
                <a:cs typeface="Plus Jakarta Sans" pitchFamily="2" charset="0"/>
              </a:endParaRPr>
            </a:p>
          </p:txBody>
        </p:sp>
        <p:sp>
          <p:nvSpPr>
            <p:cNvPr id="9" name="Rounded Rectangle 21">
              <a:extLst>
                <a:ext uri="{FF2B5EF4-FFF2-40B4-BE49-F238E27FC236}">
                  <a16:creationId xmlns:a16="http://schemas.microsoft.com/office/drawing/2014/main" id="{A7146165-4783-4985-A9DC-993F0E49A4B8}"/>
                </a:ext>
              </a:extLst>
            </p:cNvPr>
            <p:cNvSpPr/>
            <p:nvPr/>
          </p:nvSpPr>
          <p:spPr>
            <a:xfrm>
              <a:off x="6414056" y="2625863"/>
              <a:ext cx="3609533" cy="709194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1416C02E-08C3-4092-9A77-F585793C9914}"/>
              </a:ext>
            </a:extLst>
          </p:cNvPr>
          <p:cNvSpPr/>
          <p:nvPr/>
        </p:nvSpPr>
        <p:spPr>
          <a:xfrm>
            <a:off x="5970980" y="3772054"/>
            <a:ext cx="44799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sz="1400" dirty="0"/>
              <a:t>Lorem ipsum </a:t>
            </a:r>
            <a:r>
              <a:rPr lang="en-ID" sz="1400" dirty="0" err="1"/>
              <a:t>dolor</a:t>
            </a:r>
            <a:r>
              <a:rPr lang="en-ID" sz="1400" dirty="0"/>
              <a:t> sit </a:t>
            </a:r>
            <a:r>
              <a:rPr lang="en-ID" sz="1400" dirty="0" err="1"/>
              <a:t>amet</a:t>
            </a:r>
            <a:r>
              <a:rPr lang="en-ID" sz="1400" dirty="0"/>
              <a:t>, </a:t>
            </a:r>
            <a:r>
              <a:rPr lang="en-ID" sz="1400" dirty="0" err="1"/>
              <a:t>consectetur</a:t>
            </a:r>
            <a:r>
              <a:rPr lang="en-ID" sz="1400" dirty="0"/>
              <a:t> </a:t>
            </a:r>
            <a:r>
              <a:rPr lang="en-ID" sz="1400" dirty="0" err="1"/>
              <a:t>adipiscing</a:t>
            </a:r>
            <a:r>
              <a:rPr lang="en-ID" sz="1400" dirty="0"/>
              <a:t> </a:t>
            </a:r>
            <a:r>
              <a:rPr lang="en-ID" sz="1400" dirty="0" err="1"/>
              <a:t>elit</a:t>
            </a:r>
            <a:r>
              <a:rPr lang="en-ID" sz="1400" dirty="0"/>
              <a:t>. </a:t>
            </a:r>
            <a:r>
              <a:rPr lang="en-ID" sz="1400" dirty="0" err="1"/>
              <a:t>Suspendisse</a:t>
            </a:r>
            <a:r>
              <a:rPr lang="en-ID" sz="1400" dirty="0"/>
              <a:t> vestibulum, </a:t>
            </a:r>
            <a:r>
              <a:rPr lang="en-ID" sz="1400" dirty="0" err="1"/>
              <a:t>leo</a:t>
            </a:r>
            <a:r>
              <a:rPr lang="en-ID" sz="1400" dirty="0"/>
              <a:t> </a:t>
            </a:r>
            <a:r>
              <a:rPr lang="en-ID" sz="1400" dirty="0" err="1"/>
              <a:t>eu</a:t>
            </a:r>
            <a:r>
              <a:rPr lang="en-ID" sz="1400" dirty="0"/>
              <a:t> </a:t>
            </a:r>
            <a:r>
              <a:rPr lang="en-ID" sz="1400" dirty="0" err="1"/>
              <a:t>bibendum</a:t>
            </a:r>
            <a:r>
              <a:rPr lang="en-ID" sz="1400" dirty="0"/>
              <a:t> convallis,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1758221-8BD9-4E4E-B7A2-0F7B6A41F2AB}"/>
              </a:ext>
            </a:extLst>
          </p:cNvPr>
          <p:cNvGrpSpPr/>
          <p:nvPr/>
        </p:nvGrpSpPr>
        <p:grpSpPr>
          <a:xfrm>
            <a:off x="5970980" y="4606128"/>
            <a:ext cx="2554229" cy="942144"/>
            <a:chOff x="6515630" y="1609937"/>
            <a:chExt cx="2554229" cy="94214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B77C1A8-EC17-4C17-A957-3F7A215FBB79}"/>
                </a:ext>
              </a:extLst>
            </p:cNvPr>
            <p:cNvSpPr txBox="1"/>
            <p:nvPr/>
          </p:nvSpPr>
          <p:spPr>
            <a:xfrm>
              <a:off x="6515630" y="2039377"/>
              <a:ext cx="2554229" cy="5127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20000"/>
                </a:lnSpc>
                <a:defRPr sz="1200" b="0" i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ID" sz="12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Lorem ipsum </a:t>
              </a:r>
              <a:r>
                <a:rPr lang="en-ID" sz="1200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dolor</a:t>
              </a:r>
              <a:r>
                <a:rPr lang="en-ID" sz="12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 sit </a:t>
              </a:r>
              <a:r>
                <a:rPr lang="en-ID" sz="1200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amet</a:t>
              </a:r>
              <a:r>
                <a:rPr lang="en-ID" sz="12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, </a:t>
              </a:r>
              <a:r>
                <a:rPr lang="en-ID" sz="1200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consectetur</a:t>
              </a:r>
              <a:r>
                <a:rPr lang="en-ID" sz="12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 </a:t>
              </a:r>
              <a:r>
                <a:rPr lang="en-ID" sz="1200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adipiscing</a:t>
              </a:r>
              <a:r>
                <a:rPr lang="en-ID" sz="12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 </a:t>
              </a:r>
              <a:r>
                <a:rPr lang="en-ID" sz="1200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elit</a:t>
              </a:r>
              <a:endPara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34BBF8A-DDD2-4A8E-95D7-3A1CF44E5179}"/>
                </a:ext>
              </a:extLst>
            </p:cNvPr>
            <p:cNvSpPr txBox="1"/>
            <p:nvPr/>
          </p:nvSpPr>
          <p:spPr>
            <a:xfrm>
              <a:off x="6515630" y="1609937"/>
              <a:ext cx="234553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sz="2400" b="1" i="0" dirty="0">
                  <a:solidFill>
                    <a:schemeClr val="accent1"/>
                  </a:solidFill>
                  <a:effectLst/>
                </a:rPr>
                <a:t>Discoveries</a:t>
              </a:r>
              <a:endParaRPr lang="en-ID" sz="2400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21EC237-BC95-4F5E-8580-52B544F6CD26}"/>
              </a:ext>
            </a:extLst>
          </p:cNvPr>
          <p:cNvGrpSpPr/>
          <p:nvPr/>
        </p:nvGrpSpPr>
        <p:grpSpPr>
          <a:xfrm>
            <a:off x="8423298" y="4606128"/>
            <a:ext cx="2554229" cy="942144"/>
            <a:chOff x="6515630" y="1609937"/>
            <a:chExt cx="2554229" cy="94214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C7DB74-C337-4BE2-9631-E70116CABFE5}"/>
                </a:ext>
              </a:extLst>
            </p:cNvPr>
            <p:cNvSpPr txBox="1"/>
            <p:nvPr/>
          </p:nvSpPr>
          <p:spPr>
            <a:xfrm>
              <a:off x="6515630" y="2039377"/>
              <a:ext cx="2554229" cy="5127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20000"/>
                </a:lnSpc>
                <a:defRPr sz="1200" b="0" i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ID" sz="12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Lorem ipsum </a:t>
              </a:r>
              <a:r>
                <a:rPr lang="en-ID" sz="1200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dolor</a:t>
              </a:r>
              <a:r>
                <a:rPr lang="en-ID" sz="12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 sit </a:t>
              </a:r>
              <a:r>
                <a:rPr lang="en-ID" sz="1200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amet</a:t>
              </a:r>
              <a:r>
                <a:rPr lang="en-ID" sz="12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, </a:t>
              </a:r>
              <a:r>
                <a:rPr lang="en-ID" sz="1200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consectetur</a:t>
              </a:r>
              <a:r>
                <a:rPr lang="en-ID" sz="12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 </a:t>
              </a:r>
              <a:r>
                <a:rPr lang="en-ID" sz="1200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adipiscing</a:t>
              </a:r>
              <a:r>
                <a:rPr lang="en-ID" sz="12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 </a:t>
              </a:r>
              <a:r>
                <a:rPr lang="en-ID" sz="1200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rPr>
                <a:t>elit</a:t>
              </a:r>
              <a:endPara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C5C60F0-0096-44AC-805C-D12B7E5321A0}"/>
                </a:ext>
              </a:extLst>
            </p:cNvPr>
            <p:cNvSpPr txBox="1"/>
            <p:nvPr/>
          </p:nvSpPr>
          <p:spPr>
            <a:xfrm>
              <a:off x="6515630" y="1609937"/>
              <a:ext cx="234553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sz="2400" b="1" i="0" dirty="0">
                  <a:solidFill>
                    <a:schemeClr val="accent2"/>
                  </a:solidFill>
                  <a:effectLst/>
                </a:rPr>
                <a:t>implications</a:t>
              </a:r>
              <a:endParaRPr lang="en-ID" sz="24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C62AF52-3C90-4DC3-A6E3-73006CE79D19}"/>
              </a:ext>
            </a:extLst>
          </p:cNvPr>
          <p:cNvGrpSpPr/>
          <p:nvPr/>
        </p:nvGrpSpPr>
        <p:grpSpPr>
          <a:xfrm>
            <a:off x="10167312" y="-1277198"/>
            <a:ext cx="3319092" cy="3319092"/>
            <a:chOff x="5700456" y="1538424"/>
            <a:chExt cx="2243001" cy="224300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9A379D1-75C6-4D64-9DE0-6F910C9163A9}"/>
                </a:ext>
              </a:extLst>
            </p:cNvPr>
            <p:cNvSpPr/>
            <p:nvPr/>
          </p:nvSpPr>
          <p:spPr>
            <a:xfrm>
              <a:off x="6751795" y="2589763"/>
              <a:ext cx="140323" cy="1403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B553C03-C648-406D-8687-36DD0F8B66F4}"/>
                </a:ext>
              </a:extLst>
            </p:cNvPr>
            <p:cNvSpPr/>
            <p:nvPr/>
          </p:nvSpPr>
          <p:spPr>
            <a:xfrm>
              <a:off x="6449271" y="2287239"/>
              <a:ext cx="745371" cy="74537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05126E0-2D97-4CDC-A6B6-899F4D68BEB3}"/>
                </a:ext>
              </a:extLst>
            </p:cNvPr>
            <p:cNvSpPr/>
            <p:nvPr/>
          </p:nvSpPr>
          <p:spPr>
            <a:xfrm>
              <a:off x="6071404" y="1909372"/>
              <a:ext cx="1501104" cy="1501104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D448BA8-543B-40AD-BFE3-3DC5BBCB27BC}"/>
                </a:ext>
              </a:extLst>
            </p:cNvPr>
            <p:cNvSpPr/>
            <p:nvPr/>
          </p:nvSpPr>
          <p:spPr>
            <a:xfrm>
              <a:off x="5700456" y="1538424"/>
              <a:ext cx="2243001" cy="224300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A046090-00BB-46C3-8A6E-3D37DE20004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211721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77A93DE-B668-46FA-86B5-C9303733E489}"/>
              </a:ext>
            </a:extLst>
          </p:cNvPr>
          <p:cNvGrpSpPr/>
          <p:nvPr/>
        </p:nvGrpSpPr>
        <p:grpSpPr>
          <a:xfrm>
            <a:off x="6428472" y="1237318"/>
            <a:ext cx="4720996" cy="2256067"/>
            <a:chOff x="6414056" y="1081513"/>
            <a:chExt cx="4720996" cy="225606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EB5BC8B-8419-4A51-8064-E49F4E94840D}"/>
                </a:ext>
              </a:extLst>
            </p:cNvPr>
            <p:cNvSpPr txBox="1"/>
            <p:nvPr/>
          </p:nvSpPr>
          <p:spPr>
            <a:xfrm>
              <a:off x="6549032" y="1081513"/>
              <a:ext cx="4586020" cy="2256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ID" sz="4000" b="1" dirty="0">
                  <a:latin typeface="+mj-lt"/>
                </a:rPr>
                <a:t>Several </a:t>
              </a:r>
              <a:r>
                <a:rPr lang="en-ID" sz="4000" b="1" dirty="0">
                  <a:solidFill>
                    <a:schemeClr val="accent1"/>
                  </a:solidFill>
                  <a:latin typeface="+mj-lt"/>
                </a:rPr>
                <a:t>service carried out during research</a:t>
              </a:r>
              <a:endParaRPr lang="en-ID" sz="7200" b="1" dirty="0">
                <a:solidFill>
                  <a:schemeClr val="accent1"/>
                </a:solidFill>
                <a:latin typeface="+mj-lt"/>
                <a:ea typeface="Noto Sans jp" panose="020B0200000000000000" pitchFamily="34" charset="-128"/>
                <a:cs typeface="Plus Jakarta Sans" pitchFamily="2" charset="0"/>
              </a:endParaRPr>
            </a:p>
          </p:txBody>
        </p:sp>
        <p:sp>
          <p:nvSpPr>
            <p:cNvPr id="5" name="Rounded Rectangle 21">
              <a:extLst>
                <a:ext uri="{FF2B5EF4-FFF2-40B4-BE49-F238E27FC236}">
                  <a16:creationId xmlns:a16="http://schemas.microsoft.com/office/drawing/2014/main" id="{6610F9D2-D75A-488B-AB5D-6E96803654BD}"/>
                </a:ext>
              </a:extLst>
            </p:cNvPr>
            <p:cNvSpPr/>
            <p:nvPr/>
          </p:nvSpPr>
          <p:spPr>
            <a:xfrm>
              <a:off x="6414056" y="2606813"/>
              <a:ext cx="4586020" cy="709194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3E7FAAFA-36A9-4523-B072-6D75F2D9BC87}"/>
              </a:ext>
            </a:extLst>
          </p:cNvPr>
          <p:cNvSpPr/>
          <p:nvPr/>
        </p:nvSpPr>
        <p:spPr>
          <a:xfrm>
            <a:off x="1074626" y="4604513"/>
            <a:ext cx="2868499" cy="13307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26539" dist="212619" dir="3780000" algn="t" rotWithShape="0">
              <a:prstClr val="black">
                <a:alpha val="4218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ysClr val="windowText" lastClr="0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42DF6B-825C-4DE4-BEAC-DE8E33F03271}"/>
              </a:ext>
            </a:extLst>
          </p:cNvPr>
          <p:cNvSpPr txBox="1"/>
          <p:nvPr/>
        </p:nvSpPr>
        <p:spPr>
          <a:xfrm>
            <a:off x="1239369" y="5108949"/>
            <a:ext cx="2550299" cy="512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effectLst/>
              </a:defRPr>
            </a:lvl1pPr>
          </a:lstStyle>
          <a:p>
            <a:r>
              <a:rPr lang="en-ID" dirty="0"/>
              <a:t>Lorem ipsum </a:t>
            </a:r>
            <a:r>
              <a:rPr lang="en-ID" dirty="0" err="1"/>
              <a:t>dolor</a:t>
            </a:r>
            <a:r>
              <a:rPr lang="en-ID" dirty="0"/>
              <a:t> sit </a:t>
            </a:r>
            <a:r>
              <a:rPr lang="en-ID" dirty="0" err="1"/>
              <a:t>amet</a:t>
            </a:r>
            <a:r>
              <a:rPr lang="en-ID" dirty="0"/>
              <a:t>, </a:t>
            </a:r>
            <a:r>
              <a:rPr lang="en-ID" dirty="0" err="1"/>
              <a:t>consectetur</a:t>
            </a:r>
            <a:r>
              <a:rPr lang="en-ID" dirty="0"/>
              <a:t> </a:t>
            </a:r>
            <a:r>
              <a:rPr lang="en-ID" dirty="0" err="1"/>
              <a:t>adipiscing</a:t>
            </a:r>
            <a:r>
              <a:rPr lang="en-ID" dirty="0"/>
              <a:t> </a:t>
            </a:r>
            <a:r>
              <a:rPr lang="en-ID" dirty="0" err="1"/>
              <a:t>elit</a:t>
            </a:r>
            <a:r>
              <a:rPr lang="en-ID" dirty="0"/>
              <a:t>, </a:t>
            </a:r>
            <a:r>
              <a:rPr lang="en-ID" dirty="0" err="1"/>
              <a:t>sed</a:t>
            </a:r>
            <a:endParaRPr lang="en-ID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599DBE-95DE-494E-8904-8901386FA379}"/>
              </a:ext>
            </a:extLst>
          </p:cNvPr>
          <p:cNvSpPr txBox="1"/>
          <p:nvPr/>
        </p:nvSpPr>
        <p:spPr>
          <a:xfrm>
            <a:off x="1239369" y="4715210"/>
            <a:ext cx="18995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600" b="1" i="0" dirty="0">
                <a:solidFill>
                  <a:schemeClr val="accent1"/>
                </a:solidFill>
                <a:effectLst/>
                <a:latin typeface="+mj-lt"/>
              </a:rPr>
              <a:t>Data collection</a:t>
            </a:r>
            <a:endParaRPr lang="en-ID" sz="16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2782370-7FB9-45C3-A612-064492A682A6}"/>
              </a:ext>
            </a:extLst>
          </p:cNvPr>
          <p:cNvSpPr/>
          <p:nvPr/>
        </p:nvSpPr>
        <p:spPr>
          <a:xfrm>
            <a:off x="3655230" y="4374648"/>
            <a:ext cx="579600" cy="579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83E1D3-6E81-4925-80BF-9F59073573F7}"/>
              </a:ext>
            </a:extLst>
          </p:cNvPr>
          <p:cNvSpPr/>
          <p:nvPr/>
        </p:nvSpPr>
        <p:spPr>
          <a:xfrm>
            <a:off x="4674169" y="4546456"/>
            <a:ext cx="2868499" cy="13307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26539" dist="212619" dir="3780000" algn="t" rotWithShape="0">
              <a:prstClr val="black">
                <a:alpha val="4218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ysClr val="windowText" lastClr="0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2A38A0-8B0E-4672-ABB0-559A031E3C8B}"/>
              </a:ext>
            </a:extLst>
          </p:cNvPr>
          <p:cNvSpPr txBox="1"/>
          <p:nvPr/>
        </p:nvSpPr>
        <p:spPr>
          <a:xfrm>
            <a:off x="4838912" y="5050892"/>
            <a:ext cx="2550299" cy="512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effectLst/>
              </a:defRPr>
            </a:lvl1pPr>
          </a:lstStyle>
          <a:p>
            <a:r>
              <a:rPr lang="en-ID" dirty="0"/>
              <a:t>Lorem ipsum </a:t>
            </a:r>
            <a:r>
              <a:rPr lang="en-ID" dirty="0" err="1"/>
              <a:t>dolor</a:t>
            </a:r>
            <a:r>
              <a:rPr lang="en-ID" dirty="0"/>
              <a:t> sit </a:t>
            </a:r>
            <a:r>
              <a:rPr lang="en-ID" dirty="0" err="1"/>
              <a:t>amet</a:t>
            </a:r>
            <a:r>
              <a:rPr lang="en-ID" dirty="0"/>
              <a:t>, </a:t>
            </a:r>
            <a:r>
              <a:rPr lang="en-ID" dirty="0" err="1"/>
              <a:t>consectetur</a:t>
            </a:r>
            <a:r>
              <a:rPr lang="en-ID" dirty="0"/>
              <a:t> </a:t>
            </a:r>
            <a:r>
              <a:rPr lang="en-ID" dirty="0" err="1"/>
              <a:t>adipiscing</a:t>
            </a:r>
            <a:r>
              <a:rPr lang="en-ID" dirty="0"/>
              <a:t> </a:t>
            </a:r>
            <a:r>
              <a:rPr lang="en-ID" dirty="0" err="1"/>
              <a:t>elit</a:t>
            </a:r>
            <a:r>
              <a:rPr lang="en-ID" dirty="0"/>
              <a:t>, </a:t>
            </a:r>
            <a:r>
              <a:rPr lang="en-ID" dirty="0" err="1"/>
              <a:t>sed</a:t>
            </a:r>
            <a:endParaRPr lang="en-ID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99D70B-AEA8-4E6A-AE05-FEB62B9EE075}"/>
              </a:ext>
            </a:extLst>
          </p:cNvPr>
          <p:cNvSpPr txBox="1"/>
          <p:nvPr/>
        </p:nvSpPr>
        <p:spPr>
          <a:xfrm>
            <a:off x="4838912" y="4657153"/>
            <a:ext cx="22624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600" b="1" i="0" dirty="0">
                <a:solidFill>
                  <a:schemeClr val="accent2"/>
                </a:solidFill>
                <a:effectLst/>
                <a:latin typeface="+mj-lt"/>
              </a:rPr>
              <a:t>Literature research</a:t>
            </a:r>
            <a:endParaRPr lang="en-ID" sz="16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8C65C27-D166-4245-A9E3-5BCAA5923279}"/>
              </a:ext>
            </a:extLst>
          </p:cNvPr>
          <p:cNvSpPr/>
          <p:nvPr/>
        </p:nvSpPr>
        <p:spPr>
          <a:xfrm>
            <a:off x="7254773" y="4316591"/>
            <a:ext cx="579600" cy="579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D350F3-CDAF-4A90-A21C-2692E51E699A}"/>
              </a:ext>
            </a:extLst>
          </p:cNvPr>
          <p:cNvSpPr/>
          <p:nvPr/>
        </p:nvSpPr>
        <p:spPr>
          <a:xfrm>
            <a:off x="8220231" y="4558483"/>
            <a:ext cx="2868499" cy="13307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26539" dist="212619" dir="3780000" algn="t" rotWithShape="0">
              <a:prstClr val="black">
                <a:alpha val="4218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ysClr val="windowText" lastClr="00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FA5A2C-4180-451B-BDE5-9DA94EC4034D}"/>
              </a:ext>
            </a:extLst>
          </p:cNvPr>
          <p:cNvSpPr txBox="1"/>
          <p:nvPr/>
        </p:nvSpPr>
        <p:spPr>
          <a:xfrm>
            <a:off x="8384974" y="5062919"/>
            <a:ext cx="2550299" cy="512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effectLst/>
              </a:defRPr>
            </a:lvl1pPr>
          </a:lstStyle>
          <a:p>
            <a:r>
              <a:rPr lang="en-ID" dirty="0"/>
              <a:t>Lorem ipsum </a:t>
            </a:r>
            <a:r>
              <a:rPr lang="en-ID" dirty="0" err="1"/>
              <a:t>dolor</a:t>
            </a:r>
            <a:r>
              <a:rPr lang="en-ID" dirty="0"/>
              <a:t> sit </a:t>
            </a:r>
            <a:r>
              <a:rPr lang="en-ID" dirty="0" err="1"/>
              <a:t>amet</a:t>
            </a:r>
            <a:r>
              <a:rPr lang="en-ID" dirty="0"/>
              <a:t>, </a:t>
            </a:r>
            <a:r>
              <a:rPr lang="en-ID" dirty="0" err="1"/>
              <a:t>consectetur</a:t>
            </a:r>
            <a:r>
              <a:rPr lang="en-ID" dirty="0"/>
              <a:t> </a:t>
            </a:r>
            <a:r>
              <a:rPr lang="en-ID" dirty="0" err="1"/>
              <a:t>adipiscing</a:t>
            </a:r>
            <a:r>
              <a:rPr lang="en-ID" dirty="0"/>
              <a:t> </a:t>
            </a:r>
            <a:r>
              <a:rPr lang="en-ID" dirty="0" err="1"/>
              <a:t>elit</a:t>
            </a:r>
            <a:r>
              <a:rPr lang="en-ID" dirty="0"/>
              <a:t>, </a:t>
            </a:r>
            <a:r>
              <a:rPr lang="en-ID" dirty="0" err="1"/>
              <a:t>sed</a:t>
            </a:r>
            <a:endParaRPr lang="en-ID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71E63F-F476-4EC9-982F-9B86EC4A1FFE}"/>
              </a:ext>
            </a:extLst>
          </p:cNvPr>
          <p:cNvSpPr txBox="1"/>
          <p:nvPr/>
        </p:nvSpPr>
        <p:spPr>
          <a:xfrm>
            <a:off x="8384974" y="4669180"/>
            <a:ext cx="18995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600" b="1" i="0" dirty="0">
                <a:solidFill>
                  <a:schemeClr val="accent3"/>
                </a:solidFill>
                <a:effectLst/>
                <a:latin typeface="+mj-lt"/>
              </a:rPr>
              <a:t>Data analysis</a:t>
            </a:r>
            <a:endParaRPr lang="en-ID" sz="1600" b="1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B7F3963-EB3C-4ECC-9DCF-131D5287376D}"/>
              </a:ext>
            </a:extLst>
          </p:cNvPr>
          <p:cNvSpPr/>
          <p:nvPr/>
        </p:nvSpPr>
        <p:spPr>
          <a:xfrm>
            <a:off x="10800835" y="4328618"/>
            <a:ext cx="579600" cy="579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16FB41E7-3B3A-43B6-80B9-63D02349B9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9217" y="4487000"/>
            <a:ext cx="262837" cy="26283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AEB6F009-22C5-4593-8DAD-8468169B1A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11015" y="4472833"/>
            <a:ext cx="267117" cy="267117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FB9D9507-16B4-4F31-933A-8D5D025F34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18635" y="4538053"/>
            <a:ext cx="252790" cy="252790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9FDD7D18-C6C2-4863-9E77-29F159092573}"/>
              </a:ext>
            </a:extLst>
          </p:cNvPr>
          <p:cNvGrpSpPr/>
          <p:nvPr/>
        </p:nvGrpSpPr>
        <p:grpSpPr>
          <a:xfrm>
            <a:off x="10284493" y="-1358276"/>
            <a:ext cx="3319092" cy="3319092"/>
            <a:chOff x="5700456" y="1538424"/>
            <a:chExt cx="2243001" cy="2243001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F3E42296-2B3E-4DC6-A064-618100824778}"/>
                </a:ext>
              </a:extLst>
            </p:cNvPr>
            <p:cNvSpPr/>
            <p:nvPr/>
          </p:nvSpPr>
          <p:spPr>
            <a:xfrm>
              <a:off x="6751795" y="2589763"/>
              <a:ext cx="140323" cy="1403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40C212A-B6F4-4429-B42B-A55AC9EBACA0}"/>
                </a:ext>
              </a:extLst>
            </p:cNvPr>
            <p:cNvSpPr/>
            <p:nvPr/>
          </p:nvSpPr>
          <p:spPr>
            <a:xfrm>
              <a:off x="6449271" y="2287239"/>
              <a:ext cx="745371" cy="74537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AE3B8CA-0E9D-4878-984E-71381455CBAD}"/>
                </a:ext>
              </a:extLst>
            </p:cNvPr>
            <p:cNvSpPr/>
            <p:nvPr/>
          </p:nvSpPr>
          <p:spPr>
            <a:xfrm>
              <a:off x="6071404" y="1909372"/>
              <a:ext cx="1501104" cy="1501104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CB91B90-2906-4987-921A-7B28EAF24162}"/>
                </a:ext>
              </a:extLst>
            </p:cNvPr>
            <p:cNvSpPr/>
            <p:nvPr/>
          </p:nvSpPr>
          <p:spPr>
            <a:xfrm>
              <a:off x="5700456" y="1538424"/>
              <a:ext cx="2243001" cy="224300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609782B-591E-495A-BBF2-8087EC1C5A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734445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81">
            <a:extLst>
              <a:ext uri="{FF2B5EF4-FFF2-40B4-BE49-F238E27FC236}">
                <a16:creationId xmlns:a16="http://schemas.microsoft.com/office/drawing/2014/main" id="{8791E6D3-03C1-4240-AC69-F13A5E60A9EB}"/>
              </a:ext>
            </a:extLst>
          </p:cNvPr>
          <p:cNvSpPr/>
          <p:nvPr/>
        </p:nvSpPr>
        <p:spPr>
          <a:xfrm>
            <a:off x="1114156" y="4619156"/>
            <a:ext cx="2868500" cy="1330794"/>
          </a:xfrm>
          <a:prstGeom prst="roundRect">
            <a:avLst>
              <a:gd name="adj" fmla="val 9032"/>
            </a:avLst>
          </a:prstGeom>
          <a:solidFill>
            <a:schemeClr val="bg1"/>
          </a:solidFill>
          <a:ln>
            <a:noFill/>
          </a:ln>
          <a:effectLst>
            <a:outerShdw blurRad="571500" dist="50800" dir="5400000" algn="ctr" rotWithShape="0">
              <a:srgbClr val="000000">
                <a:alpha val="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ysClr val="windowText" lastClr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008511-CD47-4831-82E9-6D3B566A02FD}"/>
              </a:ext>
            </a:extLst>
          </p:cNvPr>
          <p:cNvSpPr txBox="1"/>
          <p:nvPr/>
        </p:nvSpPr>
        <p:spPr>
          <a:xfrm>
            <a:off x="1278900" y="5123592"/>
            <a:ext cx="2550299" cy="512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effectLst/>
              </a:defRPr>
            </a:lvl1pPr>
          </a:lstStyle>
          <a:p>
            <a:r>
              <a:rPr lang="en-ID" dirty="0"/>
              <a:t>Lorem ipsum </a:t>
            </a:r>
            <a:r>
              <a:rPr lang="en-ID" dirty="0" err="1"/>
              <a:t>dolor</a:t>
            </a:r>
            <a:r>
              <a:rPr lang="en-ID" dirty="0"/>
              <a:t> sit </a:t>
            </a:r>
            <a:r>
              <a:rPr lang="en-ID" dirty="0" err="1"/>
              <a:t>amet</a:t>
            </a:r>
            <a:r>
              <a:rPr lang="en-ID" dirty="0"/>
              <a:t>, </a:t>
            </a:r>
            <a:r>
              <a:rPr lang="en-ID" dirty="0" err="1"/>
              <a:t>consectetur</a:t>
            </a:r>
            <a:r>
              <a:rPr lang="en-ID" dirty="0"/>
              <a:t> </a:t>
            </a:r>
            <a:r>
              <a:rPr lang="en-ID" dirty="0" err="1"/>
              <a:t>adipiscing</a:t>
            </a:r>
            <a:r>
              <a:rPr lang="en-ID" dirty="0"/>
              <a:t> </a:t>
            </a:r>
            <a:r>
              <a:rPr lang="en-ID" dirty="0" err="1"/>
              <a:t>elit</a:t>
            </a:r>
            <a:r>
              <a:rPr lang="en-ID" dirty="0"/>
              <a:t>, </a:t>
            </a:r>
            <a:r>
              <a:rPr lang="en-ID" dirty="0" err="1"/>
              <a:t>sed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F42681-5820-4DB3-8657-7F1672DF293D}"/>
              </a:ext>
            </a:extLst>
          </p:cNvPr>
          <p:cNvSpPr txBox="1"/>
          <p:nvPr/>
        </p:nvSpPr>
        <p:spPr>
          <a:xfrm>
            <a:off x="1278900" y="4729853"/>
            <a:ext cx="1899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i="0" dirty="0">
                <a:solidFill>
                  <a:schemeClr val="accent1"/>
                </a:solidFill>
                <a:effectLst/>
                <a:latin typeface="+mj-lt"/>
              </a:rPr>
              <a:t>Innovations</a:t>
            </a:r>
            <a:endParaRPr lang="en-ID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Rounded Rectangle 77">
            <a:extLst>
              <a:ext uri="{FF2B5EF4-FFF2-40B4-BE49-F238E27FC236}">
                <a16:creationId xmlns:a16="http://schemas.microsoft.com/office/drawing/2014/main" id="{00F541EB-EB36-4C28-99D9-2F07B68CB9CD}"/>
              </a:ext>
            </a:extLst>
          </p:cNvPr>
          <p:cNvSpPr/>
          <p:nvPr/>
        </p:nvSpPr>
        <p:spPr>
          <a:xfrm>
            <a:off x="3447522" y="4447585"/>
            <a:ext cx="651600" cy="651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26163AF-C126-4928-B131-A0818592303D}"/>
              </a:ext>
            </a:extLst>
          </p:cNvPr>
          <p:cNvGrpSpPr/>
          <p:nvPr/>
        </p:nvGrpSpPr>
        <p:grpSpPr>
          <a:xfrm>
            <a:off x="939576" y="1006629"/>
            <a:ext cx="5324375" cy="2256067"/>
            <a:chOff x="6414056" y="1081513"/>
            <a:chExt cx="5324375" cy="225606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12CBC22-20A7-486F-8E00-D63201EFA51E}"/>
                </a:ext>
              </a:extLst>
            </p:cNvPr>
            <p:cNvSpPr txBox="1"/>
            <p:nvPr/>
          </p:nvSpPr>
          <p:spPr>
            <a:xfrm>
              <a:off x="6549031" y="1081513"/>
              <a:ext cx="5189400" cy="2256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ID" sz="4000" b="1" dirty="0">
                  <a:latin typeface="+mj-lt"/>
                </a:rPr>
                <a:t>Agriculture innovations and </a:t>
              </a:r>
              <a:r>
                <a:rPr lang="en-ID" sz="4000" b="1" dirty="0">
                  <a:solidFill>
                    <a:schemeClr val="accent1"/>
                  </a:solidFill>
                  <a:latin typeface="+mj-lt"/>
                </a:rPr>
                <a:t>research solutions</a:t>
              </a:r>
              <a:endParaRPr lang="en-ID" sz="7200" b="1" dirty="0">
                <a:solidFill>
                  <a:schemeClr val="accent1"/>
                </a:solidFill>
                <a:latin typeface="+mj-lt"/>
                <a:ea typeface="Noto Sans jp" panose="020B0200000000000000" pitchFamily="34" charset="-128"/>
                <a:cs typeface="Plus Jakarta Sans" pitchFamily="2" charset="0"/>
              </a:endParaRPr>
            </a:p>
          </p:txBody>
        </p:sp>
        <p:sp>
          <p:nvSpPr>
            <p:cNvPr id="15" name="Rounded Rectangle 21">
              <a:extLst>
                <a:ext uri="{FF2B5EF4-FFF2-40B4-BE49-F238E27FC236}">
                  <a16:creationId xmlns:a16="http://schemas.microsoft.com/office/drawing/2014/main" id="{E8A6C915-9E73-4CF8-A9A7-7A4F0E81512B}"/>
                </a:ext>
              </a:extLst>
            </p:cNvPr>
            <p:cNvSpPr/>
            <p:nvPr/>
          </p:nvSpPr>
          <p:spPr>
            <a:xfrm>
              <a:off x="6414056" y="2625863"/>
              <a:ext cx="5156424" cy="709194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F4D1EDA4-A9C3-4003-ABCC-D980957D16B9}"/>
              </a:ext>
            </a:extLst>
          </p:cNvPr>
          <p:cNvSpPr/>
          <p:nvPr/>
        </p:nvSpPr>
        <p:spPr>
          <a:xfrm>
            <a:off x="1071289" y="3573550"/>
            <a:ext cx="44799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sz="1400" dirty="0"/>
              <a:t>Lorem ipsum </a:t>
            </a:r>
            <a:r>
              <a:rPr lang="en-ID" sz="1400" dirty="0" err="1"/>
              <a:t>dolor</a:t>
            </a:r>
            <a:r>
              <a:rPr lang="en-ID" sz="1400" dirty="0"/>
              <a:t> sit </a:t>
            </a:r>
            <a:r>
              <a:rPr lang="en-ID" sz="1400" dirty="0" err="1"/>
              <a:t>amet</a:t>
            </a:r>
            <a:r>
              <a:rPr lang="en-ID" sz="1400" dirty="0"/>
              <a:t>, </a:t>
            </a:r>
            <a:r>
              <a:rPr lang="en-ID" sz="1400" dirty="0" err="1"/>
              <a:t>consectetur</a:t>
            </a:r>
            <a:r>
              <a:rPr lang="en-ID" sz="1400" dirty="0"/>
              <a:t> </a:t>
            </a:r>
            <a:r>
              <a:rPr lang="en-ID" sz="1400" dirty="0" err="1"/>
              <a:t>adipiscing</a:t>
            </a:r>
            <a:r>
              <a:rPr lang="en-ID" sz="1400" dirty="0"/>
              <a:t> </a:t>
            </a:r>
            <a:r>
              <a:rPr lang="en-ID" sz="1400" dirty="0" err="1"/>
              <a:t>elit</a:t>
            </a:r>
            <a:r>
              <a:rPr lang="en-ID" sz="1400" dirty="0"/>
              <a:t>. </a:t>
            </a:r>
            <a:r>
              <a:rPr lang="en-ID" sz="1400" dirty="0" err="1"/>
              <a:t>Suspendisse</a:t>
            </a:r>
            <a:r>
              <a:rPr lang="en-ID" sz="1400" dirty="0"/>
              <a:t> vestibulum, </a:t>
            </a:r>
            <a:r>
              <a:rPr lang="en-ID" sz="1400" dirty="0" err="1"/>
              <a:t>leo</a:t>
            </a:r>
            <a:r>
              <a:rPr lang="en-ID" sz="1400" dirty="0"/>
              <a:t> </a:t>
            </a:r>
            <a:r>
              <a:rPr lang="en-ID" sz="1400" dirty="0" err="1"/>
              <a:t>eu</a:t>
            </a:r>
            <a:r>
              <a:rPr lang="en-ID" sz="1400" dirty="0"/>
              <a:t> </a:t>
            </a:r>
            <a:r>
              <a:rPr lang="en-ID" sz="1400" dirty="0" err="1"/>
              <a:t>bibendum</a:t>
            </a:r>
            <a:r>
              <a:rPr lang="en-ID" sz="1400" dirty="0"/>
              <a:t> convallis,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65C4CE2-FA48-4DA9-82EF-73FF8DCDAE88}"/>
              </a:ext>
            </a:extLst>
          </p:cNvPr>
          <p:cNvGrpSpPr/>
          <p:nvPr/>
        </p:nvGrpSpPr>
        <p:grpSpPr>
          <a:xfrm>
            <a:off x="4548120" y="4391455"/>
            <a:ext cx="3087089" cy="1502365"/>
            <a:chOff x="4829701" y="4447585"/>
            <a:chExt cx="3087089" cy="1502365"/>
          </a:xfrm>
        </p:grpSpPr>
        <p:sp>
          <p:nvSpPr>
            <p:cNvPr id="7" name="Rounded Rectangle 81">
              <a:extLst>
                <a:ext uri="{FF2B5EF4-FFF2-40B4-BE49-F238E27FC236}">
                  <a16:creationId xmlns:a16="http://schemas.microsoft.com/office/drawing/2014/main" id="{5E8DA7EA-4640-4A46-A158-EEE0593AB5A7}"/>
                </a:ext>
              </a:extLst>
            </p:cNvPr>
            <p:cNvSpPr/>
            <p:nvPr/>
          </p:nvSpPr>
          <p:spPr>
            <a:xfrm>
              <a:off x="4829701" y="4619156"/>
              <a:ext cx="2868500" cy="1330794"/>
            </a:xfrm>
            <a:prstGeom prst="roundRect">
              <a:avLst>
                <a:gd name="adj" fmla="val 9032"/>
              </a:avLst>
            </a:prstGeom>
            <a:solidFill>
              <a:schemeClr val="bg1"/>
            </a:solidFill>
            <a:ln>
              <a:noFill/>
            </a:ln>
            <a:effectLst>
              <a:outerShdw blurRad="571500" dist="50800" dir="5400000" algn="ctr" rotWithShape="0">
                <a:srgbClr val="000000">
                  <a:alpha val="7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209A5EA-4DAD-4E78-BF3E-14899B3D05CB}"/>
                </a:ext>
              </a:extLst>
            </p:cNvPr>
            <p:cNvSpPr txBox="1"/>
            <p:nvPr/>
          </p:nvSpPr>
          <p:spPr>
            <a:xfrm>
              <a:off x="4994445" y="5123592"/>
              <a:ext cx="2550299" cy="5127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20000"/>
                </a:lnSpc>
                <a:defRPr sz="1200" b="0" i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</a:defRPr>
              </a:lvl1pPr>
            </a:lstStyle>
            <a:p>
              <a:r>
                <a:rPr lang="en-ID" dirty="0"/>
                <a:t>Lorem ipsum </a:t>
              </a:r>
              <a:r>
                <a:rPr lang="en-ID" dirty="0" err="1"/>
                <a:t>dolor</a:t>
              </a:r>
              <a:r>
                <a:rPr lang="en-ID" dirty="0"/>
                <a:t> sit </a:t>
              </a:r>
              <a:r>
                <a:rPr lang="en-ID" dirty="0" err="1"/>
                <a:t>amet</a:t>
              </a:r>
              <a:r>
                <a:rPr lang="en-ID" dirty="0"/>
                <a:t>, </a:t>
              </a:r>
              <a:r>
                <a:rPr lang="en-ID" dirty="0" err="1"/>
                <a:t>consectetur</a:t>
              </a:r>
              <a:r>
                <a:rPr lang="en-ID" dirty="0"/>
                <a:t> </a:t>
              </a:r>
              <a:r>
                <a:rPr lang="en-ID" dirty="0" err="1"/>
                <a:t>adipiscing</a:t>
              </a:r>
              <a:r>
                <a:rPr lang="en-ID" dirty="0"/>
                <a:t> </a:t>
              </a:r>
              <a:r>
                <a:rPr lang="en-ID" dirty="0" err="1"/>
                <a:t>elit</a:t>
              </a:r>
              <a:r>
                <a:rPr lang="en-ID" dirty="0"/>
                <a:t>, </a:t>
              </a:r>
              <a:r>
                <a:rPr lang="en-ID" dirty="0" err="1"/>
                <a:t>sed</a:t>
              </a:r>
              <a:endParaRPr lang="en-ID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A5D8D27-7AAC-4B64-B2ED-45EF11081DF3}"/>
                </a:ext>
              </a:extLst>
            </p:cNvPr>
            <p:cNvSpPr txBox="1"/>
            <p:nvPr/>
          </p:nvSpPr>
          <p:spPr>
            <a:xfrm>
              <a:off x="4994445" y="4729853"/>
              <a:ext cx="189951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b="1" i="0" dirty="0">
                  <a:solidFill>
                    <a:schemeClr val="accent2"/>
                  </a:solidFill>
                  <a:effectLst/>
                  <a:latin typeface="+mj-lt"/>
                </a:rPr>
                <a:t>Solutions</a:t>
              </a:r>
              <a:endParaRPr lang="en-ID" b="1" dirty="0">
                <a:solidFill>
                  <a:schemeClr val="accent2"/>
                </a:solidFill>
                <a:latin typeface="+mj-lt"/>
              </a:endParaRPr>
            </a:p>
          </p:txBody>
        </p:sp>
        <p:sp>
          <p:nvSpPr>
            <p:cNvPr id="10" name="Rounded Rectangle 77">
              <a:extLst>
                <a:ext uri="{FF2B5EF4-FFF2-40B4-BE49-F238E27FC236}">
                  <a16:creationId xmlns:a16="http://schemas.microsoft.com/office/drawing/2014/main" id="{ED68DBCE-82A7-439E-B3CE-C98B3C65254E}"/>
                </a:ext>
              </a:extLst>
            </p:cNvPr>
            <p:cNvSpPr/>
            <p:nvPr/>
          </p:nvSpPr>
          <p:spPr>
            <a:xfrm>
              <a:off x="7265190" y="4447585"/>
              <a:ext cx="651600" cy="651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699E444E-0697-4908-961C-8B03B674DC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423175" y="4605570"/>
              <a:ext cx="335630" cy="335630"/>
            </a:xfrm>
            <a:prstGeom prst="rect">
              <a:avLst/>
            </a:prstGeom>
          </p:spPr>
        </p:pic>
      </p:grpSp>
      <p:pic>
        <p:nvPicPr>
          <p:cNvPr id="20" name="Graphic 19">
            <a:extLst>
              <a:ext uri="{FF2B5EF4-FFF2-40B4-BE49-F238E27FC236}">
                <a16:creationId xmlns:a16="http://schemas.microsoft.com/office/drawing/2014/main" id="{E39F3DBD-9F6B-4D58-9B66-CA9DB7FCC9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9450" y="4619513"/>
            <a:ext cx="307745" cy="307745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36A7253-63D6-4E96-A389-883B519ED7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797685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23815E15-8CFC-4FD8-A782-0DB50CB3ABC1}"/>
              </a:ext>
            </a:extLst>
          </p:cNvPr>
          <p:cNvSpPr/>
          <p:nvPr/>
        </p:nvSpPr>
        <p:spPr>
          <a:xfrm>
            <a:off x="522960" y="2422877"/>
            <a:ext cx="3708802" cy="4434114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75F024-9CFD-4005-9BE3-283F141442A2}"/>
              </a:ext>
            </a:extLst>
          </p:cNvPr>
          <p:cNvSpPr txBox="1"/>
          <p:nvPr/>
        </p:nvSpPr>
        <p:spPr>
          <a:xfrm>
            <a:off x="5080273" y="1798936"/>
            <a:ext cx="5732838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ID" sz="1400" b="0" i="0" dirty="0">
                <a:effectLst/>
              </a:rPr>
              <a:t>Lorem ipsum </a:t>
            </a:r>
            <a:r>
              <a:rPr lang="en-ID" sz="1400" b="0" i="0" dirty="0" err="1">
                <a:effectLst/>
              </a:rPr>
              <a:t>dolor</a:t>
            </a:r>
            <a:r>
              <a:rPr lang="en-ID" sz="1400" b="0" i="0" dirty="0">
                <a:effectLst/>
              </a:rPr>
              <a:t> sit </a:t>
            </a:r>
            <a:r>
              <a:rPr lang="en-ID" sz="1400" b="0" i="0" dirty="0" err="1">
                <a:effectLst/>
              </a:rPr>
              <a:t>amet</a:t>
            </a:r>
            <a:r>
              <a:rPr lang="en-ID" sz="1400" b="0" i="0" dirty="0">
                <a:effectLst/>
              </a:rPr>
              <a:t>, </a:t>
            </a:r>
            <a:r>
              <a:rPr lang="en-ID" sz="1400" b="0" i="0" dirty="0" err="1">
                <a:effectLst/>
              </a:rPr>
              <a:t>consectetur</a:t>
            </a:r>
            <a:r>
              <a:rPr lang="en-ID" sz="1400" b="0" i="0" dirty="0">
                <a:effectLst/>
              </a:rPr>
              <a:t> </a:t>
            </a:r>
            <a:r>
              <a:rPr lang="en-ID" sz="1400" b="0" i="0" dirty="0" err="1">
                <a:effectLst/>
              </a:rPr>
              <a:t>adipiscing</a:t>
            </a:r>
            <a:r>
              <a:rPr lang="en-ID" sz="1400" b="0" i="0" dirty="0">
                <a:effectLst/>
              </a:rPr>
              <a:t> </a:t>
            </a:r>
            <a:r>
              <a:rPr lang="en-ID" sz="1400" b="0" i="0" dirty="0" err="1">
                <a:effectLst/>
              </a:rPr>
              <a:t>elit</a:t>
            </a:r>
            <a:r>
              <a:rPr lang="en-ID" sz="1400" b="0" i="0" dirty="0">
                <a:effectLst/>
              </a:rPr>
              <a:t>. </a:t>
            </a:r>
            <a:r>
              <a:rPr lang="en-ID" sz="1400" b="0" i="0" dirty="0" err="1">
                <a:effectLst/>
              </a:rPr>
              <a:t>Suspendisse</a:t>
            </a:r>
            <a:r>
              <a:rPr lang="en-ID" sz="1400" b="0" i="0" dirty="0">
                <a:effectLst/>
              </a:rPr>
              <a:t> vestibulum, </a:t>
            </a:r>
            <a:r>
              <a:rPr lang="en-ID" sz="1400" b="0" i="0" dirty="0" err="1">
                <a:effectLst/>
              </a:rPr>
              <a:t>leo</a:t>
            </a:r>
            <a:r>
              <a:rPr lang="en-ID" sz="1400" b="0" i="0" dirty="0">
                <a:effectLst/>
              </a:rPr>
              <a:t> </a:t>
            </a:r>
            <a:r>
              <a:rPr lang="en-ID" sz="1400" b="0" i="0" dirty="0" err="1">
                <a:effectLst/>
              </a:rPr>
              <a:t>eu</a:t>
            </a:r>
            <a:r>
              <a:rPr lang="en-ID" sz="1400" b="0" i="0" dirty="0">
                <a:effectLst/>
              </a:rPr>
              <a:t> </a:t>
            </a:r>
            <a:r>
              <a:rPr lang="en-ID" sz="1400" b="0" i="0" dirty="0" err="1">
                <a:effectLst/>
              </a:rPr>
              <a:t>bibendum</a:t>
            </a:r>
            <a:r>
              <a:rPr lang="en-ID" sz="1400" b="0" i="0" dirty="0">
                <a:effectLst/>
              </a:rPr>
              <a:t> convallis, nisi ex </a:t>
            </a:r>
            <a:r>
              <a:rPr lang="en-ID" sz="1400" b="0" i="0" dirty="0" err="1">
                <a:effectLst/>
              </a:rPr>
              <a:t>faucibus</a:t>
            </a:r>
            <a:r>
              <a:rPr lang="en-ID" sz="1400" b="0" i="0" dirty="0">
                <a:effectLst/>
              </a:rPr>
              <a:t> </a:t>
            </a:r>
            <a:r>
              <a:rPr lang="en-ID" sz="1400" b="0" i="0" dirty="0" err="1">
                <a:effectLst/>
              </a:rPr>
              <a:t>velit</a:t>
            </a:r>
            <a:r>
              <a:rPr lang="en-ID" sz="1400" b="0" i="0" dirty="0">
                <a:effectLst/>
              </a:rPr>
              <a:t>, ac </a:t>
            </a:r>
            <a:r>
              <a:rPr lang="en-ID" sz="1400" b="0" i="0" dirty="0" err="1">
                <a:effectLst/>
              </a:rPr>
              <a:t>sollicitudin</a:t>
            </a:r>
            <a:r>
              <a:rPr lang="en-ID" sz="1400" b="0" i="0" dirty="0">
                <a:effectLst/>
              </a:rPr>
              <a:t>.</a:t>
            </a: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95A23A-3E96-4934-A5D2-918B50B2B925}"/>
              </a:ext>
            </a:extLst>
          </p:cNvPr>
          <p:cNvSpPr txBox="1"/>
          <p:nvPr/>
        </p:nvSpPr>
        <p:spPr>
          <a:xfrm>
            <a:off x="4468345" y="1021283"/>
            <a:ext cx="801823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/>
              <a:t>“</a:t>
            </a:r>
            <a:endParaRPr lang="en-ID" sz="115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364C03-9915-4381-B6F2-49440B6FCB1C}"/>
              </a:ext>
            </a:extLst>
          </p:cNvPr>
          <p:cNvSpPr/>
          <p:nvPr/>
        </p:nvSpPr>
        <p:spPr>
          <a:xfrm>
            <a:off x="5080273" y="2536673"/>
            <a:ext cx="392384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sz="6000" b="1" dirty="0">
                <a:solidFill>
                  <a:schemeClr val="accent1"/>
                </a:solidFill>
                <a:latin typeface="+mj-lt"/>
              </a:rPr>
              <a:t>Andrew J.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5BB0C29-5A90-4FFA-B0C6-6C1741B69F25}"/>
              </a:ext>
            </a:extLst>
          </p:cNvPr>
          <p:cNvGrpSpPr/>
          <p:nvPr/>
        </p:nvGrpSpPr>
        <p:grpSpPr>
          <a:xfrm>
            <a:off x="3898200" y="4221343"/>
            <a:ext cx="8124079" cy="1437259"/>
            <a:chOff x="1055689" y="2814328"/>
            <a:chExt cx="8914344" cy="1577068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C924670-454B-45DD-96ED-5BA90CF1837D}"/>
                </a:ext>
              </a:extLst>
            </p:cNvPr>
            <p:cNvSpPr/>
            <p:nvPr/>
          </p:nvSpPr>
          <p:spPr>
            <a:xfrm>
              <a:off x="1055689" y="2814328"/>
              <a:ext cx="8914344" cy="1577068"/>
            </a:xfrm>
            <a:prstGeom prst="roundRect">
              <a:avLst>
                <a:gd name="adj" fmla="val 10703"/>
              </a:avLst>
            </a:prstGeom>
            <a:solidFill>
              <a:schemeClr val="bg1"/>
            </a:solidFill>
            <a:ln>
              <a:noFill/>
            </a:ln>
            <a:effectLst>
              <a:outerShdw blurRad="571500" dist="50800" dir="5400000" algn="ctr" rotWithShape="0">
                <a:srgbClr val="000000">
                  <a:alpha val="7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E0D167E-EFA9-4D2A-AC10-3E471A0FE113}"/>
                </a:ext>
              </a:extLst>
            </p:cNvPr>
            <p:cNvSpPr txBox="1"/>
            <p:nvPr/>
          </p:nvSpPr>
          <p:spPr>
            <a:xfrm>
              <a:off x="5512861" y="3055665"/>
              <a:ext cx="1552907" cy="439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sz="2000" b="1" i="0" dirty="0">
                  <a:solidFill>
                    <a:schemeClr val="accent1"/>
                  </a:solidFill>
                  <a:effectLst/>
                  <a:latin typeface="+mj-lt"/>
                </a:rPr>
                <a:t>800+</a:t>
              </a:r>
              <a:endParaRPr lang="en-ID" sz="20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CB87197-E515-4E83-BC2A-E1B2EFA439B8}"/>
                </a:ext>
              </a:extLst>
            </p:cNvPr>
            <p:cNvSpPr txBox="1"/>
            <p:nvPr/>
          </p:nvSpPr>
          <p:spPr>
            <a:xfrm>
              <a:off x="5512861" y="3501941"/>
              <a:ext cx="2042595" cy="571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20000"/>
                </a:lnSpc>
                <a:defRPr sz="1200" b="0" i="0">
                  <a:solidFill>
                    <a:srgbClr val="000000"/>
                  </a:solidFill>
                  <a:effectLst/>
                </a:defRPr>
              </a:lvl1pPr>
            </a:lstStyle>
            <a:p>
              <a:r>
                <a:rPr lang="en-ID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Lorem ipsum </a:t>
              </a:r>
              <a:r>
                <a:rPr lang="en-ID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dolor</a:t>
              </a:r>
              <a:r>
                <a:rPr lang="en-ID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sit </a:t>
              </a:r>
              <a:r>
                <a:rPr lang="en-ID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amet</a:t>
              </a:r>
              <a:r>
                <a:rPr lang="en-ID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, </a:t>
              </a:r>
              <a:r>
                <a:rPr lang="en-ID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consectetur</a:t>
              </a:r>
              <a:endParaRPr lang="en-ID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7FB81A2-2664-40FE-A6EF-1521E8B76879}"/>
                </a:ext>
              </a:extLst>
            </p:cNvPr>
            <p:cNvCxnSpPr/>
            <p:nvPr/>
          </p:nvCxnSpPr>
          <p:spPr>
            <a:xfrm>
              <a:off x="7539708" y="3009499"/>
              <a:ext cx="0" cy="1203091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ACE5B62-471E-4B27-8DE6-EE9052115C14}"/>
                </a:ext>
              </a:extLst>
            </p:cNvPr>
            <p:cNvSpPr txBox="1"/>
            <p:nvPr/>
          </p:nvSpPr>
          <p:spPr>
            <a:xfrm>
              <a:off x="7844510" y="3055665"/>
              <a:ext cx="1552907" cy="439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sz="2000" b="1" dirty="0">
                  <a:solidFill>
                    <a:schemeClr val="accent2"/>
                  </a:solidFill>
                  <a:latin typeface="+mj-lt"/>
                </a:rPr>
                <a:t>40M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82DA552-CDC1-4C54-8CB6-611966FA3B31}"/>
                </a:ext>
              </a:extLst>
            </p:cNvPr>
            <p:cNvSpPr txBox="1"/>
            <p:nvPr/>
          </p:nvSpPr>
          <p:spPr>
            <a:xfrm>
              <a:off x="7844510" y="3501941"/>
              <a:ext cx="2042595" cy="571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20000"/>
                </a:lnSpc>
                <a:defRPr sz="1200" b="0" i="0">
                  <a:solidFill>
                    <a:srgbClr val="000000"/>
                  </a:solidFill>
                  <a:effectLst/>
                </a:defRPr>
              </a:lvl1pPr>
            </a:lstStyle>
            <a:p>
              <a:r>
                <a:rPr lang="en-ID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Lorem ipsum </a:t>
              </a:r>
              <a:r>
                <a:rPr lang="en-ID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dolor</a:t>
              </a:r>
              <a:r>
                <a:rPr lang="en-ID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sit </a:t>
              </a:r>
              <a:r>
                <a:rPr lang="en-ID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amet</a:t>
              </a:r>
              <a:r>
                <a:rPr lang="en-ID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, </a:t>
              </a:r>
              <a:r>
                <a:rPr lang="en-ID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consectetur</a:t>
              </a:r>
              <a:endParaRPr lang="en-ID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E142767-E87D-47F0-95C3-53ED2BC4171D}"/>
                </a:ext>
              </a:extLst>
            </p:cNvPr>
            <p:cNvSpPr txBox="1"/>
            <p:nvPr/>
          </p:nvSpPr>
          <p:spPr>
            <a:xfrm>
              <a:off x="1681294" y="3498509"/>
              <a:ext cx="2939143" cy="571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20000"/>
                </a:lnSpc>
                <a:defRPr sz="1200" b="0" i="0">
                  <a:solidFill>
                    <a:srgbClr val="000000"/>
                  </a:solidFill>
                  <a:effectLst/>
                </a:defRPr>
              </a:lvl1pPr>
            </a:lstStyle>
            <a:p>
              <a:r>
                <a:rPr lang="en-ID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Lorem ipsum </a:t>
              </a:r>
              <a:r>
                <a:rPr lang="en-ID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dolor</a:t>
              </a:r>
              <a:r>
                <a:rPr lang="en-ID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sit </a:t>
              </a:r>
              <a:r>
                <a:rPr lang="en-ID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amet</a:t>
              </a:r>
              <a:r>
                <a:rPr lang="en-ID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, </a:t>
              </a:r>
              <a:r>
                <a:rPr lang="en-ID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consectetur</a:t>
              </a:r>
              <a:r>
                <a:rPr lang="en-ID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</a:t>
              </a:r>
              <a:r>
                <a:rPr lang="en-ID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adipiscing</a:t>
              </a:r>
              <a:r>
                <a:rPr lang="en-ID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</a:t>
              </a:r>
              <a:r>
                <a:rPr lang="en-ID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elit</a:t>
              </a:r>
              <a:r>
                <a:rPr lang="en-ID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, </a:t>
              </a:r>
              <a:r>
                <a:rPr lang="en-ID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sed</a:t>
              </a:r>
              <a:r>
                <a:rPr lang="en-ID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do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2755B9A-88DC-44E8-858F-C69E35310F68}"/>
                </a:ext>
              </a:extLst>
            </p:cNvPr>
            <p:cNvSpPr txBox="1"/>
            <p:nvPr/>
          </p:nvSpPr>
          <p:spPr>
            <a:xfrm>
              <a:off x="1681295" y="3055665"/>
              <a:ext cx="2659668" cy="439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</a:rPr>
                <a:t>Work experience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FB94278-194E-4D30-936F-3E54770C851A}"/>
              </a:ext>
            </a:extLst>
          </p:cNvPr>
          <p:cNvSpPr txBox="1"/>
          <p:nvPr/>
        </p:nvSpPr>
        <p:spPr>
          <a:xfrm>
            <a:off x="5080273" y="3557374"/>
            <a:ext cx="2457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Professional researcher</a:t>
            </a:r>
            <a:endParaRPr lang="en-ID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F6862EA-715B-47EA-8BDD-DC731D4B22FE}"/>
              </a:ext>
            </a:extLst>
          </p:cNvPr>
          <p:cNvGrpSpPr/>
          <p:nvPr/>
        </p:nvGrpSpPr>
        <p:grpSpPr>
          <a:xfrm>
            <a:off x="9840880" y="-1060008"/>
            <a:ext cx="3319092" cy="3319092"/>
            <a:chOff x="5700456" y="1538424"/>
            <a:chExt cx="2243001" cy="2243001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958E517-A77F-4157-BB68-778B5B641570}"/>
                </a:ext>
              </a:extLst>
            </p:cNvPr>
            <p:cNvSpPr/>
            <p:nvPr/>
          </p:nvSpPr>
          <p:spPr>
            <a:xfrm>
              <a:off x="6751795" y="2589763"/>
              <a:ext cx="140323" cy="1403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0486131-7070-4C1F-932B-9198DA0AFAC0}"/>
                </a:ext>
              </a:extLst>
            </p:cNvPr>
            <p:cNvSpPr/>
            <p:nvPr/>
          </p:nvSpPr>
          <p:spPr>
            <a:xfrm>
              <a:off x="6449271" y="2287239"/>
              <a:ext cx="745371" cy="74537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028B271-BE4B-42A1-BD77-006D065BA6FB}"/>
                </a:ext>
              </a:extLst>
            </p:cNvPr>
            <p:cNvSpPr/>
            <p:nvPr/>
          </p:nvSpPr>
          <p:spPr>
            <a:xfrm>
              <a:off x="6071404" y="1909372"/>
              <a:ext cx="1501104" cy="1501104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95B6FB0-04FB-45C1-8FA5-7916AD4F8DA3}"/>
                </a:ext>
              </a:extLst>
            </p:cNvPr>
            <p:cNvSpPr/>
            <p:nvPr/>
          </p:nvSpPr>
          <p:spPr>
            <a:xfrm>
              <a:off x="5700456" y="1538424"/>
              <a:ext cx="2243001" cy="224300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7228024-20A9-4EE1-8520-657B9E5768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71090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5E76BFC-7132-4DD4-BAEC-F16B8B105BDE}"/>
              </a:ext>
            </a:extLst>
          </p:cNvPr>
          <p:cNvSpPr/>
          <p:nvPr/>
        </p:nvSpPr>
        <p:spPr>
          <a:xfrm>
            <a:off x="962062" y="3094993"/>
            <a:ext cx="3238500" cy="2855864"/>
          </a:xfrm>
          <a:prstGeom prst="roundRect">
            <a:avLst>
              <a:gd name="adj" fmla="val 7916"/>
            </a:avLst>
          </a:prstGeom>
          <a:solidFill>
            <a:schemeClr val="bg1"/>
          </a:solidFill>
          <a:ln>
            <a:noFill/>
          </a:ln>
          <a:effectLst>
            <a:outerShdw blurRad="571500" dist="50800" dir="5400000" algn="ctr" rotWithShape="0">
              <a:srgbClr val="000000">
                <a:alpha val="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latin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13DD4A0-CBBF-45F0-B6FC-D6D856EC1EE7}"/>
              </a:ext>
            </a:extLst>
          </p:cNvPr>
          <p:cNvSpPr/>
          <p:nvPr/>
        </p:nvSpPr>
        <p:spPr>
          <a:xfrm>
            <a:off x="4473620" y="3094993"/>
            <a:ext cx="3238500" cy="2855864"/>
          </a:xfrm>
          <a:prstGeom prst="roundRect">
            <a:avLst>
              <a:gd name="adj" fmla="val 5972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latin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17E9735-BECA-4F08-94C9-87410725C928}"/>
              </a:ext>
            </a:extLst>
          </p:cNvPr>
          <p:cNvSpPr/>
          <p:nvPr/>
        </p:nvSpPr>
        <p:spPr>
          <a:xfrm>
            <a:off x="7991444" y="3094993"/>
            <a:ext cx="3238500" cy="2855864"/>
          </a:xfrm>
          <a:prstGeom prst="roundRect">
            <a:avLst>
              <a:gd name="adj" fmla="val 7430"/>
            </a:avLst>
          </a:prstGeom>
          <a:solidFill>
            <a:schemeClr val="bg1"/>
          </a:solidFill>
          <a:ln>
            <a:noFill/>
          </a:ln>
          <a:effectLst>
            <a:outerShdw blurRad="571500" dist="50800" dir="5400000" algn="ctr" rotWithShape="0">
              <a:srgbClr val="000000">
                <a:alpha val="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latin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FE8D22-841F-4C3E-AB4D-C6EDF7E9F1CE}"/>
              </a:ext>
            </a:extLst>
          </p:cNvPr>
          <p:cNvGrpSpPr/>
          <p:nvPr/>
        </p:nvGrpSpPr>
        <p:grpSpPr>
          <a:xfrm>
            <a:off x="8644816" y="4212653"/>
            <a:ext cx="1931756" cy="754052"/>
            <a:chOff x="1235118" y="2544694"/>
            <a:chExt cx="1373940" cy="75405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E084842-7EDE-472A-B044-2EF796AB1989}"/>
                </a:ext>
              </a:extLst>
            </p:cNvPr>
            <p:cNvSpPr txBox="1"/>
            <p:nvPr/>
          </p:nvSpPr>
          <p:spPr>
            <a:xfrm>
              <a:off x="1235118" y="2544694"/>
              <a:ext cx="13739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latin typeface="+mj-lt"/>
                  <a:cs typeface="Heebo Medium" panose="00000600000000000000" pitchFamily="2" charset="-79"/>
                </a:rPr>
                <a:t>Marcio</a:t>
              </a:r>
              <a:r>
                <a:rPr lang="en-US" sz="2000" b="1" dirty="0">
                  <a:latin typeface="+mj-lt"/>
                  <a:cs typeface="Heebo Medium" panose="00000600000000000000" pitchFamily="2" charset="-79"/>
                </a:rPr>
                <a:t> salsa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F830421-C62E-486E-A128-E475210E7E1D}"/>
                </a:ext>
              </a:extLst>
            </p:cNvPr>
            <p:cNvSpPr txBox="1"/>
            <p:nvPr/>
          </p:nvSpPr>
          <p:spPr>
            <a:xfrm>
              <a:off x="1235118" y="3021747"/>
              <a:ext cx="13144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+mj-lt"/>
                  <a:cs typeface="Heebo Medium" panose="00000600000000000000" pitchFamily="2" charset="-79"/>
                </a:rPr>
                <a:t>Research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06846CF-3785-423D-8997-F4DFE036A664}"/>
              </a:ext>
            </a:extLst>
          </p:cNvPr>
          <p:cNvGrpSpPr/>
          <p:nvPr/>
        </p:nvGrpSpPr>
        <p:grpSpPr>
          <a:xfrm>
            <a:off x="4987330" y="4225191"/>
            <a:ext cx="2211080" cy="754052"/>
            <a:chOff x="1235118" y="2544694"/>
            <a:chExt cx="1572606" cy="75405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708A1D5-79A1-4A8A-9F8F-B32087C7E8FD}"/>
                </a:ext>
              </a:extLst>
            </p:cNvPr>
            <p:cNvSpPr txBox="1"/>
            <p:nvPr/>
          </p:nvSpPr>
          <p:spPr>
            <a:xfrm>
              <a:off x="1235118" y="2544694"/>
              <a:ext cx="15726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+mj-lt"/>
                  <a:cs typeface="Heebo Medium" panose="00000600000000000000" pitchFamily="2" charset="-79"/>
                </a:rPr>
                <a:t>Mario </a:t>
              </a:r>
              <a:r>
                <a:rPr lang="en-US" sz="2000" b="1" dirty="0" err="1">
                  <a:solidFill>
                    <a:schemeClr val="bg1"/>
                  </a:solidFill>
                  <a:latin typeface="+mj-lt"/>
                  <a:cs typeface="Heebo Medium" panose="00000600000000000000" pitchFamily="2" charset="-79"/>
                </a:rPr>
                <a:t>martinez</a:t>
              </a:r>
              <a:endParaRPr lang="en-US" sz="2000" b="1" dirty="0">
                <a:solidFill>
                  <a:schemeClr val="bg1"/>
                </a:solidFill>
                <a:latin typeface="+mj-lt"/>
                <a:cs typeface="Heebo Medium" panose="00000600000000000000" pitchFamily="2" charset="-79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74B3751-694E-4A1D-8791-9B0514E7221C}"/>
                </a:ext>
              </a:extLst>
            </p:cNvPr>
            <p:cNvSpPr txBox="1"/>
            <p:nvPr/>
          </p:nvSpPr>
          <p:spPr>
            <a:xfrm>
              <a:off x="1364200" y="3021747"/>
              <a:ext cx="13144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+mj-lt"/>
                  <a:cs typeface="Heebo Medium" panose="00000600000000000000" pitchFamily="2" charset="-79"/>
                </a:rPr>
                <a:t>Research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F73B10C-0D33-40EF-BBD7-FD5415AF9393}"/>
              </a:ext>
            </a:extLst>
          </p:cNvPr>
          <p:cNvGrpSpPr/>
          <p:nvPr/>
        </p:nvGrpSpPr>
        <p:grpSpPr>
          <a:xfrm>
            <a:off x="1615434" y="4225191"/>
            <a:ext cx="1931756" cy="754052"/>
            <a:chOff x="1235118" y="2544694"/>
            <a:chExt cx="1373940" cy="75405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58FBBAB-C4E9-4332-BE5F-A30EDE266D85}"/>
                </a:ext>
              </a:extLst>
            </p:cNvPr>
            <p:cNvSpPr txBox="1"/>
            <p:nvPr/>
          </p:nvSpPr>
          <p:spPr>
            <a:xfrm>
              <a:off x="1235118" y="2544694"/>
              <a:ext cx="13739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+mj-lt"/>
                  <a:cs typeface="Heebo Medium" panose="00000600000000000000" pitchFamily="2" charset="-79"/>
                </a:rPr>
                <a:t>Mark martin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880D654-DF86-4C62-A462-AC9D0EC01D5B}"/>
                </a:ext>
              </a:extLst>
            </p:cNvPr>
            <p:cNvSpPr txBox="1"/>
            <p:nvPr/>
          </p:nvSpPr>
          <p:spPr>
            <a:xfrm>
              <a:off x="1235118" y="3021747"/>
              <a:ext cx="13144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+mj-lt"/>
                  <a:cs typeface="Heebo Medium" panose="00000600000000000000" pitchFamily="2" charset="-79"/>
                </a:rPr>
                <a:t>Research 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FA63802A-12F4-4657-B78F-713B916E002B}"/>
              </a:ext>
            </a:extLst>
          </p:cNvPr>
          <p:cNvSpPr txBox="1"/>
          <p:nvPr/>
        </p:nvSpPr>
        <p:spPr>
          <a:xfrm>
            <a:off x="8679935" y="5043648"/>
            <a:ext cx="1861517" cy="520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200" b="0" i="0">
                <a:solidFill>
                  <a:srgbClr val="000000"/>
                </a:solidFill>
                <a:effectLst/>
              </a:defRPr>
            </a:lvl1pPr>
          </a:lstStyle>
          <a:p>
            <a:pPr algn="ctr"/>
            <a:r>
              <a:rPr lang="en-ID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Lorem ipsum </a:t>
            </a:r>
            <a:r>
              <a:rPr lang="en-ID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dolor</a:t>
            </a:r>
            <a:r>
              <a:rPr lang="en-ID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sit </a:t>
            </a:r>
            <a:r>
              <a:rPr lang="en-ID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amet</a:t>
            </a:r>
            <a:r>
              <a:rPr lang="en-ID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ID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consectetur</a:t>
            </a:r>
            <a:endParaRPr lang="en-ID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8C626E2-7763-4CC5-A545-0E3A16A9FAC9}"/>
              </a:ext>
            </a:extLst>
          </p:cNvPr>
          <p:cNvSpPr txBox="1"/>
          <p:nvPr/>
        </p:nvSpPr>
        <p:spPr>
          <a:xfrm>
            <a:off x="5168819" y="5043648"/>
            <a:ext cx="1861517" cy="520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200" b="0" i="0">
                <a:solidFill>
                  <a:srgbClr val="000000"/>
                </a:solidFill>
                <a:effectLst/>
              </a:defRPr>
            </a:lvl1pPr>
          </a:lstStyle>
          <a:p>
            <a:pPr algn="ctr"/>
            <a:r>
              <a:rPr lang="en-ID" dirty="0">
                <a:solidFill>
                  <a:schemeClr val="bg1"/>
                </a:solidFill>
              </a:rPr>
              <a:t>Lorem ipsum </a:t>
            </a:r>
            <a:r>
              <a:rPr lang="en-ID" dirty="0" err="1">
                <a:solidFill>
                  <a:schemeClr val="bg1"/>
                </a:solidFill>
              </a:rPr>
              <a:t>dolor</a:t>
            </a:r>
            <a:r>
              <a:rPr lang="en-ID" dirty="0">
                <a:solidFill>
                  <a:schemeClr val="bg1"/>
                </a:solidFill>
              </a:rPr>
              <a:t> sit </a:t>
            </a:r>
            <a:r>
              <a:rPr lang="en-ID" dirty="0" err="1">
                <a:solidFill>
                  <a:schemeClr val="bg1"/>
                </a:solidFill>
              </a:rPr>
              <a:t>amet</a:t>
            </a:r>
            <a:r>
              <a:rPr lang="en-ID" dirty="0">
                <a:solidFill>
                  <a:schemeClr val="bg1"/>
                </a:solidFill>
              </a:rPr>
              <a:t>, </a:t>
            </a:r>
            <a:r>
              <a:rPr lang="en-ID" dirty="0" err="1">
                <a:solidFill>
                  <a:schemeClr val="bg1"/>
                </a:solidFill>
              </a:rPr>
              <a:t>consectetur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2C65B2-1E5E-4833-BFB9-27AD76D748A5}"/>
              </a:ext>
            </a:extLst>
          </p:cNvPr>
          <p:cNvSpPr txBox="1"/>
          <p:nvPr/>
        </p:nvSpPr>
        <p:spPr>
          <a:xfrm>
            <a:off x="1650553" y="5043648"/>
            <a:ext cx="1861517" cy="520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200" b="0" i="0">
                <a:solidFill>
                  <a:srgbClr val="000000"/>
                </a:solidFill>
                <a:effectLst/>
              </a:defRPr>
            </a:lvl1pPr>
          </a:lstStyle>
          <a:p>
            <a:pPr algn="ctr"/>
            <a:r>
              <a:rPr lang="en-ID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Lorem ipsum </a:t>
            </a:r>
            <a:r>
              <a:rPr lang="en-ID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dolor</a:t>
            </a:r>
            <a:r>
              <a:rPr lang="en-ID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sit </a:t>
            </a:r>
            <a:r>
              <a:rPr lang="en-ID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amet</a:t>
            </a:r>
            <a:r>
              <a:rPr lang="en-ID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ID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consectetur</a:t>
            </a:r>
            <a:endParaRPr lang="en-ID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F5188D-18D4-48D1-AC88-62B31427739E}"/>
              </a:ext>
            </a:extLst>
          </p:cNvPr>
          <p:cNvSpPr txBox="1"/>
          <p:nvPr/>
        </p:nvSpPr>
        <p:spPr>
          <a:xfrm>
            <a:off x="1241219" y="1079199"/>
            <a:ext cx="9709563" cy="77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ID" sz="4000" b="1" dirty="0">
                <a:latin typeface="+mj-lt"/>
              </a:rPr>
              <a:t>Our   </a:t>
            </a:r>
            <a:r>
              <a:rPr lang="en-ID" sz="4000" b="1" dirty="0">
                <a:solidFill>
                  <a:schemeClr val="accent1"/>
                </a:solidFill>
                <a:latin typeface="+mj-lt"/>
              </a:rPr>
              <a:t>best research</a:t>
            </a:r>
            <a:endParaRPr lang="en-ID" sz="7200" b="1" dirty="0">
              <a:solidFill>
                <a:schemeClr val="accent1"/>
              </a:solidFill>
              <a:latin typeface="+mj-lt"/>
              <a:ea typeface="Noto Sans jp" panose="020B0200000000000000" pitchFamily="34" charset="-128"/>
              <a:cs typeface="Plus Jakarta Sans" pitchFamily="2" charset="0"/>
            </a:endParaRPr>
          </a:p>
        </p:txBody>
      </p:sp>
      <p:sp>
        <p:nvSpPr>
          <p:cNvPr id="33" name="Rounded Rectangle 21">
            <a:extLst>
              <a:ext uri="{FF2B5EF4-FFF2-40B4-BE49-F238E27FC236}">
                <a16:creationId xmlns:a16="http://schemas.microsoft.com/office/drawing/2014/main" id="{05E748AC-C05F-4A09-8D24-A72BAF011A31}"/>
              </a:ext>
            </a:extLst>
          </p:cNvPr>
          <p:cNvSpPr/>
          <p:nvPr/>
        </p:nvSpPr>
        <p:spPr>
          <a:xfrm>
            <a:off x="4800376" y="1148744"/>
            <a:ext cx="3894074" cy="709194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CB1D98A-9B65-4CCA-8CDF-C62123090A1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4B9D165-3370-4E8A-AD96-3C35925C06B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A9C6F9F-0574-4753-8C88-2FC1CB58B02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1936872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15CFA60-CB50-4B5B-B398-CBC9A6A16F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90B0FD-121C-448B-85A8-1103817D87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5000"/>
                </a:schemeClr>
              </a:gs>
              <a:gs pos="100000">
                <a:schemeClr val="bg1">
                  <a:lumMod val="65000"/>
                  <a:alpha val="5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: Rounded Corners 7">
            <a:extLst>
              <a:ext uri="{FF2B5EF4-FFF2-40B4-BE49-F238E27FC236}">
                <a16:creationId xmlns:a16="http://schemas.microsoft.com/office/drawing/2014/main" id="{2AB1E49A-2B3C-459D-9DBE-E53F9ACDE4C8}"/>
              </a:ext>
            </a:extLst>
          </p:cNvPr>
          <p:cNvSpPr/>
          <p:nvPr/>
        </p:nvSpPr>
        <p:spPr>
          <a:xfrm rot="5400000">
            <a:off x="4245430" y="-434521"/>
            <a:ext cx="2139041" cy="10629900"/>
          </a:xfrm>
          <a:prstGeom prst="round2Same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2560B7-2829-4EA3-AD27-31FAC5BA5E06}"/>
              </a:ext>
            </a:extLst>
          </p:cNvPr>
          <p:cNvSpPr txBox="1"/>
          <p:nvPr/>
        </p:nvSpPr>
        <p:spPr>
          <a:xfrm>
            <a:off x="1055689" y="4153746"/>
            <a:ext cx="37684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+mj-lt"/>
                <a:cs typeface="Poppins" panose="00000500000000000000" pitchFamily="2" charset="0"/>
              </a:rPr>
              <a:t>30 - Minutes for Rest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9C77C9-A130-47C3-9447-70A5A3866FE1}"/>
              </a:ext>
            </a:extLst>
          </p:cNvPr>
          <p:cNvSpPr txBox="1"/>
          <p:nvPr/>
        </p:nvSpPr>
        <p:spPr>
          <a:xfrm>
            <a:off x="5181210" y="4522756"/>
            <a:ext cx="5777075" cy="585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ID" sz="1400" b="0" i="0" dirty="0">
                <a:solidFill>
                  <a:schemeClr val="bg1"/>
                </a:solidFill>
                <a:effectLst/>
              </a:rPr>
              <a:t>Lorem ipsum </a:t>
            </a:r>
            <a:r>
              <a:rPr lang="en-ID" sz="1400" b="0" i="0" dirty="0" err="1">
                <a:solidFill>
                  <a:schemeClr val="bg1"/>
                </a:solidFill>
                <a:effectLst/>
              </a:rPr>
              <a:t>dolor</a:t>
            </a:r>
            <a:r>
              <a:rPr lang="en-ID" sz="1400" b="0" i="0" dirty="0">
                <a:solidFill>
                  <a:schemeClr val="bg1"/>
                </a:solidFill>
                <a:effectLst/>
              </a:rPr>
              <a:t> sit </a:t>
            </a:r>
            <a:r>
              <a:rPr lang="en-ID" sz="1400" b="0" i="0" dirty="0" err="1">
                <a:solidFill>
                  <a:schemeClr val="bg1"/>
                </a:solidFill>
                <a:effectLst/>
              </a:rPr>
              <a:t>amet</a:t>
            </a:r>
            <a:r>
              <a:rPr lang="en-ID" sz="1400" b="0" i="0" dirty="0">
                <a:solidFill>
                  <a:schemeClr val="bg1"/>
                </a:solidFill>
                <a:effectLst/>
              </a:rPr>
              <a:t>, </a:t>
            </a:r>
            <a:r>
              <a:rPr lang="en-ID" sz="1400" b="0" i="0" dirty="0" err="1">
                <a:solidFill>
                  <a:schemeClr val="bg1"/>
                </a:solidFill>
                <a:effectLst/>
              </a:rPr>
              <a:t>consectetur</a:t>
            </a:r>
            <a:r>
              <a:rPr lang="en-ID" sz="1400" b="0" i="0" dirty="0">
                <a:solidFill>
                  <a:schemeClr val="bg1"/>
                </a:solidFill>
                <a:effectLst/>
              </a:rPr>
              <a:t> </a:t>
            </a:r>
            <a:r>
              <a:rPr lang="en-ID" sz="1400" b="0" i="0" dirty="0" err="1">
                <a:solidFill>
                  <a:schemeClr val="bg1"/>
                </a:solidFill>
                <a:effectLst/>
              </a:rPr>
              <a:t>adipiscing</a:t>
            </a:r>
            <a:r>
              <a:rPr lang="en-ID" sz="1400" b="0" i="0" dirty="0">
                <a:solidFill>
                  <a:schemeClr val="bg1"/>
                </a:solidFill>
                <a:effectLst/>
              </a:rPr>
              <a:t> </a:t>
            </a:r>
            <a:r>
              <a:rPr lang="en-ID" sz="1400" b="0" i="0" dirty="0" err="1">
                <a:solidFill>
                  <a:schemeClr val="bg1"/>
                </a:solidFill>
                <a:effectLst/>
              </a:rPr>
              <a:t>elit</a:t>
            </a:r>
            <a:r>
              <a:rPr lang="en-ID" sz="1400" b="0" i="0" dirty="0">
                <a:solidFill>
                  <a:schemeClr val="bg1"/>
                </a:solidFill>
                <a:effectLst/>
              </a:rPr>
              <a:t>. </a:t>
            </a:r>
            <a:r>
              <a:rPr lang="en-ID" sz="1400" b="0" i="0" dirty="0" err="1">
                <a:solidFill>
                  <a:schemeClr val="bg1"/>
                </a:solidFill>
                <a:effectLst/>
              </a:rPr>
              <a:t>Suspendisse</a:t>
            </a:r>
            <a:r>
              <a:rPr lang="en-ID" sz="1400" b="0" i="0" dirty="0">
                <a:solidFill>
                  <a:schemeClr val="bg1"/>
                </a:solidFill>
                <a:effectLst/>
              </a:rPr>
              <a:t> vestibulum, </a:t>
            </a:r>
            <a:r>
              <a:rPr lang="en-ID" sz="1400" b="0" i="0" dirty="0" err="1">
                <a:solidFill>
                  <a:schemeClr val="bg1"/>
                </a:solidFill>
                <a:effectLst/>
              </a:rPr>
              <a:t>leo</a:t>
            </a:r>
            <a:r>
              <a:rPr lang="en-ID" sz="1400" b="0" i="0" dirty="0">
                <a:solidFill>
                  <a:schemeClr val="bg1"/>
                </a:solidFill>
                <a:effectLst/>
              </a:rPr>
              <a:t> </a:t>
            </a:r>
            <a:r>
              <a:rPr lang="en-ID" sz="1400" b="0" i="0" dirty="0" err="1">
                <a:solidFill>
                  <a:schemeClr val="bg1"/>
                </a:solidFill>
                <a:effectLst/>
              </a:rPr>
              <a:t>eu</a:t>
            </a:r>
            <a:r>
              <a:rPr lang="en-ID" sz="1400" b="0" i="0" dirty="0">
                <a:solidFill>
                  <a:schemeClr val="bg1"/>
                </a:solidFill>
                <a:effectLst/>
              </a:rPr>
              <a:t> </a:t>
            </a:r>
            <a:r>
              <a:rPr lang="en-ID" sz="1400" b="0" i="0" dirty="0" err="1">
                <a:solidFill>
                  <a:schemeClr val="bg1"/>
                </a:solidFill>
                <a:effectLst/>
              </a:rPr>
              <a:t>bibendum</a:t>
            </a:r>
            <a:r>
              <a:rPr lang="en-ID" sz="1400" b="0" i="0" dirty="0">
                <a:solidFill>
                  <a:schemeClr val="bg1"/>
                </a:solidFill>
                <a:effectLst/>
              </a:rPr>
              <a:t> convallis, nisi ex </a:t>
            </a:r>
            <a:r>
              <a:rPr lang="en-ID" sz="1400" b="0" i="0" dirty="0" err="1">
                <a:solidFill>
                  <a:schemeClr val="bg1"/>
                </a:solidFill>
                <a:effectLst/>
              </a:rPr>
              <a:t>faucibus</a:t>
            </a:r>
            <a:r>
              <a:rPr lang="en-ID" sz="1400" b="0" i="0" dirty="0">
                <a:solidFill>
                  <a:schemeClr val="bg1"/>
                </a:solidFill>
                <a:effectLst/>
              </a:rPr>
              <a:t> </a:t>
            </a:r>
            <a:r>
              <a:rPr lang="en-ID" sz="1400" b="0" i="0" dirty="0" err="1">
                <a:solidFill>
                  <a:schemeClr val="bg1"/>
                </a:solidFill>
                <a:effectLst/>
              </a:rPr>
              <a:t>velit</a:t>
            </a:r>
            <a:r>
              <a:rPr lang="en-ID" sz="1400" b="0" i="0" dirty="0">
                <a:solidFill>
                  <a:schemeClr val="bg1"/>
                </a:solidFill>
                <a:effectLst/>
              </a:rPr>
              <a:t>, 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2564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E6EF2D9-3E41-44A5-9CEC-802AF325E469}"/>
              </a:ext>
            </a:extLst>
          </p:cNvPr>
          <p:cNvGrpSpPr/>
          <p:nvPr/>
        </p:nvGrpSpPr>
        <p:grpSpPr>
          <a:xfrm>
            <a:off x="5909683" y="1172933"/>
            <a:ext cx="5156424" cy="2256067"/>
            <a:chOff x="6414056" y="1081513"/>
            <a:chExt cx="5156424" cy="225606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DE25B30-7BB4-40B8-AAD6-0B04EB0D68A3}"/>
                </a:ext>
              </a:extLst>
            </p:cNvPr>
            <p:cNvSpPr txBox="1"/>
            <p:nvPr/>
          </p:nvSpPr>
          <p:spPr>
            <a:xfrm>
              <a:off x="6549031" y="1081513"/>
              <a:ext cx="5021449" cy="2256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ID" sz="4000" b="1" dirty="0">
                  <a:latin typeface="+mj-lt"/>
                </a:rPr>
                <a:t>Research initiatives for a </a:t>
              </a:r>
              <a:r>
                <a:rPr lang="en-ID" sz="4000" b="1" dirty="0">
                  <a:solidFill>
                    <a:schemeClr val="accent1"/>
                  </a:solidFill>
                  <a:latin typeface="+mj-lt"/>
                </a:rPr>
                <a:t>sustainable future</a:t>
              </a:r>
              <a:endParaRPr lang="en-ID" sz="7200" b="1" dirty="0">
                <a:solidFill>
                  <a:schemeClr val="accent1"/>
                </a:solidFill>
                <a:latin typeface="+mj-lt"/>
                <a:ea typeface="Noto Sans jp" panose="020B0200000000000000" pitchFamily="34" charset="-128"/>
                <a:cs typeface="Plus Jakarta Sans" pitchFamily="2" charset="0"/>
              </a:endParaRPr>
            </a:p>
          </p:txBody>
        </p:sp>
        <p:sp>
          <p:nvSpPr>
            <p:cNvPr id="6" name="Rounded Rectangle 21">
              <a:extLst>
                <a:ext uri="{FF2B5EF4-FFF2-40B4-BE49-F238E27FC236}">
                  <a16:creationId xmlns:a16="http://schemas.microsoft.com/office/drawing/2014/main" id="{2AEF57BD-4C06-4E13-8D19-11EB1484EA8E}"/>
                </a:ext>
              </a:extLst>
            </p:cNvPr>
            <p:cNvSpPr/>
            <p:nvPr/>
          </p:nvSpPr>
          <p:spPr>
            <a:xfrm>
              <a:off x="6414056" y="2606813"/>
              <a:ext cx="5156424" cy="709194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278FF665-80AB-40D6-AD97-6D74EEEA2241}"/>
              </a:ext>
            </a:extLst>
          </p:cNvPr>
          <p:cNvSpPr/>
          <p:nvPr/>
        </p:nvSpPr>
        <p:spPr>
          <a:xfrm>
            <a:off x="6041396" y="3663654"/>
            <a:ext cx="44799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sz="1400" dirty="0"/>
              <a:t>Lorem ipsum </a:t>
            </a:r>
            <a:r>
              <a:rPr lang="en-ID" sz="1400" dirty="0" err="1"/>
              <a:t>dolor</a:t>
            </a:r>
            <a:r>
              <a:rPr lang="en-ID" sz="1400" dirty="0"/>
              <a:t> sit </a:t>
            </a:r>
            <a:r>
              <a:rPr lang="en-ID" sz="1400" dirty="0" err="1"/>
              <a:t>amet</a:t>
            </a:r>
            <a:r>
              <a:rPr lang="en-ID" sz="1400" dirty="0"/>
              <a:t>, </a:t>
            </a:r>
            <a:r>
              <a:rPr lang="en-ID" sz="1400" dirty="0" err="1"/>
              <a:t>consectetur</a:t>
            </a:r>
            <a:r>
              <a:rPr lang="en-ID" sz="1400" dirty="0"/>
              <a:t> </a:t>
            </a:r>
            <a:r>
              <a:rPr lang="en-ID" sz="1400" dirty="0" err="1"/>
              <a:t>adipiscing</a:t>
            </a:r>
            <a:r>
              <a:rPr lang="en-ID" sz="1400" dirty="0"/>
              <a:t> </a:t>
            </a:r>
            <a:r>
              <a:rPr lang="en-ID" sz="1400" dirty="0" err="1"/>
              <a:t>elit</a:t>
            </a:r>
            <a:r>
              <a:rPr lang="en-ID" sz="1400" dirty="0"/>
              <a:t>. </a:t>
            </a:r>
            <a:r>
              <a:rPr lang="en-ID" sz="1400" dirty="0" err="1"/>
              <a:t>Suspendisse</a:t>
            </a:r>
            <a:r>
              <a:rPr lang="en-ID" sz="1400" dirty="0"/>
              <a:t> vestibulum, </a:t>
            </a:r>
            <a:r>
              <a:rPr lang="en-ID" sz="1400" dirty="0" err="1"/>
              <a:t>leo</a:t>
            </a:r>
            <a:r>
              <a:rPr lang="en-ID" sz="1400" dirty="0"/>
              <a:t> </a:t>
            </a:r>
            <a:r>
              <a:rPr lang="en-ID" sz="1400" dirty="0" err="1"/>
              <a:t>eu</a:t>
            </a:r>
            <a:r>
              <a:rPr lang="en-ID" sz="1400" dirty="0"/>
              <a:t> </a:t>
            </a:r>
            <a:r>
              <a:rPr lang="en-ID" sz="1400" dirty="0" err="1"/>
              <a:t>bibendum</a:t>
            </a:r>
            <a:r>
              <a:rPr lang="en-ID" sz="1400" dirty="0"/>
              <a:t> convallis,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6F842B-CF74-414B-AE9F-63E48FB87067}"/>
              </a:ext>
            </a:extLst>
          </p:cNvPr>
          <p:cNvSpPr txBox="1"/>
          <p:nvPr/>
        </p:nvSpPr>
        <p:spPr>
          <a:xfrm>
            <a:off x="6045429" y="4971284"/>
            <a:ext cx="2021527" cy="520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Lorem ipsum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dolor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sit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amet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consectetur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adipiscing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elit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36BB9C-39B3-407C-ABF6-8AB0CAA528F0}"/>
              </a:ext>
            </a:extLst>
          </p:cNvPr>
          <p:cNvSpPr txBox="1"/>
          <p:nvPr/>
        </p:nvSpPr>
        <p:spPr>
          <a:xfrm>
            <a:off x="8616776" y="4971284"/>
            <a:ext cx="2021527" cy="520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Lorem ipsum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dolor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sit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amet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consectetur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adipiscing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elit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FDF401-0DCC-42EB-8082-6FA5C6D0A5AA}"/>
              </a:ext>
            </a:extLst>
          </p:cNvPr>
          <p:cNvSpPr txBox="1"/>
          <p:nvPr/>
        </p:nvSpPr>
        <p:spPr>
          <a:xfrm>
            <a:off x="6041396" y="4558202"/>
            <a:ext cx="18979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600" b="1" i="0" dirty="0">
                <a:solidFill>
                  <a:schemeClr val="accent1"/>
                </a:solidFill>
                <a:effectLst/>
                <a:latin typeface="+mj-lt"/>
              </a:rPr>
              <a:t>Literature </a:t>
            </a:r>
            <a:r>
              <a:rPr lang="en-ID" sz="1600" b="1" i="0" dirty="0" err="1">
                <a:solidFill>
                  <a:schemeClr val="accent1"/>
                </a:solidFill>
                <a:effectLst/>
                <a:latin typeface="+mj-lt"/>
              </a:rPr>
              <a:t>riview</a:t>
            </a:r>
            <a:endParaRPr lang="en-ID" sz="16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1F87D6-EB9A-49C4-A8FD-BA17C2D5DBC8}"/>
              </a:ext>
            </a:extLst>
          </p:cNvPr>
          <p:cNvSpPr txBox="1"/>
          <p:nvPr/>
        </p:nvSpPr>
        <p:spPr>
          <a:xfrm>
            <a:off x="8611546" y="4561552"/>
            <a:ext cx="21580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600" b="1" i="0" dirty="0" err="1">
                <a:solidFill>
                  <a:schemeClr val="accent2"/>
                </a:solidFill>
                <a:effectLst/>
                <a:latin typeface="+mj-lt"/>
              </a:rPr>
              <a:t>Reneweble</a:t>
            </a:r>
            <a:r>
              <a:rPr lang="en-ID" sz="1600" b="1" i="0" dirty="0">
                <a:solidFill>
                  <a:schemeClr val="accent2"/>
                </a:solidFill>
                <a:effectLst/>
                <a:latin typeface="+mj-lt"/>
              </a:rPr>
              <a:t> energy</a:t>
            </a:r>
            <a:endParaRPr lang="en-ID" sz="1600" b="1" dirty="0">
              <a:solidFill>
                <a:schemeClr val="accent2"/>
              </a:solidFill>
              <a:latin typeface="+mj-lt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9F6C292-5F18-4BD0-AA98-01F2CC892427}"/>
              </a:ext>
            </a:extLst>
          </p:cNvPr>
          <p:cNvGrpSpPr/>
          <p:nvPr/>
        </p:nvGrpSpPr>
        <p:grpSpPr>
          <a:xfrm>
            <a:off x="-923063" y="4727479"/>
            <a:ext cx="3319092" cy="3319092"/>
            <a:chOff x="5700456" y="1538424"/>
            <a:chExt cx="2243001" cy="2243001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3F26AB2-DF29-4348-ABD7-5F8B38F15DBE}"/>
                </a:ext>
              </a:extLst>
            </p:cNvPr>
            <p:cNvSpPr/>
            <p:nvPr/>
          </p:nvSpPr>
          <p:spPr>
            <a:xfrm>
              <a:off x="6751795" y="2589763"/>
              <a:ext cx="140323" cy="1403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164E69F-E632-48BC-AF6A-D9A145DD90CC}"/>
                </a:ext>
              </a:extLst>
            </p:cNvPr>
            <p:cNvSpPr/>
            <p:nvPr/>
          </p:nvSpPr>
          <p:spPr>
            <a:xfrm>
              <a:off x="6449271" y="2287239"/>
              <a:ext cx="745371" cy="74537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AAE0FD6-2F7A-4DE2-9E33-F2A9E65EAE7B}"/>
                </a:ext>
              </a:extLst>
            </p:cNvPr>
            <p:cNvSpPr/>
            <p:nvPr/>
          </p:nvSpPr>
          <p:spPr>
            <a:xfrm>
              <a:off x="6071404" y="1909372"/>
              <a:ext cx="1501104" cy="1501104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F846086-ACC4-4793-BF32-60909BD25CC0}"/>
                </a:ext>
              </a:extLst>
            </p:cNvPr>
            <p:cNvSpPr/>
            <p:nvPr/>
          </p:nvSpPr>
          <p:spPr>
            <a:xfrm>
              <a:off x="5700456" y="1538424"/>
              <a:ext cx="2243001" cy="224300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3731E0-D46C-496A-9CF7-6E129B7824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CE79900-739C-42FF-8FF1-AD1262D71FF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396725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C2E058D-21FB-46E3-B813-F45ADA937FD2}"/>
              </a:ext>
            </a:extLst>
          </p:cNvPr>
          <p:cNvSpPr/>
          <p:nvPr/>
        </p:nvSpPr>
        <p:spPr>
          <a:xfrm>
            <a:off x="3468320" y="3090682"/>
            <a:ext cx="2627681" cy="2859268"/>
          </a:xfrm>
          <a:prstGeom prst="roundRect">
            <a:avLst>
              <a:gd name="adj" fmla="val 5894"/>
            </a:avLst>
          </a:prstGeom>
          <a:solidFill>
            <a:schemeClr val="accent1"/>
          </a:solidFill>
          <a:ln>
            <a:noFill/>
          </a:ln>
          <a:effectLst>
            <a:outerShdw blurRad="571500" dist="50800" dir="5400000" algn="ctr" rotWithShape="0">
              <a:srgbClr val="000000">
                <a:alpha val="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id-ID" dirty="0">
              <a:solidFill>
                <a:schemeClr val="l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A727E2-CE16-4BCE-8D13-7C93DDFC0EF2}"/>
              </a:ext>
            </a:extLst>
          </p:cNvPr>
          <p:cNvSpPr txBox="1"/>
          <p:nvPr/>
        </p:nvSpPr>
        <p:spPr>
          <a:xfrm>
            <a:off x="1045020" y="4844363"/>
            <a:ext cx="2199992" cy="34990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id-ID"/>
            </a:defPPr>
            <a:lvl1pPr>
              <a:lnSpc>
                <a:spcPct val="130000"/>
              </a:lnSpc>
              <a:spcAft>
                <a:spcPts val="600"/>
              </a:spcAft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Roboto Slab" pitchFamily="2" charset="0"/>
                <a:ea typeface="Roboto Slab" pitchFamily="2" charset="0"/>
                <a:cs typeface="Open Sans SemiBold" panose="020B0706030804020204" pitchFamily="34" charset="0"/>
              </a:defRPr>
            </a:lvl1pPr>
          </a:lstStyle>
          <a:p>
            <a:pPr algn="ctr"/>
            <a:r>
              <a:rPr lang="en-US" sz="1400" b="1" dirty="0">
                <a:solidFill>
                  <a:schemeClr val="accent1"/>
                </a:solidFill>
                <a:latin typeface="+mj-lt"/>
              </a:rPr>
              <a:t>20 March 2021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42DC10-3D19-4E0E-9962-12F091C35E20}"/>
              </a:ext>
            </a:extLst>
          </p:cNvPr>
          <p:cNvSpPr txBox="1"/>
          <p:nvPr/>
        </p:nvSpPr>
        <p:spPr>
          <a:xfrm>
            <a:off x="3663541" y="4655606"/>
            <a:ext cx="2199992" cy="34990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id-ID"/>
            </a:defPPr>
            <a:lvl1pPr>
              <a:lnSpc>
                <a:spcPct val="130000"/>
              </a:lnSpc>
              <a:spcAft>
                <a:spcPts val="600"/>
              </a:spcAft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Roboto Slab" pitchFamily="2" charset="0"/>
                <a:ea typeface="Roboto Slab" pitchFamily="2" charset="0"/>
                <a:cs typeface="Open Sans SemiBold" panose="020B0706030804020204" pitchFamily="34" charset="0"/>
              </a:defRPr>
            </a:lvl1pPr>
          </a:lstStyle>
          <a:p>
            <a:pPr algn="ctr"/>
            <a:r>
              <a:rPr lang="en-US" sz="1400" b="1" dirty="0">
                <a:solidFill>
                  <a:schemeClr val="bg1"/>
                </a:solidFill>
                <a:latin typeface="+mj-lt"/>
              </a:rPr>
              <a:t>15 April 2022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0ED6E9-88C7-4E02-BC6E-D65832DDF498}"/>
              </a:ext>
            </a:extLst>
          </p:cNvPr>
          <p:cNvSpPr txBox="1"/>
          <p:nvPr/>
        </p:nvSpPr>
        <p:spPr>
          <a:xfrm>
            <a:off x="6312998" y="4844363"/>
            <a:ext cx="2199992" cy="34990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id-ID"/>
            </a:defPPr>
            <a:lvl1pPr>
              <a:lnSpc>
                <a:spcPct val="130000"/>
              </a:lnSpc>
              <a:spcAft>
                <a:spcPts val="600"/>
              </a:spcAft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Roboto Slab" pitchFamily="2" charset="0"/>
                <a:ea typeface="Roboto Slab" pitchFamily="2" charset="0"/>
                <a:cs typeface="Open Sans SemiBold" panose="020B0706030804020204" pitchFamily="34" charset="0"/>
              </a:defRPr>
            </a:lvl1pPr>
          </a:lstStyle>
          <a:p>
            <a:pPr algn="ctr"/>
            <a:r>
              <a:rPr lang="en-US" sz="1400" b="1" dirty="0">
                <a:solidFill>
                  <a:schemeClr val="accent3"/>
                </a:solidFill>
                <a:latin typeface="+mj-lt"/>
              </a:rPr>
              <a:t>20 May 2023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039256-E606-4B4D-949F-AF0BABBA6B9D}"/>
              </a:ext>
            </a:extLst>
          </p:cNvPr>
          <p:cNvSpPr txBox="1"/>
          <p:nvPr/>
        </p:nvSpPr>
        <p:spPr>
          <a:xfrm>
            <a:off x="8946987" y="4844363"/>
            <a:ext cx="2199992" cy="34990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id-ID"/>
            </a:defPPr>
            <a:lvl1pPr>
              <a:lnSpc>
                <a:spcPct val="130000"/>
              </a:lnSpc>
              <a:spcAft>
                <a:spcPts val="600"/>
              </a:spcAft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Roboto Slab" pitchFamily="2" charset="0"/>
                <a:ea typeface="Roboto Slab" pitchFamily="2" charset="0"/>
                <a:cs typeface="Open Sans SemiBold" panose="020B0706030804020204" pitchFamily="34" charset="0"/>
              </a:defRPr>
            </a:lvl1pPr>
          </a:lstStyle>
          <a:p>
            <a:pPr algn="ctr"/>
            <a:r>
              <a:rPr lang="en-US" sz="1400" b="1" dirty="0">
                <a:solidFill>
                  <a:schemeClr val="accent4"/>
                </a:solidFill>
                <a:latin typeface="+mj-lt"/>
              </a:rPr>
              <a:t>30 December 2024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7A8E4E4-C84E-490B-AB94-289781ED7BAA}"/>
              </a:ext>
            </a:extLst>
          </p:cNvPr>
          <p:cNvGrpSpPr/>
          <p:nvPr/>
        </p:nvGrpSpPr>
        <p:grpSpPr>
          <a:xfrm>
            <a:off x="1344275" y="980134"/>
            <a:ext cx="9805193" cy="778739"/>
            <a:chOff x="6549032" y="1081513"/>
            <a:chExt cx="4586020" cy="77873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9746769-BFE3-4EB4-84E4-7DB482CB8D52}"/>
                </a:ext>
              </a:extLst>
            </p:cNvPr>
            <p:cNvSpPr txBox="1"/>
            <p:nvPr/>
          </p:nvSpPr>
          <p:spPr>
            <a:xfrm>
              <a:off x="6549032" y="1081513"/>
              <a:ext cx="4586020" cy="778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ID" sz="4000" b="1" dirty="0">
                  <a:latin typeface="+mj-lt"/>
                </a:rPr>
                <a:t>A several  </a:t>
              </a:r>
              <a:r>
                <a:rPr lang="en-ID" sz="4000" b="1" dirty="0">
                  <a:solidFill>
                    <a:schemeClr val="accent1"/>
                  </a:solidFill>
                  <a:latin typeface="+mj-lt"/>
                </a:rPr>
                <a:t>Agenda research </a:t>
              </a:r>
              <a:endParaRPr lang="en-ID" sz="7200" b="1" dirty="0">
                <a:solidFill>
                  <a:schemeClr val="accent1"/>
                </a:solidFill>
                <a:latin typeface="+mj-lt"/>
                <a:ea typeface="Noto Sans jp" panose="020B0200000000000000" pitchFamily="34" charset="-128"/>
                <a:cs typeface="Plus Jakarta Sans" pitchFamily="2" charset="0"/>
              </a:endParaRPr>
            </a:p>
          </p:txBody>
        </p:sp>
        <p:sp>
          <p:nvSpPr>
            <p:cNvPr id="13" name="Rounded Rectangle 21">
              <a:extLst>
                <a:ext uri="{FF2B5EF4-FFF2-40B4-BE49-F238E27FC236}">
                  <a16:creationId xmlns:a16="http://schemas.microsoft.com/office/drawing/2014/main" id="{6B696F69-3536-4EBC-B2D5-10D71BB49786}"/>
                </a:ext>
              </a:extLst>
            </p:cNvPr>
            <p:cNvSpPr/>
            <p:nvPr/>
          </p:nvSpPr>
          <p:spPr>
            <a:xfrm>
              <a:off x="8338832" y="1130573"/>
              <a:ext cx="2352738" cy="709194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036A820-729F-4ABF-A0D5-ECA82759CBD3}"/>
              </a:ext>
            </a:extLst>
          </p:cNvPr>
          <p:cNvSpPr/>
          <p:nvPr/>
        </p:nvSpPr>
        <p:spPr>
          <a:xfrm>
            <a:off x="2179826" y="1898359"/>
            <a:ext cx="813409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D" sz="1400" dirty="0"/>
              <a:t>Lorem ipsum </a:t>
            </a:r>
            <a:r>
              <a:rPr lang="en-ID" sz="1400" dirty="0" err="1"/>
              <a:t>dolor</a:t>
            </a:r>
            <a:r>
              <a:rPr lang="en-ID" sz="1400" dirty="0"/>
              <a:t> sit </a:t>
            </a:r>
            <a:r>
              <a:rPr lang="en-ID" sz="1400" dirty="0" err="1"/>
              <a:t>amet</a:t>
            </a:r>
            <a:r>
              <a:rPr lang="en-ID" sz="1400" dirty="0"/>
              <a:t>, </a:t>
            </a:r>
            <a:r>
              <a:rPr lang="en-ID" sz="1400" dirty="0" err="1"/>
              <a:t>consectetur</a:t>
            </a:r>
            <a:r>
              <a:rPr lang="en-ID" sz="1400" dirty="0"/>
              <a:t> </a:t>
            </a:r>
            <a:r>
              <a:rPr lang="en-ID" sz="1400" dirty="0" err="1"/>
              <a:t>adipiscing</a:t>
            </a:r>
            <a:r>
              <a:rPr lang="en-ID" sz="1400" dirty="0"/>
              <a:t> </a:t>
            </a:r>
            <a:r>
              <a:rPr lang="en-ID" sz="1400" dirty="0" err="1"/>
              <a:t>elit</a:t>
            </a:r>
            <a:r>
              <a:rPr lang="en-ID" sz="1400" dirty="0"/>
              <a:t>. </a:t>
            </a:r>
            <a:r>
              <a:rPr lang="en-ID" sz="1400" dirty="0" err="1"/>
              <a:t>Suspendisse</a:t>
            </a:r>
            <a:r>
              <a:rPr lang="en-ID" sz="1400" dirty="0"/>
              <a:t> vestibulum, </a:t>
            </a:r>
            <a:r>
              <a:rPr lang="en-ID" sz="1400" dirty="0" err="1"/>
              <a:t>leo</a:t>
            </a:r>
            <a:r>
              <a:rPr lang="en-ID" sz="1400" dirty="0"/>
              <a:t> </a:t>
            </a:r>
            <a:r>
              <a:rPr lang="en-ID" sz="1400" dirty="0" err="1"/>
              <a:t>eu</a:t>
            </a:r>
            <a:r>
              <a:rPr lang="en-ID" sz="1400" dirty="0"/>
              <a:t> </a:t>
            </a:r>
            <a:r>
              <a:rPr lang="en-ID" sz="1400" dirty="0" err="1"/>
              <a:t>bibendum</a:t>
            </a:r>
            <a:r>
              <a:rPr lang="en-ID" sz="1400" dirty="0"/>
              <a:t> convallis,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BBF391-F6D8-48DE-B5AA-8150FFF68143}"/>
              </a:ext>
            </a:extLst>
          </p:cNvPr>
          <p:cNvSpPr txBox="1"/>
          <p:nvPr/>
        </p:nvSpPr>
        <p:spPr>
          <a:xfrm>
            <a:off x="1134253" y="5257781"/>
            <a:ext cx="2021527" cy="520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Lorem ipsum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dolor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sit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amet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consectetur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adipiscing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elit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E4B1AF-A1EC-4034-8B53-D430FCE314EE}"/>
              </a:ext>
            </a:extLst>
          </p:cNvPr>
          <p:cNvSpPr txBox="1"/>
          <p:nvPr/>
        </p:nvSpPr>
        <p:spPr>
          <a:xfrm>
            <a:off x="3752773" y="5077275"/>
            <a:ext cx="2021527" cy="520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ID" sz="1200" b="0" i="0" dirty="0">
                <a:solidFill>
                  <a:schemeClr val="bg1"/>
                </a:solidFill>
                <a:effectLst/>
              </a:rPr>
              <a:t>Lorem ipsum </a:t>
            </a:r>
            <a:r>
              <a:rPr lang="en-ID" sz="1200" b="0" i="0" dirty="0" err="1">
                <a:solidFill>
                  <a:schemeClr val="bg1"/>
                </a:solidFill>
                <a:effectLst/>
              </a:rPr>
              <a:t>dolor</a:t>
            </a:r>
            <a:r>
              <a:rPr lang="en-ID" sz="1200" b="0" i="0" dirty="0">
                <a:solidFill>
                  <a:schemeClr val="bg1"/>
                </a:solidFill>
                <a:effectLst/>
              </a:rPr>
              <a:t> sit </a:t>
            </a:r>
            <a:r>
              <a:rPr lang="en-ID" sz="1200" b="0" i="0" dirty="0" err="1">
                <a:solidFill>
                  <a:schemeClr val="bg1"/>
                </a:solidFill>
                <a:effectLst/>
              </a:rPr>
              <a:t>amet</a:t>
            </a:r>
            <a:r>
              <a:rPr lang="en-ID" sz="1200" b="0" i="0" dirty="0">
                <a:solidFill>
                  <a:schemeClr val="bg1"/>
                </a:solidFill>
                <a:effectLst/>
              </a:rPr>
              <a:t>, </a:t>
            </a:r>
            <a:r>
              <a:rPr lang="en-ID" sz="1200" b="0" i="0" dirty="0" err="1">
                <a:solidFill>
                  <a:schemeClr val="bg1"/>
                </a:solidFill>
                <a:effectLst/>
              </a:rPr>
              <a:t>consectetur</a:t>
            </a:r>
            <a:r>
              <a:rPr lang="en-ID" sz="1200" b="0" i="0" dirty="0">
                <a:solidFill>
                  <a:schemeClr val="bg1"/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bg1"/>
                </a:solidFill>
                <a:effectLst/>
              </a:rPr>
              <a:t>adipiscing</a:t>
            </a:r>
            <a:r>
              <a:rPr lang="en-ID" sz="1200" b="0" i="0" dirty="0">
                <a:solidFill>
                  <a:schemeClr val="bg1"/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bg1"/>
                </a:solidFill>
                <a:effectLst/>
              </a:rPr>
              <a:t>elit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D8CBFF-5AE2-4F1B-9ACB-23142D9B275A}"/>
              </a:ext>
            </a:extLst>
          </p:cNvPr>
          <p:cNvSpPr txBox="1"/>
          <p:nvPr/>
        </p:nvSpPr>
        <p:spPr>
          <a:xfrm>
            <a:off x="6402230" y="5257724"/>
            <a:ext cx="2021527" cy="520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Lorem ipsum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dolor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sit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amet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consectetur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adipiscing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elit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D9C950-A4BD-4C43-A2B6-76A265BDDA43}"/>
              </a:ext>
            </a:extLst>
          </p:cNvPr>
          <p:cNvSpPr txBox="1"/>
          <p:nvPr/>
        </p:nvSpPr>
        <p:spPr>
          <a:xfrm>
            <a:off x="9190513" y="5257762"/>
            <a:ext cx="2021527" cy="520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Lorem ipsum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dolor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sit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amet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consectetur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adipiscing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elit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69B7C9-F1B4-4581-8458-804277E27F4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3DD4538-C8B5-474B-BDDA-ADAD51AC11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A0085F8B-883A-481E-A585-117AA374C1C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2E91D97D-9369-4930-AEAB-BDCF8AD24CD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2447469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E2D537-7999-4718-817A-7F896B7D02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8FE8158-0821-470D-A537-2610ED06E07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AE71073F-DED6-46D9-9A69-C13BC84B21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97E1A2C0-3AAC-4E73-BD1D-7A50ED479B17}"/>
              </a:ext>
            </a:extLst>
          </p:cNvPr>
          <p:cNvSpPr/>
          <p:nvPr/>
        </p:nvSpPr>
        <p:spPr>
          <a:xfrm>
            <a:off x="2595563" y="3156174"/>
            <a:ext cx="2586038" cy="3701827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>
                  <a:alpha val="95000"/>
                </a:schemeClr>
              </a:gs>
              <a:gs pos="100000">
                <a:schemeClr val="accent1">
                  <a:lumMod val="75000"/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4BDD1756-164A-457A-A5F3-CCB3AE465631}"/>
              </a:ext>
            </a:extLst>
          </p:cNvPr>
          <p:cNvSpPr/>
          <p:nvPr/>
        </p:nvSpPr>
        <p:spPr>
          <a:xfrm>
            <a:off x="5667375" y="2357438"/>
            <a:ext cx="2586038" cy="4505324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>
                  <a:alpha val="95000"/>
                </a:schemeClr>
              </a:gs>
              <a:gs pos="100000">
                <a:schemeClr val="accent1">
                  <a:lumMod val="75000"/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EE4182F2-92B1-48FF-9C91-7E73BF888EA0}"/>
              </a:ext>
            </a:extLst>
          </p:cNvPr>
          <p:cNvSpPr/>
          <p:nvPr/>
        </p:nvSpPr>
        <p:spPr>
          <a:xfrm>
            <a:off x="8739187" y="1467853"/>
            <a:ext cx="2586038" cy="5394910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>
                  <a:alpha val="95000"/>
                </a:schemeClr>
              </a:gs>
              <a:gs pos="100000">
                <a:schemeClr val="accent1">
                  <a:lumMod val="75000"/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632E9BB-1899-4149-A5B6-F667B34FC744}"/>
              </a:ext>
            </a:extLst>
          </p:cNvPr>
          <p:cNvGrpSpPr/>
          <p:nvPr/>
        </p:nvGrpSpPr>
        <p:grpSpPr>
          <a:xfrm>
            <a:off x="1185862" y="980134"/>
            <a:ext cx="5432653" cy="1531691"/>
            <a:chOff x="6474939" y="1081513"/>
            <a:chExt cx="2540924" cy="153169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47BD1D-3C13-43C3-94DA-B80C227F76AF}"/>
                </a:ext>
              </a:extLst>
            </p:cNvPr>
            <p:cNvSpPr txBox="1"/>
            <p:nvPr/>
          </p:nvSpPr>
          <p:spPr>
            <a:xfrm>
              <a:off x="6549032" y="1081513"/>
              <a:ext cx="2466831" cy="15174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ID" sz="4000" b="1" dirty="0">
                  <a:latin typeface="+mj-lt"/>
                </a:rPr>
                <a:t>A journey timeline </a:t>
              </a:r>
              <a:r>
                <a:rPr lang="en-ID" sz="4000" b="1" dirty="0">
                  <a:solidFill>
                    <a:schemeClr val="accent1"/>
                  </a:solidFill>
                  <a:latin typeface="+mj-lt"/>
                </a:rPr>
                <a:t>a research </a:t>
              </a:r>
              <a:endParaRPr lang="en-ID" sz="7200" b="1" dirty="0">
                <a:solidFill>
                  <a:schemeClr val="accent1"/>
                </a:solidFill>
                <a:latin typeface="+mj-lt"/>
                <a:ea typeface="Noto Sans jp" panose="020B0200000000000000" pitchFamily="34" charset="-128"/>
                <a:cs typeface="Plus Jakarta Sans" pitchFamily="2" charset="0"/>
              </a:endParaRPr>
            </a:p>
          </p:txBody>
        </p:sp>
        <p:sp>
          <p:nvSpPr>
            <p:cNvPr id="8" name="Rounded Rectangle 21">
              <a:extLst>
                <a:ext uri="{FF2B5EF4-FFF2-40B4-BE49-F238E27FC236}">
                  <a16:creationId xmlns:a16="http://schemas.microsoft.com/office/drawing/2014/main" id="{8E48BFD8-C2F1-4206-9929-CCDEEF49F28B}"/>
                </a:ext>
              </a:extLst>
            </p:cNvPr>
            <p:cNvSpPr/>
            <p:nvPr/>
          </p:nvSpPr>
          <p:spPr>
            <a:xfrm>
              <a:off x="6474939" y="1904010"/>
              <a:ext cx="1543647" cy="709194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106D26E-209A-4E50-829F-0EF428C1E8E2}"/>
              </a:ext>
            </a:extLst>
          </p:cNvPr>
          <p:cNvSpPr txBox="1"/>
          <p:nvPr/>
        </p:nvSpPr>
        <p:spPr>
          <a:xfrm>
            <a:off x="2797404" y="5357082"/>
            <a:ext cx="2006635" cy="520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ID" sz="1200" b="0" i="0" dirty="0">
                <a:solidFill>
                  <a:schemeClr val="bg1"/>
                </a:solidFill>
                <a:effectLst/>
              </a:rPr>
              <a:t>Lorem ipsum </a:t>
            </a:r>
            <a:r>
              <a:rPr lang="en-ID" sz="1200" b="0" i="0" dirty="0" err="1">
                <a:solidFill>
                  <a:schemeClr val="bg1"/>
                </a:solidFill>
                <a:effectLst/>
              </a:rPr>
              <a:t>dolor</a:t>
            </a:r>
            <a:r>
              <a:rPr lang="en-ID" sz="1200" b="0" i="0" dirty="0">
                <a:solidFill>
                  <a:schemeClr val="bg1"/>
                </a:solidFill>
                <a:effectLst/>
              </a:rPr>
              <a:t> sit </a:t>
            </a:r>
            <a:r>
              <a:rPr lang="en-ID" sz="1200" b="0" i="0" dirty="0" err="1">
                <a:solidFill>
                  <a:schemeClr val="bg1"/>
                </a:solidFill>
                <a:effectLst/>
              </a:rPr>
              <a:t>amet</a:t>
            </a:r>
            <a:r>
              <a:rPr lang="en-ID" sz="1200" b="0" i="0" dirty="0">
                <a:solidFill>
                  <a:schemeClr val="bg1"/>
                </a:solidFill>
                <a:effectLst/>
              </a:rPr>
              <a:t>, </a:t>
            </a:r>
            <a:r>
              <a:rPr lang="en-ID" sz="1200" b="0" i="0" dirty="0" err="1">
                <a:solidFill>
                  <a:schemeClr val="bg1"/>
                </a:solidFill>
                <a:effectLst/>
              </a:rPr>
              <a:t>consectetur</a:t>
            </a:r>
            <a:r>
              <a:rPr lang="en-ID" sz="1200" b="0" i="0" dirty="0">
                <a:solidFill>
                  <a:schemeClr val="bg1"/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bg1"/>
                </a:solidFill>
                <a:effectLst/>
              </a:rPr>
              <a:t>adipiscing</a:t>
            </a:r>
            <a:r>
              <a:rPr lang="en-ID" sz="1200" b="0" i="0" dirty="0">
                <a:solidFill>
                  <a:schemeClr val="bg1"/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bg1"/>
                </a:solidFill>
                <a:effectLst/>
              </a:rPr>
              <a:t>elit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E059CF-3B30-4557-95EC-01E9371B0FB7}"/>
              </a:ext>
            </a:extLst>
          </p:cNvPr>
          <p:cNvSpPr txBox="1"/>
          <p:nvPr/>
        </p:nvSpPr>
        <p:spPr>
          <a:xfrm>
            <a:off x="2793370" y="4944000"/>
            <a:ext cx="17673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600" b="1" i="0" dirty="0">
                <a:solidFill>
                  <a:schemeClr val="bg1"/>
                </a:solidFill>
                <a:effectLst/>
                <a:latin typeface="+mj-lt"/>
              </a:rPr>
              <a:t>February 2022</a:t>
            </a:r>
            <a:endParaRPr lang="en-ID" sz="1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4B5828-A53A-40B0-8365-C52AD868039B}"/>
              </a:ext>
            </a:extLst>
          </p:cNvPr>
          <p:cNvSpPr txBox="1"/>
          <p:nvPr/>
        </p:nvSpPr>
        <p:spPr>
          <a:xfrm>
            <a:off x="5915930" y="5357082"/>
            <a:ext cx="2006635" cy="520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ID" sz="1200" b="0" i="0" dirty="0">
                <a:solidFill>
                  <a:schemeClr val="bg1"/>
                </a:solidFill>
                <a:effectLst/>
              </a:rPr>
              <a:t>Lorem ipsum </a:t>
            </a:r>
            <a:r>
              <a:rPr lang="en-ID" sz="1200" b="0" i="0" dirty="0" err="1">
                <a:solidFill>
                  <a:schemeClr val="bg1"/>
                </a:solidFill>
                <a:effectLst/>
              </a:rPr>
              <a:t>dolor</a:t>
            </a:r>
            <a:r>
              <a:rPr lang="en-ID" sz="1200" b="0" i="0" dirty="0">
                <a:solidFill>
                  <a:schemeClr val="bg1"/>
                </a:solidFill>
                <a:effectLst/>
              </a:rPr>
              <a:t> sit </a:t>
            </a:r>
            <a:r>
              <a:rPr lang="en-ID" sz="1200" b="0" i="0" dirty="0" err="1">
                <a:solidFill>
                  <a:schemeClr val="bg1"/>
                </a:solidFill>
                <a:effectLst/>
              </a:rPr>
              <a:t>amet</a:t>
            </a:r>
            <a:r>
              <a:rPr lang="en-ID" sz="1200" b="0" i="0" dirty="0">
                <a:solidFill>
                  <a:schemeClr val="bg1"/>
                </a:solidFill>
                <a:effectLst/>
              </a:rPr>
              <a:t>, </a:t>
            </a:r>
            <a:r>
              <a:rPr lang="en-ID" sz="1200" b="0" i="0" dirty="0" err="1">
                <a:solidFill>
                  <a:schemeClr val="bg1"/>
                </a:solidFill>
                <a:effectLst/>
              </a:rPr>
              <a:t>consectetur</a:t>
            </a:r>
            <a:r>
              <a:rPr lang="en-ID" sz="1200" b="0" i="0" dirty="0">
                <a:solidFill>
                  <a:schemeClr val="bg1"/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bg1"/>
                </a:solidFill>
                <a:effectLst/>
              </a:rPr>
              <a:t>adipiscing</a:t>
            </a:r>
            <a:r>
              <a:rPr lang="en-ID" sz="1200" b="0" i="0" dirty="0">
                <a:solidFill>
                  <a:schemeClr val="bg1"/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bg1"/>
                </a:solidFill>
                <a:effectLst/>
              </a:rPr>
              <a:t>elit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D315B1-AAF5-4BF8-9F53-7715DD0A5EE4}"/>
              </a:ext>
            </a:extLst>
          </p:cNvPr>
          <p:cNvSpPr txBox="1"/>
          <p:nvPr/>
        </p:nvSpPr>
        <p:spPr>
          <a:xfrm>
            <a:off x="5911897" y="4944000"/>
            <a:ext cx="1799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600" b="1" i="0" dirty="0">
                <a:solidFill>
                  <a:schemeClr val="bg1"/>
                </a:solidFill>
                <a:effectLst/>
                <a:latin typeface="+mj-lt"/>
              </a:rPr>
              <a:t>September 2023</a:t>
            </a:r>
            <a:endParaRPr lang="en-ID" sz="1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FFEDD1-256C-4B7C-A59A-30DB26902355}"/>
              </a:ext>
            </a:extLst>
          </p:cNvPr>
          <p:cNvSpPr txBox="1"/>
          <p:nvPr/>
        </p:nvSpPr>
        <p:spPr>
          <a:xfrm>
            <a:off x="8942157" y="5357082"/>
            <a:ext cx="2006635" cy="520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ID" sz="1200" b="0" i="0" dirty="0">
                <a:solidFill>
                  <a:schemeClr val="bg1"/>
                </a:solidFill>
                <a:effectLst/>
              </a:rPr>
              <a:t>Lorem ipsum </a:t>
            </a:r>
            <a:r>
              <a:rPr lang="en-ID" sz="1200" b="0" i="0" dirty="0" err="1">
                <a:solidFill>
                  <a:schemeClr val="bg1"/>
                </a:solidFill>
                <a:effectLst/>
              </a:rPr>
              <a:t>dolor</a:t>
            </a:r>
            <a:r>
              <a:rPr lang="en-ID" sz="1200" b="0" i="0" dirty="0">
                <a:solidFill>
                  <a:schemeClr val="bg1"/>
                </a:solidFill>
                <a:effectLst/>
              </a:rPr>
              <a:t> sit </a:t>
            </a:r>
            <a:r>
              <a:rPr lang="en-ID" sz="1200" b="0" i="0" dirty="0" err="1">
                <a:solidFill>
                  <a:schemeClr val="bg1"/>
                </a:solidFill>
                <a:effectLst/>
              </a:rPr>
              <a:t>amet</a:t>
            </a:r>
            <a:r>
              <a:rPr lang="en-ID" sz="1200" b="0" i="0" dirty="0">
                <a:solidFill>
                  <a:schemeClr val="bg1"/>
                </a:solidFill>
                <a:effectLst/>
              </a:rPr>
              <a:t>, </a:t>
            </a:r>
            <a:r>
              <a:rPr lang="en-ID" sz="1200" b="0" i="0" dirty="0" err="1">
                <a:solidFill>
                  <a:schemeClr val="bg1"/>
                </a:solidFill>
                <a:effectLst/>
              </a:rPr>
              <a:t>consectetur</a:t>
            </a:r>
            <a:r>
              <a:rPr lang="en-ID" sz="1200" b="0" i="0" dirty="0">
                <a:solidFill>
                  <a:schemeClr val="bg1"/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bg1"/>
                </a:solidFill>
                <a:effectLst/>
              </a:rPr>
              <a:t>adipiscing</a:t>
            </a:r>
            <a:r>
              <a:rPr lang="en-ID" sz="1200" b="0" i="0" dirty="0">
                <a:solidFill>
                  <a:schemeClr val="bg1"/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bg1"/>
                </a:solidFill>
                <a:effectLst/>
              </a:rPr>
              <a:t>elit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DE066A-C347-44A8-816D-B45CEACCDB64}"/>
              </a:ext>
            </a:extLst>
          </p:cNvPr>
          <p:cNvSpPr txBox="1"/>
          <p:nvPr/>
        </p:nvSpPr>
        <p:spPr>
          <a:xfrm>
            <a:off x="8938124" y="4944000"/>
            <a:ext cx="15311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600" b="1" i="0" dirty="0">
                <a:solidFill>
                  <a:schemeClr val="bg1"/>
                </a:solidFill>
                <a:effectLst/>
                <a:latin typeface="+mj-lt"/>
              </a:rPr>
              <a:t>October 2024</a:t>
            </a:r>
            <a:endParaRPr lang="en-ID" sz="1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07F0624-E5D8-4146-8639-BF7DB75A5BBD}"/>
              </a:ext>
            </a:extLst>
          </p:cNvPr>
          <p:cNvSpPr/>
          <p:nvPr/>
        </p:nvSpPr>
        <p:spPr>
          <a:xfrm>
            <a:off x="0" y="4194629"/>
            <a:ext cx="2109789" cy="2663371"/>
          </a:xfrm>
          <a:custGeom>
            <a:avLst/>
            <a:gdLst>
              <a:gd name="connsiteX0" fmla="*/ 816771 w 2109789"/>
              <a:gd name="connsiteY0" fmla="*/ 0 h 2663371"/>
              <a:gd name="connsiteX1" fmla="*/ 2103114 w 2109789"/>
              <a:gd name="connsiteY1" fmla="*/ 1160816 h 2663371"/>
              <a:gd name="connsiteX2" fmla="*/ 2109789 w 2109789"/>
              <a:gd name="connsiteY2" fmla="*/ 1293000 h 2663371"/>
              <a:gd name="connsiteX3" fmla="*/ 2109789 w 2109789"/>
              <a:gd name="connsiteY3" fmla="*/ 2663371 h 2663371"/>
              <a:gd name="connsiteX4" fmla="*/ 0 w 2109789"/>
              <a:gd name="connsiteY4" fmla="*/ 2663371 h 2663371"/>
              <a:gd name="connsiteX5" fmla="*/ 0 w 2109789"/>
              <a:gd name="connsiteY5" fmla="*/ 290994 h 2663371"/>
              <a:gd name="connsiteX6" fmla="*/ 93832 w 2109789"/>
              <a:gd name="connsiteY6" fmla="*/ 220828 h 2663371"/>
              <a:gd name="connsiteX7" fmla="*/ 816771 w 2109789"/>
              <a:gd name="connsiteY7" fmla="*/ 0 h 2663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09789" h="2663371">
                <a:moveTo>
                  <a:pt x="816771" y="0"/>
                </a:moveTo>
                <a:cubicBezTo>
                  <a:pt x="1486254" y="0"/>
                  <a:pt x="2036899" y="508803"/>
                  <a:pt x="2103114" y="1160816"/>
                </a:cubicBezTo>
                <a:lnTo>
                  <a:pt x="2109789" y="1293000"/>
                </a:lnTo>
                <a:lnTo>
                  <a:pt x="2109789" y="2663371"/>
                </a:lnTo>
                <a:lnTo>
                  <a:pt x="0" y="2663371"/>
                </a:lnTo>
                <a:lnTo>
                  <a:pt x="0" y="290994"/>
                </a:lnTo>
                <a:lnTo>
                  <a:pt x="93832" y="220828"/>
                </a:lnTo>
                <a:cubicBezTo>
                  <a:pt x="300199" y="81409"/>
                  <a:pt x="548978" y="0"/>
                  <a:pt x="81677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35358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2EA64F1-7428-4D4C-A3FF-922AFA1F5B11}"/>
              </a:ext>
            </a:extLst>
          </p:cNvPr>
          <p:cNvGrpSpPr/>
          <p:nvPr/>
        </p:nvGrpSpPr>
        <p:grpSpPr>
          <a:xfrm>
            <a:off x="928941" y="934555"/>
            <a:ext cx="4873749" cy="1517403"/>
            <a:chOff x="6490589" y="1081513"/>
            <a:chExt cx="2096006" cy="151740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76CB66A-D4D4-4779-8FB6-2F3EAFEF55F8}"/>
                </a:ext>
              </a:extLst>
            </p:cNvPr>
            <p:cNvSpPr txBox="1"/>
            <p:nvPr/>
          </p:nvSpPr>
          <p:spPr>
            <a:xfrm>
              <a:off x="6549032" y="1081513"/>
              <a:ext cx="2037563" cy="15174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ID" sz="4000" b="1" dirty="0">
                  <a:latin typeface="+mj-lt"/>
                </a:rPr>
                <a:t>Research activity </a:t>
              </a:r>
              <a:r>
                <a:rPr lang="en-ID" sz="4000" b="1" dirty="0">
                  <a:solidFill>
                    <a:schemeClr val="accent1"/>
                  </a:solidFill>
                  <a:latin typeface="+mj-lt"/>
                </a:rPr>
                <a:t>to good result</a:t>
              </a:r>
              <a:endParaRPr lang="en-ID" sz="7200" b="1" dirty="0">
                <a:solidFill>
                  <a:schemeClr val="accent1"/>
                </a:solidFill>
                <a:latin typeface="+mj-lt"/>
                <a:ea typeface="Noto Sans jp" panose="020B0200000000000000" pitchFamily="34" charset="-128"/>
                <a:cs typeface="Plus Jakarta Sans" pitchFamily="2" charset="0"/>
              </a:endParaRPr>
            </a:p>
          </p:txBody>
        </p:sp>
        <p:sp>
          <p:nvSpPr>
            <p:cNvPr id="9" name="Rounded Rectangle 21">
              <a:extLst>
                <a:ext uri="{FF2B5EF4-FFF2-40B4-BE49-F238E27FC236}">
                  <a16:creationId xmlns:a16="http://schemas.microsoft.com/office/drawing/2014/main" id="{86CAB386-9147-44B3-80D9-69D1D46140CF}"/>
                </a:ext>
              </a:extLst>
            </p:cNvPr>
            <p:cNvSpPr/>
            <p:nvPr/>
          </p:nvSpPr>
          <p:spPr>
            <a:xfrm>
              <a:off x="6490589" y="1889722"/>
              <a:ext cx="1723436" cy="709194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E392279E-F658-4F47-AF20-C220D83944CC}"/>
              </a:ext>
            </a:extLst>
          </p:cNvPr>
          <p:cNvSpPr/>
          <p:nvPr/>
        </p:nvSpPr>
        <p:spPr>
          <a:xfrm rot="5400000">
            <a:off x="-1239982" y="4152839"/>
            <a:ext cx="3079672" cy="619492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34835F5-CD0B-4029-8AF0-2C38B123A655}"/>
              </a:ext>
            </a:extLst>
          </p:cNvPr>
          <p:cNvGrpSpPr/>
          <p:nvPr/>
        </p:nvGrpSpPr>
        <p:grpSpPr>
          <a:xfrm>
            <a:off x="9778751" y="-1107431"/>
            <a:ext cx="3319092" cy="3319092"/>
            <a:chOff x="5700456" y="1538424"/>
            <a:chExt cx="2243001" cy="2243001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A3B7263-8DA6-42A2-A2D0-B99F139A3204}"/>
                </a:ext>
              </a:extLst>
            </p:cNvPr>
            <p:cNvSpPr/>
            <p:nvPr/>
          </p:nvSpPr>
          <p:spPr>
            <a:xfrm>
              <a:off x="6751795" y="2589763"/>
              <a:ext cx="140323" cy="140323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64408A2-F9F2-4ABD-958E-364F41308656}"/>
                </a:ext>
              </a:extLst>
            </p:cNvPr>
            <p:cNvSpPr/>
            <p:nvPr/>
          </p:nvSpPr>
          <p:spPr>
            <a:xfrm>
              <a:off x="6449271" y="2287239"/>
              <a:ext cx="745371" cy="74537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C3577EB-2EB2-4D68-B02C-364B4363BC94}"/>
                </a:ext>
              </a:extLst>
            </p:cNvPr>
            <p:cNvSpPr/>
            <p:nvPr/>
          </p:nvSpPr>
          <p:spPr>
            <a:xfrm>
              <a:off x="6071404" y="1909372"/>
              <a:ext cx="1501104" cy="1501104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D191EE4-11D9-47C6-862F-7D963FDB057A}"/>
                </a:ext>
              </a:extLst>
            </p:cNvPr>
            <p:cNvSpPr/>
            <p:nvPr/>
          </p:nvSpPr>
          <p:spPr>
            <a:xfrm>
              <a:off x="5700456" y="1538424"/>
              <a:ext cx="2243001" cy="224300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B5A08B-B181-4ADF-9E90-5C361A765EC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D2DEAA7-E09D-49F9-B596-B5BF008F8E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12573A-F476-4F33-93E8-A8B859B1E9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3C0FF76-4B58-43F2-B956-7E3345DBAB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89AFEE9-C5F1-4B4A-81F9-2B97F102DC5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12119576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27F61BB-88B7-40D7-B850-8CB865A23AAD}"/>
              </a:ext>
            </a:extLst>
          </p:cNvPr>
          <p:cNvSpPr/>
          <p:nvPr/>
        </p:nvSpPr>
        <p:spPr>
          <a:xfrm>
            <a:off x="5552354" y="1185513"/>
            <a:ext cx="5808590" cy="2532210"/>
          </a:xfrm>
          <a:prstGeom prst="roundRect">
            <a:avLst>
              <a:gd name="adj" fmla="val 9389"/>
            </a:avLst>
          </a:prstGeom>
          <a:solidFill>
            <a:schemeClr val="bg1"/>
          </a:solidFill>
          <a:ln w="6181" cap="flat">
            <a:solidFill>
              <a:schemeClr val="bg1">
                <a:lumMod val="95000"/>
              </a:schemeClr>
            </a:solidFill>
            <a:prstDash val="solid"/>
            <a:round/>
          </a:ln>
          <a:effectLst>
            <a:outerShdw blurRad="571500" dist="50800" dir="5400000" algn="ctr" rotWithShape="0">
              <a:srgbClr val="000000">
                <a:alpha val="7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28D1BE-C847-41BE-9EFB-8F129ED7BDFB}"/>
              </a:ext>
            </a:extLst>
          </p:cNvPr>
          <p:cNvSpPr txBox="1"/>
          <p:nvPr/>
        </p:nvSpPr>
        <p:spPr>
          <a:xfrm>
            <a:off x="5774735" y="1377675"/>
            <a:ext cx="29125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accent1"/>
                </a:solidFill>
                <a:latin typeface="+mj-lt"/>
              </a:rPr>
              <a:t>Management statistic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12E7D6D-1392-45A0-9621-E6E9C0C3ECB5}"/>
              </a:ext>
            </a:extLst>
          </p:cNvPr>
          <p:cNvSpPr/>
          <p:nvPr/>
        </p:nvSpPr>
        <p:spPr>
          <a:xfrm>
            <a:off x="9949001" y="1377675"/>
            <a:ext cx="1133494" cy="33855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+mj-lt"/>
              </a:rPr>
              <a:t>AUG</a:t>
            </a:r>
            <a:endParaRPr lang="en-GB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8" name="Rounded Rectangle 59">
            <a:extLst>
              <a:ext uri="{FF2B5EF4-FFF2-40B4-BE49-F238E27FC236}">
                <a16:creationId xmlns:a16="http://schemas.microsoft.com/office/drawing/2014/main" id="{D3407949-EA0B-4E8E-82F7-5AD7C20D73B7}"/>
              </a:ext>
            </a:extLst>
          </p:cNvPr>
          <p:cNvSpPr/>
          <p:nvPr/>
        </p:nvSpPr>
        <p:spPr>
          <a:xfrm>
            <a:off x="6249589" y="2511377"/>
            <a:ext cx="3157325" cy="23145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12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60%</a:t>
            </a:r>
          </a:p>
        </p:txBody>
      </p:sp>
      <p:sp>
        <p:nvSpPr>
          <p:cNvPr id="39" name="Rounded Rectangle 60">
            <a:extLst>
              <a:ext uri="{FF2B5EF4-FFF2-40B4-BE49-F238E27FC236}">
                <a16:creationId xmlns:a16="http://schemas.microsoft.com/office/drawing/2014/main" id="{AB673CA3-54EF-4F7C-954A-60FFEDEB4DA5}"/>
              </a:ext>
            </a:extLst>
          </p:cNvPr>
          <p:cNvSpPr/>
          <p:nvPr/>
        </p:nvSpPr>
        <p:spPr>
          <a:xfrm>
            <a:off x="6249589" y="2879170"/>
            <a:ext cx="2027261" cy="23145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12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30%</a:t>
            </a:r>
          </a:p>
        </p:txBody>
      </p:sp>
      <p:sp>
        <p:nvSpPr>
          <p:cNvPr id="40" name="Rounded Rectangle 62">
            <a:extLst>
              <a:ext uri="{FF2B5EF4-FFF2-40B4-BE49-F238E27FC236}">
                <a16:creationId xmlns:a16="http://schemas.microsoft.com/office/drawing/2014/main" id="{91F3A341-F2C4-4713-9AB4-00389DAB2813}"/>
              </a:ext>
            </a:extLst>
          </p:cNvPr>
          <p:cNvSpPr/>
          <p:nvPr/>
        </p:nvSpPr>
        <p:spPr>
          <a:xfrm>
            <a:off x="6249590" y="2143584"/>
            <a:ext cx="4421586" cy="23145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12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90%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EF2922E-8EF4-4333-B948-461A2CD7F49A}"/>
              </a:ext>
            </a:extLst>
          </p:cNvPr>
          <p:cNvSpPr/>
          <p:nvPr/>
        </p:nvSpPr>
        <p:spPr>
          <a:xfrm>
            <a:off x="5774735" y="2122261"/>
            <a:ext cx="1030234" cy="103023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71500" dist="50800" dir="5400000" algn="ctr" rotWithShape="0">
              <a:srgbClr val="000000">
                <a:alpha val="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N" b="1">
                <a:solidFill>
                  <a:schemeClr val="accent1"/>
                </a:solidFill>
                <a:latin typeface="+mj-lt"/>
              </a:rPr>
              <a:t>2024</a:t>
            </a:r>
            <a:endParaRPr lang="en-IN" b="1" dirty="0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E32ABF0-2C99-4ED0-8475-832B4DD35BD3}"/>
              </a:ext>
            </a:extLst>
          </p:cNvPr>
          <p:cNvGrpSpPr/>
          <p:nvPr/>
        </p:nvGrpSpPr>
        <p:grpSpPr>
          <a:xfrm>
            <a:off x="6567161" y="3220194"/>
            <a:ext cx="4689029" cy="361712"/>
            <a:chOff x="6516361" y="3274260"/>
            <a:chExt cx="4689029" cy="361712"/>
          </a:xfrm>
        </p:grpSpPr>
        <p:sp>
          <p:nvSpPr>
            <p:cNvPr id="43" name="Text Placeholder 14">
              <a:extLst>
                <a:ext uri="{FF2B5EF4-FFF2-40B4-BE49-F238E27FC236}">
                  <a16:creationId xmlns:a16="http://schemas.microsoft.com/office/drawing/2014/main" id="{FAB7E7AA-1C37-49BB-8CAE-B01FE3B1472B}"/>
                </a:ext>
              </a:extLst>
            </p:cNvPr>
            <p:cNvSpPr txBox="1">
              <a:spLocks/>
            </p:cNvSpPr>
            <p:nvPr/>
          </p:nvSpPr>
          <p:spPr>
            <a:xfrm>
              <a:off x="10793886" y="3474234"/>
              <a:ext cx="411504" cy="153888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I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Open Sans Light" panose="020B0306030504020204" pitchFamily="34" charset="0"/>
                  <a:cs typeface="Open Sans Light" panose="020B0306030504020204" pitchFamily="34" charset="0"/>
                </a:rPr>
                <a:t>100%</a:t>
              </a:r>
            </a:p>
          </p:txBody>
        </p:sp>
        <p:sp>
          <p:nvSpPr>
            <p:cNvPr id="44" name="Text Placeholder 14">
              <a:extLst>
                <a:ext uri="{FF2B5EF4-FFF2-40B4-BE49-F238E27FC236}">
                  <a16:creationId xmlns:a16="http://schemas.microsoft.com/office/drawing/2014/main" id="{64AC1971-A4C9-485C-84A7-808A088E8351}"/>
                </a:ext>
              </a:extLst>
            </p:cNvPr>
            <p:cNvSpPr txBox="1">
              <a:spLocks/>
            </p:cNvSpPr>
            <p:nvPr/>
          </p:nvSpPr>
          <p:spPr>
            <a:xfrm>
              <a:off x="9724504" y="3474234"/>
              <a:ext cx="411504" cy="153888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I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Open Sans Light" panose="020B0306030504020204" pitchFamily="34" charset="0"/>
                  <a:cs typeface="Open Sans Light" panose="020B0306030504020204" pitchFamily="34" charset="0"/>
                </a:rPr>
                <a:t>80%</a:t>
              </a:r>
            </a:p>
          </p:txBody>
        </p:sp>
        <p:sp>
          <p:nvSpPr>
            <p:cNvPr id="45" name="Text Placeholder 14">
              <a:extLst>
                <a:ext uri="{FF2B5EF4-FFF2-40B4-BE49-F238E27FC236}">
                  <a16:creationId xmlns:a16="http://schemas.microsoft.com/office/drawing/2014/main" id="{B9761F8D-1204-44B9-B5E3-B7287A94F095}"/>
                </a:ext>
              </a:extLst>
            </p:cNvPr>
            <p:cNvSpPr txBox="1">
              <a:spLocks/>
            </p:cNvSpPr>
            <p:nvPr/>
          </p:nvSpPr>
          <p:spPr>
            <a:xfrm>
              <a:off x="8655123" y="3474234"/>
              <a:ext cx="411504" cy="153888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I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Open Sans Light" panose="020B0306030504020204" pitchFamily="34" charset="0"/>
                  <a:cs typeface="Open Sans Light" panose="020B0306030504020204" pitchFamily="34" charset="0"/>
                </a:rPr>
                <a:t>40%</a:t>
              </a:r>
            </a:p>
          </p:txBody>
        </p:sp>
        <p:sp>
          <p:nvSpPr>
            <p:cNvPr id="46" name="Text Placeholder 14">
              <a:extLst>
                <a:ext uri="{FF2B5EF4-FFF2-40B4-BE49-F238E27FC236}">
                  <a16:creationId xmlns:a16="http://schemas.microsoft.com/office/drawing/2014/main" id="{6EFB6B22-8016-4299-A507-E2CC2DFF6FBF}"/>
                </a:ext>
              </a:extLst>
            </p:cNvPr>
            <p:cNvSpPr txBox="1">
              <a:spLocks/>
            </p:cNvSpPr>
            <p:nvPr/>
          </p:nvSpPr>
          <p:spPr>
            <a:xfrm>
              <a:off x="7585742" y="3474234"/>
              <a:ext cx="411504" cy="153888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I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Open Sans Light" panose="020B0306030504020204" pitchFamily="34" charset="0"/>
                  <a:cs typeface="Open Sans Light" panose="020B0306030504020204" pitchFamily="34" charset="0"/>
                </a:rPr>
                <a:t>20%</a:t>
              </a:r>
            </a:p>
          </p:txBody>
        </p:sp>
        <p:sp>
          <p:nvSpPr>
            <p:cNvPr id="47" name="Text Placeholder 14">
              <a:extLst>
                <a:ext uri="{FF2B5EF4-FFF2-40B4-BE49-F238E27FC236}">
                  <a16:creationId xmlns:a16="http://schemas.microsoft.com/office/drawing/2014/main" id="{39747D98-3129-40BD-8FFE-92EC8248FCAD}"/>
                </a:ext>
              </a:extLst>
            </p:cNvPr>
            <p:cNvSpPr txBox="1">
              <a:spLocks/>
            </p:cNvSpPr>
            <p:nvPr/>
          </p:nvSpPr>
          <p:spPr>
            <a:xfrm>
              <a:off x="6516361" y="3482084"/>
              <a:ext cx="411504" cy="153888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I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Open Sans Light" panose="020B0306030504020204" pitchFamily="34" charset="0"/>
                  <a:cs typeface="Open Sans Light" panose="020B0306030504020204" pitchFamily="34" charset="0"/>
                </a:rPr>
                <a:t>10%</a:t>
              </a: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59D8C76-C9BB-46D1-B3FE-E42477E1C13E}"/>
                </a:ext>
              </a:extLst>
            </p:cNvPr>
            <p:cNvGrpSpPr/>
            <p:nvPr/>
          </p:nvGrpSpPr>
          <p:grpSpPr>
            <a:xfrm>
              <a:off x="6690057" y="3274260"/>
              <a:ext cx="4341637" cy="64114"/>
              <a:chOff x="6690057" y="3426789"/>
              <a:chExt cx="4341637" cy="64114"/>
            </a:xfrm>
          </p:grpSpPr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C320D21B-652A-48FD-9C08-675E97CDE8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0058" y="3458846"/>
                <a:ext cx="4341636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3DD9185F-8C3B-4EFC-B583-F0EC5D10D3FC}"/>
                  </a:ext>
                </a:extLst>
              </p:cNvPr>
              <p:cNvGrpSpPr/>
              <p:nvPr/>
            </p:nvGrpSpPr>
            <p:grpSpPr>
              <a:xfrm>
                <a:off x="6690057" y="3426789"/>
                <a:ext cx="4341637" cy="64114"/>
                <a:chOff x="6690057" y="3426789"/>
                <a:chExt cx="4341637" cy="64114"/>
              </a:xfrm>
            </p:grpSpPr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E61835F4-92D4-453A-8CEF-EC97B5967DF2}"/>
                    </a:ext>
                  </a:extLst>
                </p:cNvPr>
                <p:cNvSpPr/>
                <p:nvPr/>
              </p:nvSpPr>
              <p:spPr>
                <a:xfrm rot="16200000">
                  <a:off x="10967581" y="3426790"/>
                  <a:ext cx="64114" cy="64112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Open Sans Light" panose="020B0306030504020204" pitchFamily="34" charset="0"/>
                    <a:cs typeface="Open Sans Light" panose="020B0306030504020204" pitchFamily="34" charset="0"/>
                  </a:endParaRP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10CFD179-FEE6-4EED-8DAA-F5E99F250A70}"/>
                    </a:ext>
                  </a:extLst>
                </p:cNvPr>
                <p:cNvSpPr/>
                <p:nvPr/>
              </p:nvSpPr>
              <p:spPr>
                <a:xfrm rot="16200000">
                  <a:off x="9898199" y="3426790"/>
                  <a:ext cx="64114" cy="64112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Open Sans Light" panose="020B0306030504020204" pitchFamily="34" charset="0"/>
                    <a:cs typeface="Open Sans Light" panose="020B0306030504020204" pitchFamily="34" charset="0"/>
                  </a:endParaRP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4E5A9AAB-4F86-4D49-AD7B-16A758102696}"/>
                    </a:ext>
                  </a:extLst>
                </p:cNvPr>
                <p:cNvSpPr/>
                <p:nvPr/>
              </p:nvSpPr>
              <p:spPr>
                <a:xfrm rot="16200000">
                  <a:off x="8828818" y="3426790"/>
                  <a:ext cx="64114" cy="64112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Open Sans Light" panose="020B0306030504020204" pitchFamily="34" charset="0"/>
                    <a:cs typeface="Open Sans Light" panose="020B0306030504020204" pitchFamily="34" charset="0"/>
                  </a:endParaRPr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3D72B0A6-7D43-4114-87CD-6DFCE826C656}"/>
                    </a:ext>
                  </a:extLst>
                </p:cNvPr>
                <p:cNvSpPr/>
                <p:nvPr/>
              </p:nvSpPr>
              <p:spPr>
                <a:xfrm rot="16200000">
                  <a:off x="7759437" y="3426790"/>
                  <a:ext cx="64114" cy="64112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Open Sans Light" panose="020B0306030504020204" pitchFamily="34" charset="0"/>
                    <a:cs typeface="Open Sans Light" panose="020B0306030504020204" pitchFamily="34" charset="0"/>
                  </a:endParaRPr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3579F501-7BF3-4BDE-B553-16582420B22F}"/>
                    </a:ext>
                  </a:extLst>
                </p:cNvPr>
                <p:cNvSpPr/>
                <p:nvPr/>
              </p:nvSpPr>
              <p:spPr>
                <a:xfrm rot="16200000">
                  <a:off x="6690056" y="3426790"/>
                  <a:ext cx="64114" cy="64112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Open Sans Light" panose="020B0306030504020204" pitchFamily="34" charset="0"/>
                    <a:cs typeface="Open Sans Light" panose="020B0306030504020204" pitchFamily="34" charset="0"/>
                  </a:endParaRPr>
                </a:p>
              </p:txBody>
            </p:sp>
          </p:grpSp>
        </p:grpSp>
      </p:grp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958F2FC1-DF62-4956-A182-03CDC5074FBC}"/>
              </a:ext>
            </a:extLst>
          </p:cNvPr>
          <p:cNvSpPr/>
          <p:nvPr/>
        </p:nvSpPr>
        <p:spPr>
          <a:xfrm>
            <a:off x="5644951" y="4334138"/>
            <a:ext cx="2707883" cy="1615812"/>
          </a:xfrm>
          <a:prstGeom prst="roundRect">
            <a:avLst>
              <a:gd name="adj" fmla="val 14727"/>
            </a:avLst>
          </a:prstGeom>
          <a:solidFill>
            <a:schemeClr val="bg1"/>
          </a:solidFill>
          <a:ln>
            <a:noFill/>
          </a:ln>
          <a:effectLst>
            <a:outerShdw blurRad="571500" dist="50800" dir="5400000" algn="ctr" rotWithShape="0">
              <a:srgbClr val="000000">
                <a:alpha val="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A3E330E-8D3D-4D90-8FEE-E347A1C3FEFE}"/>
              </a:ext>
            </a:extLst>
          </p:cNvPr>
          <p:cNvSpPr txBox="1"/>
          <p:nvPr/>
        </p:nvSpPr>
        <p:spPr>
          <a:xfrm>
            <a:off x="5910414" y="4823511"/>
            <a:ext cx="2207113" cy="4431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lang="id-ID" sz="2400" b="1" dirty="0">
                <a:solidFill>
                  <a:schemeClr val="accent1"/>
                </a:solidFill>
                <a:latin typeface="+mj-lt"/>
                <a:cs typeface="Poppins" panose="00000500000000000000" pitchFamily="2" charset="0"/>
              </a:rPr>
              <a:t>+60,157</a:t>
            </a:r>
            <a:endParaRPr lang="en-US" sz="2400" b="1" dirty="0">
              <a:solidFill>
                <a:schemeClr val="accent1"/>
              </a:solidFill>
              <a:latin typeface="+mj-lt"/>
              <a:cs typeface="Poppins" panose="00000500000000000000" pitchFamily="2" charset="0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7FC90600-D8A3-46A7-8249-000E6BBA1846}"/>
              </a:ext>
            </a:extLst>
          </p:cNvPr>
          <p:cNvSpPr/>
          <p:nvPr/>
        </p:nvSpPr>
        <p:spPr>
          <a:xfrm>
            <a:off x="8603218" y="4334137"/>
            <a:ext cx="2707883" cy="1615812"/>
          </a:xfrm>
          <a:prstGeom prst="roundRect">
            <a:avLst>
              <a:gd name="adj" fmla="val 10172"/>
            </a:avLst>
          </a:prstGeom>
          <a:solidFill>
            <a:schemeClr val="bg1"/>
          </a:solidFill>
          <a:ln>
            <a:noFill/>
          </a:ln>
          <a:effectLst>
            <a:outerShdw blurRad="571500" dist="50800" dir="5400000" algn="ctr" rotWithShape="0">
              <a:srgbClr val="000000">
                <a:alpha val="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591B0DD-5DCB-438C-A8ED-B1F857E1FCF7}"/>
              </a:ext>
            </a:extLst>
          </p:cNvPr>
          <p:cNvSpPr txBox="1"/>
          <p:nvPr/>
        </p:nvSpPr>
        <p:spPr>
          <a:xfrm>
            <a:off x="8863670" y="4806010"/>
            <a:ext cx="2207113" cy="4431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lang="id-ID" sz="2400" b="1" dirty="0">
                <a:solidFill>
                  <a:schemeClr val="accent3"/>
                </a:solidFill>
                <a:latin typeface="+mj-lt"/>
                <a:cs typeface="Poppins" panose="00000500000000000000" pitchFamily="2" charset="0"/>
              </a:rPr>
              <a:t>75,89%</a:t>
            </a:r>
            <a:endParaRPr lang="en-US" sz="2400" b="1" dirty="0">
              <a:solidFill>
                <a:schemeClr val="accent3"/>
              </a:solidFill>
              <a:latin typeface="+mj-lt"/>
              <a:cs typeface="Poppins" panose="00000500000000000000" pitchFamily="2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87957EB4-D046-4C68-948B-01951445783B}"/>
              </a:ext>
            </a:extLst>
          </p:cNvPr>
          <p:cNvSpPr/>
          <p:nvPr/>
        </p:nvSpPr>
        <p:spPr>
          <a:xfrm>
            <a:off x="6694440" y="4011157"/>
            <a:ext cx="608907" cy="60890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4ABE8D9-3240-4671-B5F0-78DD055CED5B}"/>
              </a:ext>
            </a:extLst>
          </p:cNvPr>
          <p:cNvSpPr/>
          <p:nvPr/>
        </p:nvSpPr>
        <p:spPr>
          <a:xfrm>
            <a:off x="9652707" y="4011157"/>
            <a:ext cx="608906" cy="6089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3DA3F40-7249-429C-A8AD-B5E14ED9E2B5}"/>
              </a:ext>
            </a:extLst>
          </p:cNvPr>
          <p:cNvSpPr txBox="1"/>
          <p:nvPr/>
        </p:nvSpPr>
        <p:spPr>
          <a:xfrm>
            <a:off x="5988128" y="5236479"/>
            <a:ext cx="2021527" cy="520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Lorem ipsum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dolor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sit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amet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consectetur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adipiscing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elit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D22C87E-77C8-4F2A-AB41-99119A274AF9}"/>
              </a:ext>
            </a:extLst>
          </p:cNvPr>
          <p:cNvSpPr txBox="1"/>
          <p:nvPr/>
        </p:nvSpPr>
        <p:spPr>
          <a:xfrm>
            <a:off x="8970292" y="5236479"/>
            <a:ext cx="2021527" cy="520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Lorem ipsum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dolor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sit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amet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consectetur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adipiscing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elit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09A6F35-8B92-4671-ACE4-A02506A41007}"/>
              </a:ext>
            </a:extLst>
          </p:cNvPr>
          <p:cNvGrpSpPr/>
          <p:nvPr/>
        </p:nvGrpSpPr>
        <p:grpSpPr>
          <a:xfrm>
            <a:off x="952784" y="1856543"/>
            <a:ext cx="4007429" cy="2256067"/>
            <a:chOff x="6497291" y="1081513"/>
            <a:chExt cx="1723436" cy="2256067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77421C9-8397-4565-A42C-4CE3CAC9B77B}"/>
                </a:ext>
              </a:extLst>
            </p:cNvPr>
            <p:cNvSpPr txBox="1"/>
            <p:nvPr/>
          </p:nvSpPr>
          <p:spPr>
            <a:xfrm>
              <a:off x="6549032" y="1081513"/>
              <a:ext cx="1619954" cy="2256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ID" sz="4000" b="1" dirty="0">
                  <a:latin typeface="+mj-lt"/>
                </a:rPr>
                <a:t>Data infographic </a:t>
              </a:r>
              <a:r>
                <a:rPr lang="en-ID" sz="4000" b="1" dirty="0">
                  <a:solidFill>
                    <a:schemeClr val="accent1"/>
                  </a:solidFill>
                  <a:latin typeface="+mj-lt"/>
                </a:rPr>
                <a:t>research 2024</a:t>
              </a:r>
              <a:endParaRPr lang="en-ID" sz="7200" b="1" dirty="0">
                <a:solidFill>
                  <a:schemeClr val="accent1"/>
                </a:solidFill>
                <a:latin typeface="+mj-lt"/>
                <a:ea typeface="Noto Sans jp" panose="020B0200000000000000" pitchFamily="34" charset="-128"/>
                <a:cs typeface="Plus Jakarta Sans" pitchFamily="2" charset="0"/>
              </a:endParaRPr>
            </a:p>
          </p:txBody>
        </p:sp>
        <p:sp>
          <p:nvSpPr>
            <p:cNvPr id="73" name="Rounded Rectangle 21">
              <a:extLst>
                <a:ext uri="{FF2B5EF4-FFF2-40B4-BE49-F238E27FC236}">
                  <a16:creationId xmlns:a16="http://schemas.microsoft.com/office/drawing/2014/main" id="{B4BB4F23-1AB2-4B01-8B07-1AF5845186E7}"/>
                </a:ext>
              </a:extLst>
            </p:cNvPr>
            <p:cNvSpPr/>
            <p:nvPr/>
          </p:nvSpPr>
          <p:spPr>
            <a:xfrm>
              <a:off x="6497291" y="2613872"/>
              <a:ext cx="1723436" cy="709194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6A91D799-D8D1-4071-AD4E-0376B2E4960E}"/>
              </a:ext>
            </a:extLst>
          </p:cNvPr>
          <p:cNvSpPr/>
          <p:nvPr/>
        </p:nvSpPr>
        <p:spPr>
          <a:xfrm>
            <a:off x="1073096" y="4358453"/>
            <a:ext cx="388711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sz="1400" dirty="0"/>
              <a:t>Lorem ipsum </a:t>
            </a:r>
            <a:r>
              <a:rPr lang="en-ID" sz="1400" dirty="0" err="1"/>
              <a:t>dolor</a:t>
            </a:r>
            <a:r>
              <a:rPr lang="en-ID" sz="1400" dirty="0"/>
              <a:t> sit </a:t>
            </a:r>
            <a:r>
              <a:rPr lang="en-ID" sz="1400" dirty="0" err="1"/>
              <a:t>amet</a:t>
            </a:r>
            <a:r>
              <a:rPr lang="en-ID" sz="1400" dirty="0"/>
              <a:t>, </a:t>
            </a:r>
            <a:r>
              <a:rPr lang="en-ID" sz="1400" dirty="0" err="1"/>
              <a:t>consectetur</a:t>
            </a:r>
            <a:r>
              <a:rPr lang="en-ID" sz="1400" dirty="0"/>
              <a:t> </a:t>
            </a:r>
            <a:r>
              <a:rPr lang="en-ID" sz="1400" dirty="0" err="1"/>
              <a:t>adipiscing</a:t>
            </a:r>
            <a:r>
              <a:rPr lang="en-ID" sz="1400" dirty="0"/>
              <a:t> </a:t>
            </a:r>
            <a:r>
              <a:rPr lang="en-ID" sz="1400" dirty="0" err="1"/>
              <a:t>elit</a:t>
            </a:r>
            <a:r>
              <a:rPr lang="en-ID" sz="1400" dirty="0"/>
              <a:t>. </a:t>
            </a:r>
            <a:r>
              <a:rPr lang="en-ID" sz="1400" dirty="0" err="1"/>
              <a:t>Suspendisse</a:t>
            </a:r>
            <a:r>
              <a:rPr lang="en-ID" sz="1400" dirty="0"/>
              <a:t> vestibulum, </a:t>
            </a:r>
            <a:r>
              <a:rPr lang="en-ID" sz="1400" dirty="0" err="1"/>
              <a:t>leo</a:t>
            </a:r>
            <a:r>
              <a:rPr lang="en-ID" sz="1400" dirty="0"/>
              <a:t> </a:t>
            </a:r>
            <a:r>
              <a:rPr lang="en-ID" sz="1400" dirty="0" err="1"/>
              <a:t>eu</a:t>
            </a:r>
            <a:r>
              <a:rPr lang="en-ID" sz="1400" dirty="0"/>
              <a:t> </a:t>
            </a:r>
            <a:r>
              <a:rPr lang="en-ID" sz="1400" dirty="0" err="1"/>
              <a:t>bibendum</a:t>
            </a:r>
            <a:r>
              <a:rPr lang="en-ID" sz="1400" dirty="0"/>
              <a:t> convallis,</a:t>
            </a:r>
          </a:p>
        </p:txBody>
      </p:sp>
      <p:pic>
        <p:nvPicPr>
          <p:cNvPr id="76" name="Graphic 75">
            <a:extLst>
              <a:ext uri="{FF2B5EF4-FFF2-40B4-BE49-F238E27FC236}">
                <a16:creationId xmlns:a16="http://schemas.microsoft.com/office/drawing/2014/main" id="{5F15D16D-D095-4DE5-94C0-56B59A8218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40743" y="4157460"/>
            <a:ext cx="316300" cy="316300"/>
          </a:xfrm>
          <a:prstGeom prst="rect">
            <a:avLst/>
          </a:prstGeom>
        </p:spPr>
      </p:pic>
      <p:pic>
        <p:nvPicPr>
          <p:cNvPr id="78" name="Graphic 77">
            <a:extLst>
              <a:ext uri="{FF2B5EF4-FFF2-40B4-BE49-F238E27FC236}">
                <a16:creationId xmlns:a16="http://schemas.microsoft.com/office/drawing/2014/main" id="{D9555699-7833-47BD-8A0F-97984902FF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05019" y="4163469"/>
            <a:ext cx="304282" cy="304282"/>
          </a:xfrm>
          <a:prstGeom prst="rect">
            <a:avLst/>
          </a:prstGeom>
        </p:spPr>
      </p:pic>
      <p:grpSp>
        <p:nvGrpSpPr>
          <p:cNvPr id="79" name="Group 78">
            <a:extLst>
              <a:ext uri="{FF2B5EF4-FFF2-40B4-BE49-F238E27FC236}">
                <a16:creationId xmlns:a16="http://schemas.microsoft.com/office/drawing/2014/main" id="{5FD41779-8EE1-4B3F-870C-BA35E73C2E17}"/>
              </a:ext>
            </a:extLst>
          </p:cNvPr>
          <p:cNvGrpSpPr/>
          <p:nvPr/>
        </p:nvGrpSpPr>
        <p:grpSpPr>
          <a:xfrm>
            <a:off x="-1217308" y="-1462549"/>
            <a:ext cx="3319092" cy="3319092"/>
            <a:chOff x="5700456" y="1538424"/>
            <a:chExt cx="2243001" cy="2243001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9B1EF02C-5BE8-4B44-A83D-257E2444B5AB}"/>
                </a:ext>
              </a:extLst>
            </p:cNvPr>
            <p:cNvSpPr/>
            <p:nvPr/>
          </p:nvSpPr>
          <p:spPr>
            <a:xfrm>
              <a:off x="6751795" y="2589763"/>
              <a:ext cx="140323" cy="1403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408A1440-100E-4919-9D2B-5550DB8BDB17}"/>
                </a:ext>
              </a:extLst>
            </p:cNvPr>
            <p:cNvSpPr/>
            <p:nvPr/>
          </p:nvSpPr>
          <p:spPr>
            <a:xfrm>
              <a:off x="6449271" y="2287239"/>
              <a:ext cx="745371" cy="74537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754FD1BB-5DFC-4DEE-90C9-ED028FA94E2C}"/>
                </a:ext>
              </a:extLst>
            </p:cNvPr>
            <p:cNvSpPr/>
            <p:nvPr/>
          </p:nvSpPr>
          <p:spPr>
            <a:xfrm>
              <a:off x="6071404" y="1909372"/>
              <a:ext cx="1501104" cy="1501104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77EBFC49-15BD-487A-B8EF-D891964788C5}"/>
                </a:ext>
              </a:extLst>
            </p:cNvPr>
            <p:cNvSpPr/>
            <p:nvPr/>
          </p:nvSpPr>
          <p:spPr>
            <a:xfrm>
              <a:off x="5700456" y="1538424"/>
              <a:ext cx="2243001" cy="224300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556474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CC5DA01-38D2-486C-B171-76398F56B199}"/>
              </a:ext>
            </a:extLst>
          </p:cNvPr>
          <p:cNvSpPr/>
          <p:nvPr/>
        </p:nvSpPr>
        <p:spPr>
          <a:xfrm>
            <a:off x="1127853" y="1250420"/>
            <a:ext cx="6521268" cy="4357161"/>
          </a:xfrm>
          <a:prstGeom prst="roundRect">
            <a:avLst>
              <a:gd name="adj" fmla="val 5543"/>
            </a:avLst>
          </a:prstGeom>
          <a:solidFill>
            <a:schemeClr val="bg1"/>
          </a:solidFill>
          <a:ln w="6350">
            <a:noFill/>
          </a:ln>
          <a:effectLst>
            <a:outerShdw blurRad="571500" dist="177800" dir="2700000" sx="96000" sy="96000" algn="ctr" rotWithShape="0">
              <a:schemeClr val="tx1">
                <a:lumMod val="75000"/>
                <a:lumOff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endParaRPr lang="en-US" sz="1400">
              <a:solidFill>
                <a:schemeClr val="accent1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65E32C-A164-4BFD-8695-EF8DA3991649}"/>
              </a:ext>
            </a:extLst>
          </p:cNvPr>
          <p:cNvSpPr txBox="1"/>
          <p:nvPr/>
        </p:nvSpPr>
        <p:spPr>
          <a:xfrm>
            <a:off x="8193139" y="1879707"/>
            <a:ext cx="2943174" cy="2256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Rubik" pitchFamily="2" charset="-79"/>
              </a:rPr>
              <a:t>Research Data </a:t>
            </a:r>
            <a:r>
              <a:rPr lang="en-US" sz="4000" b="1" dirty="0">
                <a:solidFill>
                  <a:schemeClr val="accent1"/>
                </a:solidFill>
                <a:latin typeface="+mj-lt"/>
                <a:cs typeface="Rubik" pitchFamily="2" charset="-79"/>
              </a:rPr>
              <a:t>insights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EEA1164-3D71-4471-9BB4-7E82109ACC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1782684"/>
              </p:ext>
            </p:extLst>
          </p:nvPr>
        </p:nvGraphicFramePr>
        <p:xfrm>
          <a:off x="1382695" y="1473307"/>
          <a:ext cx="5773670" cy="29858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FA96838-4349-4554-8E70-2984E4BC8D30}"/>
              </a:ext>
            </a:extLst>
          </p:cNvPr>
          <p:cNvSpPr txBox="1"/>
          <p:nvPr/>
        </p:nvSpPr>
        <p:spPr>
          <a:xfrm>
            <a:off x="2230242" y="4631960"/>
            <a:ext cx="1979753" cy="298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accent1"/>
                </a:solidFill>
                <a:latin typeface="+mj-lt"/>
              </a:rPr>
              <a:t>Content Value 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6248A7-3F21-4749-AD3E-10865F2AE005}"/>
              </a:ext>
            </a:extLst>
          </p:cNvPr>
          <p:cNvSpPr txBox="1"/>
          <p:nvPr/>
        </p:nvSpPr>
        <p:spPr>
          <a:xfrm>
            <a:off x="2230242" y="4857039"/>
            <a:ext cx="1979753" cy="531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en-US" sz="2400" b="1" dirty="0">
                <a:solidFill>
                  <a:schemeClr val="accent1"/>
                </a:solidFill>
                <a:latin typeface="+mj-lt"/>
              </a:rPr>
              <a:t>+5.000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8BDAC5-839E-4ECD-B0BF-E49DD17E4908}"/>
              </a:ext>
            </a:extLst>
          </p:cNvPr>
          <p:cNvSpPr txBox="1"/>
          <p:nvPr/>
        </p:nvSpPr>
        <p:spPr>
          <a:xfrm>
            <a:off x="5469055" y="4631960"/>
            <a:ext cx="1979753" cy="298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accent2"/>
                </a:solidFill>
                <a:latin typeface="+mj-lt"/>
              </a:rPr>
              <a:t>Content Value 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21472D-4854-4964-A9A5-E7D297DD22FE}"/>
              </a:ext>
            </a:extLst>
          </p:cNvPr>
          <p:cNvSpPr txBox="1"/>
          <p:nvPr/>
        </p:nvSpPr>
        <p:spPr>
          <a:xfrm>
            <a:off x="5469055" y="4857039"/>
            <a:ext cx="1979753" cy="531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en-US" sz="2400" b="1" dirty="0">
                <a:solidFill>
                  <a:schemeClr val="accent2"/>
                </a:solidFill>
                <a:latin typeface="+mj-lt"/>
              </a:rPr>
              <a:t>+5.000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642DEFA-350A-41B4-BAB0-621B9F514D4A}"/>
              </a:ext>
            </a:extLst>
          </p:cNvPr>
          <p:cNvSpPr/>
          <p:nvPr/>
        </p:nvSpPr>
        <p:spPr>
          <a:xfrm>
            <a:off x="4682883" y="4687155"/>
            <a:ext cx="608906" cy="6089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1FAF23-E00E-497E-B657-FD6BF405DE6A}"/>
              </a:ext>
            </a:extLst>
          </p:cNvPr>
          <p:cNvSpPr/>
          <p:nvPr/>
        </p:nvSpPr>
        <p:spPr>
          <a:xfrm>
            <a:off x="1416800" y="4687155"/>
            <a:ext cx="608907" cy="60890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9088A8-F6BF-421D-9EB5-020D6645FBD3}"/>
              </a:ext>
            </a:extLst>
          </p:cNvPr>
          <p:cNvSpPr/>
          <p:nvPr/>
        </p:nvSpPr>
        <p:spPr>
          <a:xfrm>
            <a:off x="8261620" y="4329077"/>
            <a:ext cx="280828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sz="1400" dirty="0"/>
              <a:t>Lorem ipsum </a:t>
            </a:r>
            <a:r>
              <a:rPr lang="en-ID" sz="1400" dirty="0" err="1"/>
              <a:t>dolor</a:t>
            </a:r>
            <a:r>
              <a:rPr lang="en-ID" sz="1400" dirty="0"/>
              <a:t> sit </a:t>
            </a:r>
            <a:r>
              <a:rPr lang="en-ID" sz="1400" dirty="0" err="1"/>
              <a:t>amet</a:t>
            </a:r>
            <a:r>
              <a:rPr lang="en-ID" sz="1400" dirty="0"/>
              <a:t>, </a:t>
            </a:r>
            <a:r>
              <a:rPr lang="en-ID" sz="1400" dirty="0" err="1"/>
              <a:t>consectetur</a:t>
            </a:r>
            <a:r>
              <a:rPr lang="en-ID" sz="1400" dirty="0"/>
              <a:t> </a:t>
            </a:r>
            <a:r>
              <a:rPr lang="en-ID" sz="1400" dirty="0" err="1"/>
              <a:t>adipiscing</a:t>
            </a:r>
            <a:r>
              <a:rPr lang="en-ID" sz="1400" dirty="0"/>
              <a:t> </a:t>
            </a:r>
            <a:r>
              <a:rPr lang="en-ID" sz="1400" dirty="0" err="1"/>
              <a:t>elit</a:t>
            </a:r>
            <a:r>
              <a:rPr lang="en-ID" sz="1400" dirty="0"/>
              <a:t>. </a:t>
            </a:r>
            <a:r>
              <a:rPr lang="en-ID" sz="1400" dirty="0" err="1"/>
              <a:t>Suspendisse</a:t>
            </a:r>
            <a:endParaRPr lang="en-ID" sz="1400" dirty="0"/>
          </a:p>
        </p:txBody>
      </p:sp>
      <p:sp>
        <p:nvSpPr>
          <p:cNvPr id="20" name="Rounded Rectangle 21">
            <a:extLst>
              <a:ext uri="{FF2B5EF4-FFF2-40B4-BE49-F238E27FC236}">
                <a16:creationId xmlns:a16="http://schemas.microsoft.com/office/drawing/2014/main" id="{EF2FB531-4B90-426E-9F62-1BD495D195A4}"/>
              </a:ext>
            </a:extLst>
          </p:cNvPr>
          <p:cNvSpPr/>
          <p:nvPr/>
        </p:nvSpPr>
        <p:spPr>
          <a:xfrm>
            <a:off x="8043574" y="3426580"/>
            <a:ext cx="2473751" cy="709194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5CFEFC84-CF9D-42B8-8BA9-9D170BFEA6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2065" y="4856337"/>
            <a:ext cx="270543" cy="270543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038E281B-C8B6-418C-84E5-A05B2F490C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72641" y="4842996"/>
            <a:ext cx="297224" cy="297224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62142D95-0237-4A12-BD62-088448E2F753}"/>
              </a:ext>
            </a:extLst>
          </p:cNvPr>
          <p:cNvGrpSpPr/>
          <p:nvPr/>
        </p:nvGrpSpPr>
        <p:grpSpPr>
          <a:xfrm>
            <a:off x="9778751" y="-1107431"/>
            <a:ext cx="3319092" cy="3319092"/>
            <a:chOff x="5700456" y="1538424"/>
            <a:chExt cx="2243001" cy="2243001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057F5D7-6FA0-40DA-83C1-15D1F1C4BEFE}"/>
                </a:ext>
              </a:extLst>
            </p:cNvPr>
            <p:cNvSpPr/>
            <p:nvPr/>
          </p:nvSpPr>
          <p:spPr>
            <a:xfrm>
              <a:off x="6751795" y="2589763"/>
              <a:ext cx="140323" cy="1403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296DBE1-BC1D-4880-BA23-D04CA28660E8}"/>
                </a:ext>
              </a:extLst>
            </p:cNvPr>
            <p:cNvSpPr/>
            <p:nvPr/>
          </p:nvSpPr>
          <p:spPr>
            <a:xfrm>
              <a:off x="6449271" y="2287239"/>
              <a:ext cx="745371" cy="74537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251B7E0-68EC-45E9-BDD4-CC8A1CB9C15E}"/>
                </a:ext>
              </a:extLst>
            </p:cNvPr>
            <p:cNvSpPr/>
            <p:nvPr/>
          </p:nvSpPr>
          <p:spPr>
            <a:xfrm>
              <a:off x="6071404" y="1909372"/>
              <a:ext cx="1501104" cy="1501104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23ED15C-235C-493E-9F3C-912A65C03D4E}"/>
                </a:ext>
              </a:extLst>
            </p:cNvPr>
            <p:cNvSpPr/>
            <p:nvPr/>
          </p:nvSpPr>
          <p:spPr>
            <a:xfrm>
              <a:off x="5700456" y="1538424"/>
              <a:ext cx="2243001" cy="224300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10853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B084C60-DC6A-4600-8AA5-5F963FE2D36D}"/>
              </a:ext>
            </a:extLst>
          </p:cNvPr>
          <p:cNvSpPr/>
          <p:nvPr/>
        </p:nvSpPr>
        <p:spPr>
          <a:xfrm>
            <a:off x="1380085" y="2386065"/>
            <a:ext cx="2110664" cy="143088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71500" dist="50800" dir="5400000" algn="ctr" rotWithShape="0">
              <a:srgbClr val="000000">
                <a:alpha val="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C1DD7E2-3726-4633-AB1F-7B6B93E06418}"/>
              </a:ext>
            </a:extLst>
          </p:cNvPr>
          <p:cNvSpPr/>
          <p:nvPr/>
        </p:nvSpPr>
        <p:spPr>
          <a:xfrm>
            <a:off x="1380085" y="4271489"/>
            <a:ext cx="2110664" cy="143088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71500" dist="50800" dir="5400000" algn="ctr" rotWithShape="0">
              <a:srgbClr val="000000">
                <a:alpha val="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620292-DCAF-4591-9FEA-FB1A442E0FFF}"/>
              </a:ext>
            </a:extLst>
          </p:cNvPr>
          <p:cNvSpPr txBox="1"/>
          <p:nvPr/>
        </p:nvSpPr>
        <p:spPr>
          <a:xfrm>
            <a:off x="1563741" y="2963007"/>
            <a:ext cx="19964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baseline="30000" dirty="0">
                <a:solidFill>
                  <a:schemeClr val="accent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$</a:t>
            </a:r>
            <a:r>
              <a:rPr lang="en-US" sz="3200" b="1" dirty="0">
                <a:solidFill>
                  <a:schemeClr val="accent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399</a:t>
            </a:r>
            <a:r>
              <a:rPr lang="en-US" sz="1600" b="1" dirty="0">
                <a:solidFill>
                  <a:schemeClr val="accent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/year</a:t>
            </a:r>
            <a:endParaRPr lang="en-US" sz="3200" b="1" dirty="0">
              <a:solidFill>
                <a:schemeClr val="accent1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FBA1EA-6827-4723-8719-C9DD6D3D26F2}"/>
              </a:ext>
            </a:extLst>
          </p:cNvPr>
          <p:cNvSpPr/>
          <p:nvPr/>
        </p:nvSpPr>
        <p:spPr>
          <a:xfrm>
            <a:off x="1563741" y="2655230"/>
            <a:ext cx="199643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111029"/>
                </a:solidFill>
                <a:latin typeface="+mj-lt"/>
                <a:cs typeface="Segoe UI" panose="020B0502040204020203" pitchFamily="34" charset="0"/>
              </a:rPr>
              <a:t>Full package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C11792-B153-4975-822C-2009BDB65130}"/>
              </a:ext>
            </a:extLst>
          </p:cNvPr>
          <p:cNvSpPr txBox="1"/>
          <p:nvPr/>
        </p:nvSpPr>
        <p:spPr>
          <a:xfrm>
            <a:off x="4056522" y="2440236"/>
            <a:ext cx="3888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+mj-lt"/>
                <a:cs typeface="Poppins" panose="00000500000000000000" pitchFamily="2" charset="0"/>
              </a:rPr>
              <a:t>This is your package features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AD7509-8CE8-478B-8D11-0E8ECBA4FAA1}"/>
              </a:ext>
            </a:extLst>
          </p:cNvPr>
          <p:cNvSpPr txBox="1"/>
          <p:nvPr/>
        </p:nvSpPr>
        <p:spPr>
          <a:xfrm>
            <a:off x="1563741" y="4848431"/>
            <a:ext cx="19964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baseline="30000" dirty="0">
                <a:solidFill>
                  <a:schemeClr val="accent2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$</a:t>
            </a:r>
            <a:r>
              <a:rPr lang="en-US" sz="3200" b="1" dirty="0">
                <a:solidFill>
                  <a:schemeClr val="accent2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299</a:t>
            </a:r>
            <a:r>
              <a:rPr lang="en-US" sz="1600" b="1" dirty="0">
                <a:solidFill>
                  <a:schemeClr val="accent2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/year</a:t>
            </a:r>
            <a:endParaRPr lang="en-US" sz="3200" b="1" dirty="0">
              <a:solidFill>
                <a:schemeClr val="accent2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14FA0C-F260-48E0-B5A5-45CCCC64A455}"/>
              </a:ext>
            </a:extLst>
          </p:cNvPr>
          <p:cNvSpPr/>
          <p:nvPr/>
        </p:nvSpPr>
        <p:spPr>
          <a:xfrm>
            <a:off x="1563741" y="4540654"/>
            <a:ext cx="199643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111029"/>
                </a:solidFill>
                <a:latin typeface="+mj-lt"/>
                <a:cs typeface="Segoe UI" panose="020B0502040204020203" pitchFamily="34" charset="0"/>
              </a:rPr>
              <a:t>Semi full package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8A294E-926B-4782-AF01-F4024A825B62}"/>
              </a:ext>
            </a:extLst>
          </p:cNvPr>
          <p:cNvSpPr txBox="1"/>
          <p:nvPr/>
        </p:nvSpPr>
        <p:spPr>
          <a:xfrm>
            <a:off x="4056522" y="4325660"/>
            <a:ext cx="3888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+mj-lt"/>
                <a:cs typeface="Poppins" panose="00000500000000000000" pitchFamily="2" charset="0"/>
              </a:rPr>
              <a:t>This is your package features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C1826F-99E6-4AA7-947E-F38708C5F869}"/>
              </a:ext>
            </a:extLst>
          </p:cNvPr>
          <p:cNvSpPr txBox="1"/>
          <p:nvPr/>
        </p:nvSpPr>
        <p:spPr>
          <a:xfrm>
            <a:off x="4066255" y="4694542"/>
            <a:ext cx="3868991" cy="742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Lorem ipsum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dolor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sit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amet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consectetur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</a:p>
          <a:p>
            <a:pPr marL="171450" indent="-171450">
              <a:lnSpc>
                <a:spcPct val="12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adipiscing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elit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</a:t>
            </a:r>
          </a:p>
          <a:p>
            <a:pPr marL="171450" indent="-171450">
              <a:lnSpc>
                <a:spcPct val="12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Lorem ipsum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dolor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sit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amet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consectetur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adipiscing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elit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 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57093A-4CFC-42E8-9B7F-B358E96A6802}"/>
              </a:ext>
            </a:extLst>
          </p:cNvPr>
          <p:cNvSpPr txBox="1"/>
          <p:nvPr/>
        </p:nvSpPr>
        <p:spPr>
          <a:xfrm>
            <a:off x="4066255" y="2809118"/>
            <a:ext cx="3868991" cy="742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Lorem ipsum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dolor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sit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amet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consectetur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</a:p>
          <a:p>
            <a:pPr marL="171450" indent="-171450">
              <a:lnSpc>
                <a:spcPct val="12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adipiscing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elit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</a:t>
            </a:r>
          </a:p>
          <a:p>
            <a:pPr marL="171450" indent="-171450">
              <a:lnSpc>
                <a:spcPct val="12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Lorem ipsum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dolor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sit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amet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consectetur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adipiscing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ID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elit</a:t>
            </a:r>
            <a:r>
              <a:rPr lang="en-ID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 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CD8C26A-9BB1-4805-AE6E-1AFD34AC82D3}"/>
              </a:ext>
            </a:extLst>
          </p:cNvPr>
          <p:cNvGrpSpPr/>
          <p:nvPr/>
        </p:nvGrpSpPr>
        <p:grpSpPr>
          <a:xfrm>
            <a:off x="1344275" y="980134"/>
            <a:ext cx="9805193" cy="814561"/>
            <a:chOff x="6549032" y="1081513"/>
            <a:chExt cx="4586020" cy="81456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52DC962-5197-4189-9315-330CE4C95204}"/>
                </a:ext>
              </a:extLst>
            </p:cNvPr>
            <p:cNvSpPr txBox="1"/>
            <p:nvPr/>
          </p:nvSpPr>
          <p:spPr>
            <a:xfrm>
              <a:off x="6549032" y="1081513"/>
              <a:ext cx="4586020" cy="778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ID" sz="4000" b="1" dirty="0">
                  <a:latin typeface="+mj-lt"/>
                </a:rPr>
                <a:t>Research   </a:t>
              </a:r>
              <a:r>
                <a:rPr lang="en-ID" sz="4000" b="1" dirty="0">
                  <a:solidFill>
                    <a:schemeClr val="accent1"/>
                  </a:solidFill>
                  <a:latin typeface="+mj-lt"/>
                </a:rPr>
                <a:t>pricing table</a:t>
              </a:r>
              <a:endParaRPr lang="en-ID" sz="7200" b="1" dirty="0">
                <a:solidFill>
                  <a:schemeClr val="accent1"/>
                </a:solidFill>
                <a:latin typeface="+mj-lt"/>
                <a:ea typeface="Noto Sans jp" panose="020B0200000000000000" pitchFamily="34" charset="-128"/>
                <a:cs typeface="Plus Jakarta Sans" pitchFamily="2" charset="0"/>
              </a:endParaRPr>
            </a:p>
          </p:txBody>
        </p:sp>
        <p:sp>
          <p:nvSpPr>
            <p:cNvPr id="18" name="Rounded Rectangle 21">
              <a:extLst>
                <a:ext uri="{FF2B5EF4-FFF2-40B4-BE49-F238E27FC236}">
                  <a16:creationId xmlns:a16="http://schemas.microsoft.com/office/drawing/2014/main" id="{D9B02882-05C6-4338-BDA0-D3204C399FA2}"/>
                </a:ext>
              </a:extLst>
            </p:cNvPr>
            <p:cNvSpPr/>
            <p:nvPr/>
          </p:nvSpPr>
          <p:spPr>
            <a:xfrm>
              <a:off x="8603518" y="1186880"/>
              <a:ext cx="1756474" cy="709194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1E95FB9-B5D5-41B9-AEBE-9B50BACAB2B2}"/>
              </a:ext>
            </a:extLst>
          </p:cNvPr>
          <p:cNvGrpSpPr/>
          <p:nvPr/>
        </p:nvGrpSpPr>
        <p:grpSpPr>
          <a:xfrm>
            <a:off x="9778751" y="-1107431"/>
            <a:ext cx="3319092" cy="3319092"/>
            <a:chOff x="5700456" y="1538424"/>
            <a:chExt cx="2243001" cy="2243001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D6CDE92-6AE7-4D5A-BD11-0134F928DAB9}"/>
                </a:ext>
              </a:extLst>
            </p:cNvPr>
            <p:cNvSpPr/>
            <p:nvPr/>
          </p:nvSpPr>
          <p:spPr>
            <a:xfrm>
              <a:off x="6751795" y="2589763"/>
              <a:ext cx="140323" cy="1403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07370A8-FC3C-492B-BEC1-80F4792BADF8}"/>
                </a:ext>
              </a:extLst>
            </p:cNvPr>
            <p:cNvSpPr/>
            <p:nvPr/>
          </p:nvSpPr>
          <p:spPr>
            <a:xfrm>
              <a:off x="6449271" y="2287239"/>
              <a:ext cx="745371" cy="74537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30A37A5-272C-47CF-8E52-282B7F4EA5D5}"/>
                </a:ext>
              </a:extLst>
            </p:cNvPr>
            <p:cNvSpPr/>
            <p:nvPr/>
          </p:nvSpPr>
          <p:spPr>
            <a:xfrm>
              <a:off x="6071404" y="1909372"/>
              <a:ext cx="1501104" cy="1501104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2475589-451B-4D3F-B263-46B3507FB6ED}"/>
                </a:ext>
              </a:extLst>
            </p:cNvPr>
            <p:cNvSpPr/>
            <p:nvPr/>
          </p:nvSpPr>
          <p:spPr>
            <a:xfrm>
              <a:off x="5700456" y="1538424"/>
              <a:ext cx="2243001" cy="224300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55D854-75BD-4769-BBA7-652982704F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4CD3FD3-F898-4C74-99E1-33307A75EA9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</p:spTree>
    <p:extLst>
      <p:ext uri="{BB962C8B-B14F-4D97-AF65-F5344CB8AC3E}">
        <p14:creationId xmlns:p14="http://schemas.microsoft.com/office/powerpoint/2010/main" val="9009603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EFE6CDD0-FE0B-4866-9EA2-A282FB20074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098967" y="1072795"/>
            <a:ext cx="5425376" cy="4916234"/>
            <a:chOff x="3629" y="555"/>
            <a:chExt cx="3314" cy="3003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1ACFEE04-EAC1-472E-A62C-5F643B3DB5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9" y="1317"/>
              <a:ext cx="366" cy="608"/>
            </a:xfrm>
            <a:custGeom>
              <a:avLst/>
              <a:gdLst>
                <a:gd name="T0" fmla="*/ 317 w 366"/>
                <a:gd name="T1" fmla="*/ 362 h 608"/>
                <a:gd name="T2" fmla="*/ 302 w 366"/>
                <a:gd name="T3" fmla="*/ 337 h 608"/>
                <a:gd name="T4" fmla="*/ 304 w 366"/>
                <a:gd name="T5" fmla="*/ 331 h 608"/>
                <a:gd name="T6" fmla="*/ 293 w 366"/>
                <a:gd name="T7" fmla="*/ 313 h 608"/>
                <a:gd name="T8" fmla="*/ 271 w 366"/>
                <a:gd name="T9" fmla="*/ 286 h 608"/>
                <a:gd name="T10" fmla="*/ 279 w 366"/>
                <a:gd name="T11" fmla="*/ 271 h 608"/>
                <a:gd name="T12" fmla="*/ 286 w 366"/>
                <a:gd name="T13" fmla="*/ 244 h 608"/>
                <a:gd name="T14" fmla="*/ 308 w 366"/>
                <a:gd name="T15" fmla="*/ 235 h 608"/>
                <a:gd name="T16" fmla="*/ 310 w 366"/>
                <a:gd name="T17" fmla="*/ 220 h 608"/>
                <a:gd name="T18" fmla="*/ 306 w 366"/>
                <a:gd name="T19" fmla="*/ 200 h 608"/>
                <a:gd name="T20" fmla="*/ 286 w 366"/>
                <a:gd name="T21" fmla="*/ 204 h 608"/>
                <a:gd name="T22" fmla="*/ 273 w 366"/>
                <a:gd name="T23" fmla="*/ 211 h 608"/>
                <a:gd name="T24" fmla="*/ 260 w 366"/>
                <a:gd name="T25" fmla="*/ 196 h 608"/>
                <a:gd name="T26" fmla="*/ 253 w 366"/>
                <a:gd name="T27" fmla="*/ 184 h 608"/>
                <a:gd name="T28" fmla="*/ 246 w 366"/>
                <a:gd name="T29" fmla="*/ 178 h 608"/>
                <a:gd name="T30" fmla="*/ 237 w 366"/>
                <a:gd name="T31" fmla="*/ 171 h 608"/>
                <a:gd name="T32" fmla="*/ 233 w 366"/>
                <a:gd name="T33" fmla="*/ 153 h 608"/>
                <a:gd name="T34" fmla="*/ 237 w 366"/>
                <a:gd name="T35" fmla="*/ 125 h 608"/>
                <a:gd name="T36" fmla="*/ 244 w 366"/>
                <a:gd name="T37" fmla="*/ 74 h 608"/>
                <a:gd name="T38" fmla="*/ 233 w 366"/>
                <a:gd name="T39" fmla="*/ 23 h 608"/>
                <a:gd name="T40" fmla="*/ 197 w 366"/>
                <a:gd name="T41" fmla="*/ 7 h 608"/>
                <a:gd name="T42" fmla="*/ 151 w 366"/>
                <a:gd name="T43" fmla="*/ 12 h 608"/>
                <a:gd name="T44" fmla="*/ 189 w 366"/>
                <a:gd name="T45" fmla="*/ 32 h 608"/>
                <a:gd name="T46" fmla="*/ 175 w 366"/>
                <a:gd name="T47" fmla="*/ 60 h 608"/>
                <a:gd name="T48" fmla="*/ 162 w 366"/>
                <a:gd name="T49" fmla="*/ 89 h 608"/>
                <a:gd name="T50" fmla="*/ 124 w 366"/>
                <a:gd name="T51" fmla="*/ 120 h 608"/>
                <a:gd name="T52" fmla="*/ 116 w 366"/>
                <a:gd name="T53" fmla="*/ 196 h 608"/>
                <a:gd name="T54" fmla="*/ 93 w 366"/>
                <a:gd name="T55" fmla="*/ 253 h 608"/>
                <a:gd name="T56" fmla="*/ 67 w 366"/>
                <a:gd name="T57" fmla="*/ 282 h 608"/>
                <a:gd name="T58" fmla="*/ 45 w 366"/>
                <a:gd name="T59" fmla="*/ 331 h 608"/>
                <a:gd name="T60" fmla="*/ 25 w 366"/>
                <a:gd name="T61" fmla="*/ 366 h 608"/>
                <a:gd name="T62" fmla="*/ 14 w 366"/>
                <a:gd name="T63" fmla="*/ 402 h 608"/>
                <a:gd name="T64" fmla="*/ 9 w 366"/>
                <a:gd name="T65" fmla="*/ 419 h 608"/>
                <a:gd name="T66" fmla="*/ 7 w 366"/>
                <a:gd name="T67" fmla="*/ 437 h 608"/>
                <a:gd name="T68" fmla="*/ 3 w 366"/>
                <a:gd name="T69" fmla="*/ 470 h 608"/>
                <a:gd name="T70" fmla="*/ 3 w 366"/>
                <a:gd name="T71" fmla="*/ 484 h 608"/>
                <a:gd name="T72" fmla="*/ 7 w 366"/>
                <a:gd name="T73" fmla="*/ 499 h 608"/>
                <a:gd name="T74" fmla="*/ 7 w 366"/>
                <a:gd name="T75" fmla="*/ 521 h 608"/>
                <a:gd name="T76" fmla="*/ 7 w 366"/>
                <a:gd name="T77" fmla="*/ 546 h 608"/>
                <a:gd name="T78" fmla="*/ 9 w 366"/>
                <a:gd name="T79" fmla="*/ 555 h 608"/>
                <a:gd name="T80" fmla="*/ 14 w 366"/>
                <a:gd name="T81" fmla="*/ 566 h 608"/>
                <a:gd name="T82" fmla="*/ 25 w 366"/>
                <a:gd name="T83" fmla="*/ 555 h 608"/>
                <a:gd name="T84" fmla="*/ 36 w 366"/>
                <a:gd name="T85" fmla="*/ 539 h 608"/>
                <a:gd name="T86" fmla="*/ 34 w 366"/>
                <a:gd name="T87" fmla="*/ 563 h 608"/>
                <a:gd name="T88" fmla="*/ 100 w 366"/>
                <a:gd name="T89" fmla="*/ 597 h 608"/>
                <a:gd name="T90" fmla="*/ 138 w 366"/>
                <a:gd name="T91" fmla="*/ 568 h 608"/>
                <a:gd name="T92" fmla="*/ 147 w 366"/>
                <a:gd name="T93" fmla="*/ 608 h 608"/>
                <a:gd name="T94" fmla="*/ 160 w 366"/>
                <a:gd name="T95" fmla="*/ 592 h 608"/>
                <a:gd name="T96" fmla="*/ 191 w 366"/>
                <a:gd name="T97" fmla="*/ 592 h 608"/>
                <a:gd name="T98" fmla="*/ 222 w 366"/>
                <a:gd name="T99" fmla="*/ 594 h 608"/>
                <a:gd name="T100" fmla="*/ 231 w 366"/>
                <a:gd name="T101" fmla="*/ 594 h 608"/>
                <a:gd name="T102" fmla="*/ 244 w 366"/>
                <a:gd name="T103" fmla="*/ 597 h 608"/>
                <a:gd name="T104" fmla="*/ 302 w 366"/>
                <a:gd name="T105" fmla="*/ 572 h 608"/>
                <a:gd name="T106" fmla="*/ 337 w 366"/>
                <a:gd name="T107" fmla="*/ 541 h 608"/>
                <a:gd name="T108" fmla="*/ 328 w 366"/>
                <a:gd name="T109" fmla="*/ 508 h 608"/>
                <a:gd name="T110" fmla="*/ 337 w 366"/>
                <a:gd name="T111" fmla="*/ 492 h 608"/>
                <a:gd name="T112" fmla="*/ 339 w 366"/>
                <a:gd name="T113" fmla="*/ 479 h 608"/>
                <a:gd name="T114" fmla="*/ 313 w 366"/>
                <a:gd name="T115" fmla="*/ 464 h 608"/>
                <a:gd name="T116" fmla="*/ 313 w 366"/>
                <a:gd name="T117" fmla="*/ 444 h 608"/>
                <a:gd name="T118" fmla="*/ 328 w 366"/>
                <a:gd name="T119" fmla="*/ 417 h 608"/>
                <a:gd name="T120" fmla="*/ 342 w 366"/>
                <a:gd name="T121" fmla="*/ 399 h 608"/>
                <a:gd name="T122" fmla="*/ 364 w 366"/>
                <a:gd name="T123" fmla="*/ 38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66" h="608">
                  <a:moveTo>
                    <a:pt x="361" y="379"/>
                  </a:moveTo>
                  <a:lnTo>
                    <a:pt x="353" y="379"/>
                  </a:lnTo>
                  <a:lnTo>
                    <a:pt x="348" y="377"/>
                  </a:lnTo>
                  <a:lnTo>
                    <a:pt x="346" y="377"/>
                  </a:lnTo>
                  <a:lnTo>
                    <a:pt x="346" y="375"/>
                  </a:lnTo>
                  <a:lnTo>
                    <a:pt x="346" y="375"/>
                  </a:lnTo>
                  <a:lnTo>
                    <a:pt x="342" y="373"/>
                  </a:lnTo>
                  <a:lnTo>
                    <a:pt x="342" y="371"/>
                  </a:lnTo>
                  <a:lnTo>
                    <a:pt x="335" y="368"/>
                  </a:lnTo>
                  <a:lnTo>
                    <a:pt x="333" y="368"/>
                  </a:lnTo>
                  <a:lnTo>
                    <a:pt x="330" y="368"/>
                  </a:lnTo>
                  <a:lnTo>
                    <a:pt x="326" y="368"/>
                  </a:lnTo>
                  <a:lnTo>
                    <a:pt x="326" y="368"/>
                  </a:lnTo>
                  <a:lnTo>
                    <a:pt x="326" y="368"/>
                  </a:lnTo>
                  <a:lnTo>
                    <a:pt x="324" y="368"/>
                  </a:lnTo>
                  <a:lnTo>
                    <a:pt x="324" y="368"/>
                  </a:lnTo>
                  <a:lnTo>
                    <a:pt x="322" y="368"/>
                  </a:lnTo>
                  <a:lnTo>
                    <a:pt x="322" y="366"/>
                  </a:lnTo>
                  <a:lnTo>
                    <a:pt x="319" y="364"/>
                  </a:lnTo>
                  <a:lnTo>
                    <a:pt x="319" y="364"/>
                  </a:lnTo>
                  <a:lnTo>
                    <a:pt x="317" y="362"/>
                  </a:lnTo>
                  <a:lnTo>
                    <a:pt x="317" y="360"/>
                  </a:lnTo>
                  <a:lnTo>
                    <a:pt x="317" y="360"/>
                  </a:lnTo>
                  <a:lnTo>
                    <a:pt x="315" y="360"/>
                  </a:lnTo>
                  <a:lnTo>
                    <a:pt x="313" y="357"/>
                  </a:lnTo>
                  <a:lnTo>
                    <a:pt x="313" y="357"/>
                  </a:lnTo>
                  <a:lnTo>
                    <a:pt x="313" y="357"/>
                  </a:lnTo>
                  <a:lnTo>
                    <a:pt x="313" y="355"/>
                  </a:lnTo>
                  <a:lnTo>
                    <a:pt x="313" y="355"/>
                  </a:lnTo>
                  <a:lnTo>
                    <a:pt x="313" y="355"/>
                  </a:lnTo>
                  <a:lnTo>
                    <a:pt x="313" y="355"/>
                  </a:lnTo>
                  <a:lnTo>
                    <a:pt x="313" y="353"/>
                  </a:lnTo>
                  <a:lnTo>
                    <a:pt x="313" y="353"/>
                  </a:lnTo>
                  <a:lnTo>
                    <a:pt x="313" y="351"/>
                  </a:lnTo>
                  <a:lnTo>
                    <a:pt x="313" y="351"/>
                  </a:lnTo>
                  <a:lnTo>
                    <a:pt x="313" y="346"/>
                  </a:lnTo>
                  <a:lnTo>
                    <a:pt x="310" y="346"/>
                  </a:lnTo>
                  <a:lnTo>
                    <a:pt x="310" y="344"/>
                  </a:lnTo>
                  <a:lnTo>
                    <a:pt x="306" y="342"/>
                  </a:lnTo>
                  <a:lnTo>
                    <a:pt x="302" y="340"/>
                  </a:lnTo>
                  <a:lnTo>
                    <a:pt x="302" y="340"/>
                  </a:lnTo>
                  <a:lnTo>
                    <a:pt x="302" y="337"/>
                  </a:lnTo>
                  <a:lnTo>
                    <a:pt x="299" y="337"/>
                  </a:lnTo>
                  <a:lnTo>
                    <a:pt x="299" y="337"/>
                  </a:lnTo>
                  <a:lnTo>
                    <a:pt x="299" y="337"/>
                  </a:lnTo>
                  <a:lnTo>
                    <a:pt x="299" y="337"/>
                  </a:lnTo>
                  <a:lnTo>
                    <a:pt x="297" y="335"/>
                  </a:lnTo>
                  <a:lnTo>
                    <a:pt x="297" y="335"/>
                  </a:lnTo>
                  <a:lnTo>
                    <a:pt x="299" y="333"/>
                  </a:lnTo>
                  <a:lnTo>
                    <a:pt x="299" y="333"/>
                  </a:lnTo>
                  <a:lnTo>
                    <a:pt x="299" y="331"/>
                  </a:lnTo>
                  <a:lnTo>
                    <a:pt x="299" y="331"/>
                  </a:lnTo>
                  <a:lnTo>
                    <a:pt x="299" y="331"/>
                  </a:lnTo>
                  <a:lnTo>
                    <a:pt x="299" y="331"/>
                  </a:lnTo>
                  <a:lnTo>
                    <a:pt x="299" y="331"/>
                  </a:lnTo>
                  <a:lnTo>
                    <a:pt x="302" y="331"/>
                  </a:lnTo>
                  <a:lnTo>
                    <a:pt x="302" y="331"/>
                  </a:lnTo>
                  <a:lnTo>
                    <a:pt x="302" y="331"/>
                  </a:lnTo>
                  <a:lnTo>
                    <a:pt x="302" y="331"/>
                  </a:lnTo>
                  <a:lnTo>
                    <a:pt x="302" y="331"/>
                  </a:lnTo>
                  <a:lnTo>
                    <a:pt x="304" y="331"/>
                  </a:lnTo>
                  <a:lnTo>
                    <a:pt x="304" y="331"/>
                  </a:lnTo>
                  <a:lnTo>
                    <a:pt x="304" y="331"/>
                  </a:lnTo>
                  <a:lnTo>
                    <a:pt x="304" y="328"/>
                  </a:lnTo>
                  <a:lnTo>
                    <a:pt x="304" y="326"/>
                  </a:lnTo>
                  <a:lnTo>
                    <a:pt x="304" y="326"/>
                  </a:lnTo>
                  <a:lnTo>
                    <a:pt x="304" y="326"/>
                  </a:lnTo>
                  <a:lnTo>
                    <a:pt x="306" y="326"/>
                  </a:lnTo>
                  <a:lnTo>
                    <a:pt x="306" y="324"/>
                  </a:lnTo>
                  <a:lnTo>
                    <a:pt x="308" y="324"/>
                  </a:lnTo>
                  <a:lnTo>
                    <a:pt x="308" y="322"/>
                  </a:lnTo>
                  <a:lnTo>
                    <a:pt x="308" y="322"/>
                  </a:lnTo>
                  <a:lnTo>
                    <a:pt x="308" y="322"/>
                  </a:lnTo>
                  <a:lnTo>
                    <a:pt x="308" y="322"/>
                  </a:lnTo>
                  <a:lnTo>
                    <a:pt x="308" y="322"/>
                  </a:lnTo>
                  <a:lnTo>
                    <a:pt x="308" y="320"/>
                  </a:lnTo>
                  <a:lnTo>
                    <a:pt x="308" y="320"/>
                  </a:lnTo>
                  <a:lnTo>
                    <a:pt x="308" y="320"/>
                  </a:lnTo>
                  <a:lnTo>
                    <a:pt x="308" y="320"/>
                  </a:lnTo>
                  <a:lnTo>
                    <a:pt x="306" y="317"/>
                  </a:lnTo>
                  <a:lnTo>
                    <a:pt x="306" y="317"/>
                  </a:lnTo>
                  <a:lnTo>
                    <a:pt x="304" y="317"/>
                  </a:lnTo>
                  <a:lnTo>
                    <a:pt x="299" y="315"/>
                  </a:lnTo>
                  <a:lnTo>
                    <a:pt x="293" y="313"/>
                  </a:lnTo>
                  <a:lnTo>
                    <a:pt x="291" y="311"/>
                  </a:lnTo>
                  <a:lnTo>
                    <a:pt x="288" y="309"/>
                  </a:lnTo>
                  <a:lnTo>
                    <a:pt x="286" y="306"/>
                  </a:lnTo>
                  <a:lnTo>
                    <a:pt x="286" y="306"/>
                  </a:lnTo>
                  <a:lnTo>
                    <a:pt x="286" y="304"/>
                  </a:lnTo>
                  <a:lnTo>
                    <a:pt x="286" y="302"/>
                  </a:lnTo>
                  <a:lnTo>
                    <a:pt x="286" y="300"/>
                  </a:lnTo>
                  <a:lnTo>
                    <a:pt x="286" y="300"/>
                  </a:lnTo>
                  <a:lnTo>
                    <a:pt x="286" y="295"/>
                  </a:lnTo>
                  <a:lnTo>
                    <a:pt x="286" y="293"/>
                  </a:lnTo>
                  <a:lnTo>
                    <a:pt x="282" y="291"/>
                  </a:lnTo>
                  <a:lnTo>
                    <a:pt x="282" y="289"/>
                  </a:lnTo>
                  <a:lnTo>
                    <a:pt x="279" y="286"/>
                  </a:lnTo>
                  <a:lnTo>
                    <a:pt x="277" y="286"/>
                  </a:lnTo>
                  <a:lnTo>
                    <a:pt x="277" y="286"/>
                  </a:lnTo>
                  <a:lnTo>
                    <a:pt x="277" y="286"/>
                  </a:lnTo>
                  <a:lnTo>
                    <a:pt x="273" y="286"/>
                  </a:lnTo>
                  <a:lnTo>
                    <a:pt x="273" y="286"/>
                  </a:lnTo>
                  <a:lnTo>
                    <a:pt x="271" y="286"/>
                  </a:lnTo>
                  <a:lnTo>
                    <a:pt x="271" y="286"/>
                  </a:lnTo>
                  <a:lnTo>
                    <a:pt x="271" y="286"/>
                  </a:lnTo>
                  <a:lnTo>
                    <a:pt x="268" y="284"/>
                  </a:lnTo>
                  <a:lnTo>
                    <a:pt x="268" y="284"/>
                  </a:lnTo>
                  <a:lnTo>
                    <a:pt x="268" y="284"/>
                  </a:lnTo>
                  <a:lnTo>
                    <a:pt x="268" y="284"/>
                  </a:lnTo>
                  <a:lnTo>
                    <a:pt x="268" y="282"/>
                  </a:lnTo>
                  <a:lnTo>
                    <a:pt x="268" y="282"/>
                  </a:lnTo>
                  <a:lnTo>
                    <a:pt x="268" y="282"/>
                  </a:lnTo>
                  <a:lnTo>
                    <a:pt x="268" y="280"/>
                  </a:lnTo>
                  <a:lnTo>
                    <a:pt x="268" y="280"/>
                  </a:lnTo>
                  <a:lnTo>
                    <a:pt x="268" y="280"/>
                  </a:lnTo>
                  <a:lnTo>
                    <a:pt x="271" y="278"/>
                  </a:lnTo>
                  <a:lnTo>
                    <a:pt x="273" y="278"/>
                  </a:lnTo>
                  <a:lnTo>
                    <a:pt x="273" y="278"/>
                  </a:lnTo>
                  <a:lnTo>
                    <a:pt x="273" y="275"/>
                  </a:lnTo>
                  <a:lnTo>
                    <a:pt x="275" y="275"/>
                  </a:lnTo>
                  <a:lnTo>
                    <a:pt x="275" y="273"/>
                  </a:lnTo>
                  <a:lnTo>
                    <a:pt x="275" y="273"/>
                  </a:lnTo>
                  <a:lnTo>
                    <a:pt x="277" y="273"/>
                  </a:lnTo>
                  <a:lnTo>
                    <a:pt x="277" y="273"/>
                  </a:lnTo>
                  <a:lnTo>
                    <a:pt x="277" y="271"/>
                  </a:lnTo>
                  <a:lnTo>
                    <a:pt x="279" y="271"/>
                  </a:lnTo>
                  <a:lnTo>
                    <a:pt x="279" y="271"/>
                  </a:lnTo>
                  <a:lnTo>
                    <a:pt x="282" y="269"/>
                  </a:lnTo>
                  <a:lnTo>
                    <a:pt x="282" y="269"/>
                  </a:lnTo>
                  <a:lnTo>
                    <a:pt x="282" y="269"/>
                  </a:lnTo>
                  <a:lnTo>
                    <a:pt x="282" y="269"/>
                  </a:lnTo>
                  <a:lnTo>
                    <a:pt x="282" y="269"/>
                  </a:lnTo>
                  <a:lnTo>
                    <a:pt x="279" y="262"/>
                  </a:lnTo>
                  <a:lnTo>
                    <a:pt x="279" y="262"/>
                  </a:lnTo>
                  <a:lnTo>
                    <a:pt x="279" y="262"/>
                  </a:lnTo>
                  <a:lnTo>
                    <a:pt x="282" y="260"/>
                  </a:lnTo>
                  <a:lnTo>
                    <a:pt x="282" y="260"/>
                  </a:lnTo>
                  <a:lnTo>
                    <a:pt x="282" y="258"/>
                  </a:lnTo>
                  <a:lnTo>
                    <a:pt x="282" y="255"/>
                  </a:lnTo>
                  <a:lnTo>
                    <a:pt x="282" y="255"/>
                  </a:lnTo>
                  <a:lnTo>
                    <a:pt x="282" y="255"/>
                  </a:lnTo>
                  <a:lnTo>
                    <a:pt x="282" y="251"/>
                  </a:lnTo>
                  <a:lnTo>
                    <a:pt x="284" y="249"/>
                  </a:lnTo>
                  <a:lnTo>
                    <a:pt x="284" y="246"/>
                  </a:lnTo>
                  <a:lnTo>
                    <a:pt x="286" y="244"/>
                  </a:lnTo>
                  <a:lnTo>
                    <a:pt x="286" y="244"/>
                  </a:lnTo>
                  <a:lnTo>
                    <a:pt x="286" y="244"/>
                  </a:lnTo>
                  <a:lnTo>
                    <a:pt x="286" y="242"/>
                  </a:lnTo>
                  <a:lnTo>
                    <a:pt x="286" y="242"/>
                  </a:lnTo>
                  <a:lnTo>
                    <a:pt x="288" y="240"/>
                  </a:lnTo>
                  <a:lnTo>
                    <a:pt x="288" y="240"/>
                  </a:lnTo>
                  <a:lnTo>
                    <a:pt x="295" y="238"/>
                  </a:lnTo>
                  <a:lnTo>
                    <a:pt x="299" y="238"/>
                  </a:lnTo>
                  <a:lnTo>
                    <a:pt x="299" y="238"/>
                  </a:lnTo>
                  <a:lnTo>
                    <a:pt x="302" y="238"/>
                  </a:lnTo>
                  <a:lnTo>
                    <a:pt x="302" y="238"/>
                  </a:lnTo>
                  <a:lnTo>
                    <a:pt x="304" y="238"/>
                  </a:lnTo>
                  <a:lnTo>
                    <a:pt x="310" y="238"/>
                  </a:lnTo>
                  <a:lnTo>
                    <a:pt x="310" y="238"/>
                  </a:lnTo>
                  <a:lnTo>
                    <a:pt x="310" y="238"/>
                  </a:lnTo>
                  <a:lnTo>
                    <a:pt x="310" y="238"/>
                  </a:lnTo>
                  <a:lnTo>
                    <a:pt x="310" y="235"/>
                  </a:lnTo>
                  <a:lnTo>
                    <a:pt x="310" y="235"/>
                  </a:lnTo>
                  <a:lnTo>
                    <a:pt x="310" y="235"/>
                  </a:lnTo>
                  <a:lnTo>
                    <a:pt x="310" y="235"/>
                  </a:lnTo>
                  <a:lnTo>
                    <a:pt x="310" y="235"/>
                  </a:lnTo>
                  <a:lnTo>
                    <a:pt x="310" y="235"/>
                  </a:lnTo>
                  <a:lnTo>
                    <a:pt x="308" y="235"/>
                  </a:lnTo>
                  <a:lnTo>
                    <a:pt x="308" y="233"/>
                  </a:lnTo>
                  <a:lnTo>
                    <a:pt x="308" y="231"/>
                  </a:lnTo>
                  <a:lnTo>
                    <a:pt x="308" y="231"/>
                  </a:lnTo>
                  <a:lnTo>
                    <a:pt x="308" y="231"/>
                  </a:lnTo>
                  <a:lnTo>
                    <a:pt x="308" y="231"/>
                  </a:lnTo>
                  <a:lnTo>
                    <a:pt x="308" y="231"/>
                  </a:lnTo>
                  <a:lnTo>
                    <a:pt x="308" y="229"/>
                  </a:lnTo>
                  <a:lnTo>
                    <a:pt x="308" y="229"/>
                  </a:lnTo>
                  <a:lnTo>
                    <a:pt x="310" y="229"/>
                  </a:lnTo>
                  <a:lnTo>
                    <a:pt x="310" y="229"/>
                  </a:lnTo>
                  <a:lnTo>
                    <a:pt x="310" y="229"/>
                  </a:lnTo>
                  <a:lnTo>
                    <a:pt x="310" y="229"/>
                  </a:lnTo>
                  <a:lnTo>
                    <a:pt x="310" y="227"/>
                  </a:lnTo>
                  <a:lnTo>
                    <a:pt x="310" y="224"/>
                  </a:lnTo>
                  <a:lnTo>
                    <a:pt x="310" y="224"/>
                  </a:lnTo>
                  <a:lnTo>
                    <a:pt x="310" y="222"/>
                  </a:lnTo>
                  <a:lnTo>
                    <a:pt x="310" y="222"/>
                  </a:lnTo>
                  <a:lnTo>
                    <a:pt x="310" y="222"/>
                  </a:lnTo>
                  <a:lnTo>
                    <a:pt x="310" y="222"/>
                  </a:lnTo>
                  <a:lnTo>
                    <a:pt x="310" y="220"/>
                  </a:lnTo>
                  <a:lnTo>
                    <a:pt x="310" y="220"/>
                  </a:lnTo>
                  <a:lnTo>
                    <a:pt x="310" y="220"/>
                  </a:lnTo>
                  <a:lnTo>
                    <a:pt x="310" y="220"/>
                  </a:lnTo>
                  <a:lnTo>
                    <a:pt x="310" y="218"/>
                  </a:lnTo>
                  <a:lnTo>
                    <a:pt x="310" y="218"/>
                  </a:lnTo>
                  <a:lnTo>
                    <a:pt x="313" y="215"/>
                  </a:lnTo>
                  <a:lnTo>
                    <a:pt x="313" y="215"/>
                  </a:lnTo>
                  <a:lnTo>
                    <a:pt x="313" y="215"/>
                  </a:lnTo>
                  <a:lnTo>
                    <a:pt x="313" y="213"/>
                  </a:lnTo>
                  <a:lnTo>
                    <a:pt x="313" y="213"/>
                  </a:lnTo>
                  <a:lnTo>
                    <a:pt x="313" y="213"/>
                  </a:lnTo>
                  <a:lnTo>
                    <a:pt x="313" y="211"/>
                  </a:lnTo>
                  <a:lnTo>
                    <a:pt x="313" y="211"/>
                  </a:lnTo>
                  <a:lnTo>
                    <a:pt x="313" y="209"/>
                  </a:lnTo>
                  <a:lnTo>
                    <a:pt x="313" y="207"/>
                  </a:lnTo>
                  <a:lnTo>
                    <a:pt x="310" y="207"/>
                  </a:lnTo>
                  <a:lnTo>
                    <a:pt x="310" y="204"/>
                  </a:lnTo>
                  <a:lnTo>
                    <a:pt x="308" y="204"/>
                  </a:lnTo>
                  <a:lnTo>
                    <a:pt x="306" y="202"/>
                  </a:lnTo>
                  <a:lnTo>
                    <a:pt x="306" y="202"/>
                  </a:lnTo>
                  <a:lnTo>
                    <a:pt x="306" y="202"/>
                  </a:lnTo>
                  <a:lnTo>
                    <a:pt x="306" y="200"/>
                  </a:lnTo>
                  <a:lnTo>
                    <a:pt x="304" y="200"/>
                  </a:lnTo>
                  <a:lnTo>
                    <a:pt x="304" y="200"/>
                  </a:lnTo>
                  <a:lnTo>
                    <a:pt x="304" y="200"/>
                  </a:lnTo>
                  <a:lnTo>
                    <a:pt x="304" y="200"/>
                  </a:lnTo>
                  <a:lnTo>
                    <a:pt x="304" y="200"/>
                  </a:lnTo>
                  <a:lnTo>
                    <a:pt x="304" y="200"/>
                  </a:lnTo>
                  <a:lnTo>
                    <a:pt x="302" y="200"/>
                  </a:lnTo>
                  <a:lnTo>
                    <a:pt x="302" y="200"/>
                  </a:lnTo>
                  <a:lnTo>
                    <a:pt x="302" y="200"/>
                  </a:lnTo>
                  <a:lnTo>
                    <a:pt x="302" y="202"/>
                  </a:lnTo>
                  <a:lnTo>
                    <a:pt x="302" y="202"/>
                  </a:lnTo>
                  <a:lnTo>
                    <a:pt x="299" y="202"/>
                  </a:lnTo>
                  <a:lnTo>
                    <a:pt x="295" y="202"/>
                  </a:lnTo>
                  <a:lnTo>
                    <a:pt x="293" y="202"/>
                  </a:lnTo>
                  <a:lnTo>
                    <a:pt x="293" y="202"/>
                  </a:lnTo>
                  <a:lnTo>
                    <a:pt x="291" y="202"/>
                  </a:lnTo>
                  <a:lnTo>
                    <a:pt x="291" y="204"/>
                  </a:lnTo>
                  <a:lnTo>
                    <a:pt x="291" y="204"/>
                  </a:lnTo>
                  <a:lnTo>
                    <a:pt x="291" y="204"/>
                  </a:lnTo>
                  <a:lnTo>
                    <a:pt x="286" y="204"/>
                  </a:lnTo>
                  <a:lnTo>
                    <a:pt x="286" y="204"/>
                  </a:lnTo>
                  <a:lnTo>
                    <a:pt x="286" y="204"/>
                  </a:lnTo>
                  <a:lnTo>
                    <a:pt x="286" y="204"/>
                  </a:lnTo>
                  <a:lnTo>
                    <a:pt x="284" y="204"/>
                  </a:lnTo>
                  <a:lnTo>
                    <a:pt x="284" y="204"/>
                  </a:lnTo>
                  <a:lnTo>
                    <a:pt x="282" y="204"/>
                  </a:lnTo>
                  <a:lnTo>
                    <a:pt x="282" y="207"/>
                  </a:lnTo>
                  <a:lnTo>
                    <a:pt x="282" y="207"/>
                  </a:lnTo>
                  <a:lnTo>
                    <a:pt x="282" y="207"/>
                  </a:lnTo>
                  <a:lnTo>
                    <a:pt x="282" y="207"/>
                  </a:lnTo>
                  <a:lnTo>
                    <a:pt x="279" y="207"/>
                  </a:lnTo>
                  <a:lnTo>
                    <a:pt x="279" y="207"/>
                  </a:lnTo>
                  <a:lnTo>
                    <a:pt x="279" y="207"/>
                  </a:lnTo>
                  <a:lnTo>
                    <a:pt x="279" y="209"/>
                  </a:lnTo>
                  <a:lnTo>
                    <a:pt x="277" y="209"/>
                  </a:lnTo>
                  <a:lnTo>
                    <a:pt x="277" y="209"/>
                  </a:lnTo>
                  <a:lnTo>
                    <a:pt x="277" y="209"/>
                  </a:lnTo>
                  <a:lnTo>
                    <a:pt x="277" y="209"/>
                  </a:lnTo>
                  <a:lnTo>
                    <a:pt x="277" y="211"/>
                  </a:lnTo>
                  <a:lnTo>
                    <a:pt x="277" y="211"/>
                  </a:lnTo>
                  <a:lnTo>
                    <a:pt x="275" y="211"/>
                  </a:lnTo>
                  <a:lnTo>
                    <a:pt x="273" y="211"/>
                  </a:lnTo>
                  <a:lnTo>
                    <a:pt x="273" y="211"/>
                  </a:lnTo>
                  <a:lnTo>
                    <a:pt x="273" y="211"/>
                  </a:lnTo>
                  <a:lnTo>
                    <a:pt x="273" y="211"/>
                  </a:lnTo>
                  <a:lnTo>
                    <a:pt x="271" y="211"/>
                  </a:lnTo>
                  <a:lnTo>
                    <a:pt x="271" y="209"/>
                  </a:lnTo>
                  <a:lnTo>
                    <a:pt x="271" y="209"/>
                  </a:lnTo>
                  <a:lnTo>
                    <a:pt x="271" y="209"/>
                  </a:lnTo>
                  <a:lnTo>
                    <a:pt x="271" y="209"/>
                  </a:lnTo>
                  <a:lnTo>
                    <a:pt x="271" y="207"/>
                  </a:lnTo>
                  <a:lnTo>
                    <a:pt x="271" y="207"/>
                  </a:lnTo>
                  <a:lnTo>
                    <a:pt x="271" y="207"/>
                  </a:lnTo>
                  <a:lnTo>
                    <a:pt x="268" y="207"/>
                  </a:lnTo>
                  <a:lnTo>
                    <a:pt x="268" y="207"/>
                  </a:lnTo>
                  <a:lnTo>
                    <a:pt x="268" y="204"/>
                  </a:lnTo>
                  <a:lnTo>
                    <a:pt x="266" y="204"/>
                  </a:lnTo>
                  <a:lnTo>
                    <a:pt x="266" y="202"/>
                  </a:lnTo>
                  <a:lnTo>
                    <a:pt x="262" y="198"/>
                  </a:lnTo>
                  <a:lnTo>
                    <a:pt x="262" y="198"/>
                  </a:lnTo>
                  <a:lnTo>
                    <a:pt x="262" y="198"/>
                  </a:lnTo>
                  <a:lnTo>
                    <a:pt x="260" y="196"/>
                  </a:lnTo>
                  <a:lnTo>
                    <a:pt x="260" y="196"/>
                  </a:lnTo>
                  <a:lnTo>
                    <a:pt x="260" y="193"/>
                  </a:lnTo>
                  <a:lnTo>
                    <a:pt x="257" y="191"/>
                  </a:lnTo>
                  <a:lnTo>
                    <a:pt x="257" y="191"/>
                  </a:lnTo>
                  <a:lnTo>
                    <a:pt x="257" y="189"/>
                  </a:lnTo>
                  <a:lnTo>
                    <a:pt x="255" y="189"/>
                  </a:lnTo>
                  <a:lnTo>
                    <a:pt x="255" y="189"/>
                  </a:lnTo>
                  <a:lnTo>
                    <a:pt x="255" y="189"/>
                  </a:lnTo>
                  <a:lnTo>
                    <a:pt x="255" y="189"/>
                  </a:lnTo>
                  <a:lnTo>
                    <a:pt x="255" y="189"/>
                  </a:lnTo>
                  <a:lnTo>
                    <a:pt x="253" y="189"/>
                  </a:lnTo>
                  <a:lnTo>
                    <a:pt x="253" y="189"/>
                  </a:lnTo>
                  <a:lnTo>
                    <a:pt x="253" y="189"/>
                  </a:lnTo>
                  <a:lnTo>
                    <a:pt x="253" y="187"/>
                  </a:lnTo>
                  <a:lnTo>
                    <a:pt x="253" y="187"/>
                  </a:lnTo>
                  <a:lnTo>
                    <a:pt x="253" y="187"/>
                  </a:lnTo>
                  <a:lnTo>
                    <a:pt x="253" y="187"/>
                  </a:lnTo>
                  <a:lnTo>
                    <a:pt x="253" y="187"/>
                  </a:lnTo>
                  <a:lnTo>
                    <a:pt x="253" y="187"/>
                  </a:lnTo>
                  <a:lnTo>
                    <a:pt x="253" y="184"/>
                  </a:lnTo>
                  <a:lnTo>
                    <a:pt x="253" y="184"/>
                  </a:lnTo>
                  <a:lnTo>
                    <a:pt x="253" y="184"/>
                  </a:lnTo>
                  <a:lnTo>
                    <a:pt x="253" y="184"/>
                  </a:lnTo>
                  <a:lnTo>
                    <a:pt x="253" y="184"/>
                  </a:lnTo>
                  <a:lnTo>
                    <a:pt x="253" y="184"/>
                  </a:lnTo>
                  <a:lnTo>
                    <a:pt x="253" y="182"/>
                  </a:lnTo>
                  <a:lnTo>
                    <a:pt x="251" y="182"/>
                  </a:lnTo>
                  <a:lnTo>
                    <a:pt x="251" y="182"/>
                  </a:lnTo>
                  <a:lnTo>
                    <a:pt x="251" y="182"/>
                  </a:lnTo>
                  <a:lnTo>
                    <a:pt x="251" y="182"/>
                  </a:lnTo>
                  <a:lnTo>
                    <a:pt x="251" y="182"/>
                  </a:lnTo>
                  <a:lnTo>
                    <a:pt x="251" y="182"/>
                  </a:lnTo>
                  <a:lnTo>
                    <a:pt x="251" y="182"/>
                  </a:lnTo>
                  <a:lnTo>
                    <a:pt x="251" y="182"/>
                  </a:lnTo>
                  <a:lnTo>
                    <a:pt x="248" y="182"/>
                  </a:lnTo>
                  <a:lnTo>
                    <a:pt x="248" y="184"/>
                  </a:lnTo>
                  <a:lnTo>
                    <a:pt x="248" y="182"/>
                  </a:lnTo>
                  <a:lnTo>
                    <a:pt x="248" y="182"/>
                  </a:lnTo>
                  <a:lnTo>
                    <a:pt x="248" y="182"/>
                  </a:lnTo>
                  <a:lnTo>
                    <a:pt x="248" y="182"/>
                  </a:lnTo>
                  <a:lnTo>
                    <a:pt x="248" y="182"/>
                  </a:lnTo>
                  <a:lnTo>
                    <a:pt x="248" y="180"/>
                  </a:lnTo>
                  <a:lnTo>
                    <a:pt x="246" y="178"/>
                  </a:lnTo>
                  <a:lnTo>
                    <a:pt x="246" y="178"/>
                  </a:lnTo>
                  <a:lnTo>
                    <a:pt x="246" y="178"/>
                  </a:lnTo>
                  <a:lnTo>
                    <a:pt x="246" y="178"/>
                  </a:lnTo>
                  <a:lnTo>
                    <a:pt x="244" y="178"/>
                  </a:lnTo>
                  <a:lnTo>
                    <a:pt x="244" y="178"/>
                  </a:lnTo>
                  <a:lnTo>
                    <a:pt x="244" y="178"/>
                  </a:lnTo>
                  <a:lnTo>
                    <a:pt x="244" y="176"/>
                  </a:lnTo>
                  <a:lnTo>
                    <a:pt x="244" y="176"/>
                  </a:lnTo>
                  <a:lnTo>
                    <a:pt x="244" y="176"/>
                  </a:lnTo>
                  <a:lnTo>
                    <a:pt x="244" y="173"/>
                  </a:lnTo>
                  <a:lnTo>
                    <a:pt x="244" y="173"/>
                  </a:lnTo>
                  <a:lnTo>
                    <a:pt x="244" y="173"/>
                  </a:lnTo>
                  <a:lnTo>
                    <a:pt x="242" y="173"/>
                  </a:lnTo>
                  <a:lnTo>
                    <a:pt x="242" y="173"/>
                  </a:lnTo>
                  <a:lnTo>
                    <a:pt x="242" y="173"/>
                  </a:lnTo>
                  <a:lnTo>
                    <a:pt x="242" y="173"/>
                  </a:lnTo>
                  <a:lnTo>
                    <a:pt x="240" y="173"/>
                  </a:lnTo>
                  <a:lnTo>
                    <a:pt x="240" y="173"/>
                  </a:lnTo>
                  <a:lnTo>
                    <a:pt x="240" y="173"/>
                  </a:lnTo>
                  <a:lnTo>
                    <a:pt x="240" y="173"/>
                  </a:lnTo>
                  <a:lnTo>
                    <a:pt x="237" y="171"/>
                  </a:lnTo>
                  <a:lnTo>
                    <a:pt x="237" y="171"/>
                  </a:lnTo>
                  <a:lnTo>
                    <a:pt x="237" y="171"/>
                  </a:lnTo>
                  <a:lnTo>
                    <a:pt x="237" y="169"/>
                  </a:lnTo>
                  <a:lnTo>
                    <a:pt x="237" y="169"/>
                  </a:lnTo>
                  <a:lnTo>
                    <a:pt x="237" y="167"/>
                  </a:lnTo>
                  <a:lnTo>
                    <a:pt x="237" y="167"/>
                  </a:lnTo>
                  <a:lnTo>
                    <a:pt x="237" y="167"/>
                  </a:lnTo>
                  <a:lnTo>
                    <a:pt x="237" y="167"/>
                  </a:lnTo>
                  <a:lnTo>
                    <a:pt x="235" y="167"/>
                  </a:lnTo>
                  <a:lnTo>
                    <a:pt x="235" y="167"/>
                  </a:lnTo>
                  <a:lnTo>
                    <a:pt x="233" y="167"/>
                  </a:lnTo>
                  <a:lnTo>
                    <a:pt x="233" y="167"/>
                  </a:lnTo>
                  <a:lnTo>
                    <a:pt x="231" y="169"/>
                  </a:lnTo>
                  <a:lnTo>
                    <a:pt x="231" y="167"/>
                  </a:lnTo>
                  <a:lnTo>
                    <a:pt x="233" y="164"/>
                  </a:lnTo>
                  <a:lnTo>
                    <a:pt x="235" y="164"/>
                  </a:lnTo>
                  <a:lnTo>
                    <a:pt x="237" y="162"/>
                  </a:lnTo>
                  <a:lnTo>
                    <a:pt x="240" y="160"/>
                  </a:lnTo>
                  <a:lnTo>
                    <a:pt x="237" y="156"/>
                  </a:lnTo>
                  <a:lnTo>
                    <a:pt x="235" y="156"/>
                  </a:lnTo>
                  <a:lnTo>
                    <a:pt x="233" y="153"/>
                  </a:lnTo>
                  <a:lnTo>
                    <a:pt x="231" y="153"/>
                  </a:lnTo>
                  <a:lnTo>
                    <a:pt x="229" y="156"/>
                  </a:lnTo>
                  <a:lnTo>
                    <a:pt x="229" y="156"/>
                  </a:lnTo>
                  <a:lnTo>
                    <a:pt x="226" y="158"/>
                  </a:lnTo>
                  <a:lnTo>
                    <a:pt x="226" y="153"/>
                  </a:lnTo>
                  <a:lnTo>
                    <a:pt x="224" y="153"/>
                  </a:lnTo>
                  <a:lnTo>
                    <a:pt x="222" y="151"/>
                  </a:lnTo>
                  <a:lnTo>
                    <a:pt x="220" y="149"/>
                  </a:lnTo>
                  <a:lnTo>
                    <a:pt x="220" y="147"/>
                  </a:lnTo>
                  <a:lnTo>
                    <a:pt x="224" y="145"/>
                  </a:lnTo>
                  <a:lnTo>
                    <a:pt x="226" y="147"/>
                  </a:lnTo>
                  <a:lnTo>
                    <a:pt x="231" y="140"/>
                  </a:lnTo>
                  <a:lnTo>
                    <a:pt x="235" y="136"/>
                  </a:lnTo>
                  <a:lnTo>
                    <a:pt x="237" y="133"/>
                  </a:lnTo>
                  <a:lnTo>
                    <a:pt x="237" y="131"/>
                  </a:lnTo>
                  <a:lnTo>
                    <a:pt x="237" y="127"/>
                  </a:lnTo>
                  <a:lnTo>
                    <a:pt x="237" y="127"/>
                  </a:lnTo>
                  <a:lnTo>
                    <a:pt x="237" y="127"/>
                  </a:lnTo>
                  <a:lnTo>
                    <a:pt x="237" y="125"/>
                  </a:lnTo>
                  <a:lnTo>
                    <a:pt x="237" y="125"/>
                  </a:lnTo>
                  <a:lnTo>
                    <a:pt x="237" y="125"/>
                  </a:lnTo>
                  <a:lnTo>
                    <a:pt x="237" y="125"/>
                  </a:lnTo>
                  <a:lnTo>
                    <a:pt x="237" y="125"/>
                  </a:lnTo>
                  <a:lnTo>
                    <a:pt x="237" y="120"/>
                  </a:lnTo>
                  <a:lnTo>
                    <a:pt x="237" y="118"/>
                  </a:lnTo>
                  <a:lnTo>
                    <a:pt x="240" y="116"/>
                  </a:lnTo>
                  <a:lnTo>
                    <a:pt x="237" y="111"/>
                  </a:lnTo>
                  <a:lnTo>
                    <a:pt x="237" y="109"/>
                  </a:lnTo>
                  <a:lnTo>
                    <a:pt x="240" y="105"/>
                  </a:lnTo>
                  <a:lnTo>
                    <a:pt x="240" y="102"/>
                  </a:lnTo>
                  <a:lnTo>
                    <a:pt x="240" y="100"/>
                  </a:lnTo>
                  <a:lnTo>
                    <a:pt x="242" y="100"/>
                  </a:lnTo>
                  <a:lnTo>
                    <a:pt x="244" y="98"/>
                  </a:lnTo>
                  <a:lnTo>
                    <a:pt x="244" y="96"/>
                  </a:lnTo>
                  <a:lnTo>
                    <a:pt x="242" y="94"/>
                  </a:lnTo>
                  <a:lnTo>
                    <a:pt x="242" y="94"/>
                  </a:lnTo>
                  <a:lnTo>
                    <a:pt x="244" y="89"/>
                  </a:lnTo>
                  <a:lnTo>
                    <a:pt x="244" y="87"/>
                  </a:lnTo>
                  <a:lnTo>
                    <a:pt x="246" y="80"/>
                  </a:lnTo>
                  <a:lnTo>
                    <a:pt x="246" y="78"/>
                  </a:lnTo>
                  <a:lnTo>
                    <a:pt x="246" y="76"/>
                  </a:lnTo>
                  <a:lnTo>
                    <a:pt x="244" y="74"/>
                  </a:lnTo>
                  <a:lnTo>
                    <a:pt x="244" y="74"/>
                  </a:lnTo>
                  <a:lnTo>
                    <a:pt x="244" y="71"/>
                  </a:lnTo>
                  <a:lnTo>
                    <a:pt x="242" y="69"/>
                  </a:lnTo>
                  <a:lnTo>
                    <a:pt x="242" y="58"/>
                  </a:lnTo>
                  <a:lnTo>
                    <a:pt x="244" y="54"/>
                  </a:lnTo>
                  <a:lnTo>
                    <a:pt x="244" y="51"/>
                  </a:lnTo>
                  <a:lnTo>
                    <a:pt x="242" y="51"/>
                  </a:lnTo>
                  <a:lnTo>
                    <a:pt x="242" y="49"/>
                  </a:lnTo>
                  <a:lnTo>
                    <a:pt x="242" y="49"/>
                  </a:lnTo>
                  <a:lnTo>
                    <a:pt x="242" y="47"/>
                  </a:lnTo>
                  <a:lnTo>
                    <a:pt x="242" y="47"/>
                  </a:lnTo>
                  <a:lnTo>
                    <a:pt x="242" y="47"/>
                  </a:lnTo>
                  <a:lnTo>
                    <a:pt x="242" y="45"/>
                  </a:lnTo>
                  <a:lnTo>
                    <a:pt x="240" y="45"/>
                  </a:lnTo>
                  <a:lnTo>
                    <a:pt x="240" y="45"/>
                  </a:lnTo>
                  <a:lnTo>
                    <a:pt x="237" y="43"/>
                  </a:lnTo>
                  <a:lnTo>
                    <a:pt x="237" y="43"/>
                  </a:lnTo>
                  <a:lnTo>
                    <a:pt x="240" y="32"/>
                  </a:lnTo>
                  <a:lnTo>
                    <a:pt x="237" y="27"/>
                  </a:lnTo>
                  <a:lnTo>
                    <a:pt x="235" y="25"/>
                  </a:lnTo>
                  <a:lnTo>
                    <a:pt x="233" y="23"/>
                  </a:lnTo>
                  <a:lnTo>
                    <a:pt x="233" y="23"/>
                  </a:lnTo>
                  <a:lnTo>
                    <a:pt x="231" y="23"/>
                  </a:lnTo>
                  <a:lnTo>
                    <a:pt x="229" y="23"/>
                  </a:lnTo>
                  <a:lnTo>
                    <a:pt x="226" y="20"/>
                  </a:lnTo>
                  <a:lnTo>
                    <a:pt x="220" y="16"/>
                  </a:lnTo>
                  <a:lnTo>
                    <a:pt x="220" y="16"/>
                  </a:lnTo>
                  <a:lnTo>
                    <a:pt x="217" y="16"/>
                  </a:lnTo>
                  <a:lnTo>
                    <a:pt x="215" y="16"/>
                  </a:lnTo>
                  <a:lnTo>
                    <a:pt x="213" y="16"/>
                  </a:lnTo>
                  <a:lnTo>
                    <a:pt x="211" y="16"/>
                  </a:lnTo>
                  <a:lnTo>
                    <a:pt x="211" y="16"/>
                  </a:lnTo>
                  <a:lnTo>
                    <a:pt x="211" y="14"/>
                  </a:lnTo>
                  <a:lnTo>
                    <a:pt x="211" y="9"/>
                  </a:lnTo>
                  <a:lnTo>
                    <a:pt x="211" y="9"/>
                  </a:lnTo>
                  <a:lnTo>
                    <a:pt x="209" y="7"/>
                  </a:lnTo>
                  <a:lnTo>
                    <a:pt x="206" y="7"/>
                  </a:lnTo>
                  <a:lnTo>
                    <a:pt x="204" y="5"/>
                  </a:lnTo>
                  <a:lnTo>
                    <a:pt x="202" y="5"/>
                  </a:lnTo>
                  <a:lnTo>
                    <a:pt x="200" y="5"/>
                  </a:lnTo>
                  <a:lnTo>
                    <a:pt x="197" y="5"/>
                  </a:lnTo>
                  <a:lnTo>
                    <a:pt x="197" y="7"/>
                  </a:lnTo>
                  <a:lnTo>
                    <a:pt x="195" y="7"/>
                  </a:lnTo>
                  <a:lnTo>
                    <a:pt x="191" y="7"/>
                  </a:lnTo>
                  <a:lnTo>
                    <a:pt x="189" y="7"/>
                  </a:lnTo>
                  <a:lnTo>
                    <a:pt x="178" y="0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69" y="0"/>
                  </a:lnTo>
                  <a:lnTo>
                    <a:pt x="166" y="0"/>
                  </a:lnTo>
                  <a:lnTo>
                    <a:pt x="164" y="3"/>
                  </a:lnTo>
                  <a:lnTo>
                    <a:pt x="160" y="3"/>
                  </a:lnTo>
                  <a:lnTo>
                    <a:pt x="160" y="5"/>
                  </a:lnTo>
                  <a:lnTo>
                    <a:pt x="160" y="5"/>
                  </a:lnTo>
                  <a:lnTo>
                    <a:pt x="158" y="9"/>
                  </a:lnTo>
                  <a:lnTo>
                    <a:pt x="158" y="12"/>
                  </a:lnTo>
                  <a:lnTo>
                    <a:pt x="155" y="12"/>
                  </a:lnTo>
                  <a:lnTo>
                    <a:pt x="155" y="12"/>
                  </a:lnTo>
                  <a:lnTo>
                    <a:pt x="155" y="12"/>
                  </a:lnTo>
                  <a:lnTo>
                    <a:pt x="153" y="12"/>
                  </a:lnTo>
                  <a:lnTo>
                    <a:pt x="153" y="9"/>
                  </a:lnTo>
                  <a:lnTo>
                    <a:pt x="151" y="12"/>
                  </a:lnTo>
                  <a:lnTo>
                    <a:pt x="149" y="12"/>
                  </a:lnTo>
                  <a:lnTo>
                    <a:pt x="147" y="14"/>
                  </a:lnTo>
                  <a:lnTo>
                    <a:pt x="149" y="14"/>
                  </a:lnTo>
                  <a:lnTo>
                    <a:pt x="153" y="16"/>
                  </a:lnTo>
                  <a:lnTo>
                    <a:pt x="158" y="18"/>
                  </a:lnTo>
                  <a:lnTo>
                    <a:pt x="158" y="18"/>
                  </a:lnTo>
                  <a:lnTo>
                    <a:pt x="160" y="18"/>
                  </a:lnTo>
                  <a:lnTo>
                    <a:pt x="162" y="18"/>
                  </a:lnTo>
                  <a:lnTo>
                    <a:pt x="171" y="16"/>
                  </a:lnTo>
                  <a:lnTo>
                    <a:pt x="173" y="16"/>
                  </a:lnTo>
                  <a:lnTo>
                    <a:pt x="173" y="18"/>
                  </a:lnTo>
                  <a:lnTo>
                    <a:pt x="178" y="23"/>
                  </a:lnTo>
                  <a:lnTo>
                    <a:pt x="178" y="25"/>
                  </a:lnTo>
                  <a:lnTo>
                    <a:pt x="180" y="27"/>
                  </a:lnTo>
                  <a:lnTo>
                    <a:pt x="182" y="27"/>
                  </a:lnTo>
                  <a:lnTo>
                    <a:pt x="184" y="27"/>
                  </a:lnTo>
                  <a:lnTo>
                    <a:pt x="184" y="27"/>
                  </a:lnTo>
                  <a:lnTo>
                    <a:pt x="184" y="29"/>
                  </a:lnTo>
                  <a:lnTo>
                    <a:pt x="186" y="29"/>
                  </a:lnTo>
                  <a:lnTo>
                    <a:pt x="186" y="29"/>
                  </a:lnTo>
                  <a:lnTo>
                    <a:pt x="189" y="32"/>
                  </a:lnTo>
                  <a:lnTo>
                    <a:pt x="189" y="34"/>
                  </a:lnTo>
                  <a:lnTo>
                    <a:pt x="189" y="34"/>
                  </a:lnTo>
                  <a:lnTo>
                    <a:pt x="189" y="36"/>
                  </a:lnTo>
                  <a:lnTo>
                    <a:pt x="189" y="36"/>
                  </a:lnTo>
                  <a:lnTo>
                    <a:pt x="186" y="40"/>
                  </a:lnTo>
                  <a:lnTo>
                    <a:pt x="184" y="40"/>
                  </a:lnTo>
                  <a:lnTo>
                    <a:pt x="184" y="40"/>
                  </a:lnTo>
                  <a:lnTo>
                    <a:pt x="180" y="40"/>
                  </a:lnTo>
                  <a:lnTo>
                    <a:pt x="180" y="40"/>
                  </a:lnTo>
                  <a:lnTo>
                    <a:pt x="178" y="43"/>
                  </a:lnTo>
                  <a:lnTo>
                    <a:pt x="178" y="47"/>
                  </a:lnTo>
                  <a:lnTo>
                    <a:pt x="178" y="49"/>
                  </a:lnTo>
                  <a:lnTo>
                    <a:pt x="180" y="49"/>
                  </a:lnTo>
                  <a:lnTo>
                    <a:pt x="182" y="54"/>
                  </a:lnTo>
                  <a:lnTo>
                    <a:pt x="184" y="56"/>
                  </a:lnTo>
                  <a:lnTo>
                    <a:pt x="184" y="56"/>
                  </a:lnTo>
                  <a:lnTo>
                    <a:pt x="182" y="58"/>
                  </a:lnTo>
                  <a:lnTo>
                    <a:pt x="178" y="58"/>
                  </a:lnTo>
                  <a:lnTo>
                    <a:pt x="178" y="58"/>
                  </a:lnTo>
                  <a:lnTo>
                    <a:pt x="175" y="60"/>
                  </a:lnTo>
                  <a:lnTo>
                    <a:pt x="175" y="60"/>
                  </a:lnTo>
                  <a:lnTo>
                    <a:pt x="175" y="63"/>
                  </a:lnTo>
                  <a:lnTo>
                    <a:pt x="178" y="63"/>
                  </a:lnTo>
                  <a:lnTo>
                    <a:pt x="178" y="65"/>
                  </a:lnTo>
                  <a:lnTo>
                    <a:pt x="180" y="65"/>
                  </a:lnTo>
                  <a:lnTo>
                    <a:pt x="180" y="69"/>
                  </a:lnTo>
                  <a:lnTo>
                    <a:pt x="175" y="69"/>
                  </a:lnTo>
                  <a:lnTo>
                    <a:pt x="169" y="71"/>
                  </a:lnTo>
                  <a:lnTo>
                    <a:pt x="169" y="74"/>
                  </a:lnTo>
                  <a:lnTo>
                    <a:pt x="169" y="74"/>
                  </a:lnTo>
                  <a:lnTo>
                    <a:pt x="169" y="80"/>
                  </a:lnTo>
                  <a:lnTo>
                    <a:pt x="169" y="82"/>
                  </a:lnTo>
                  <a:lnTo>
                    <a:pt x="171" y="82"/>
                  </a:lnTo>
                  <a:lnTo>
                    <a:pt x="171" y="85"/>
                  </a:lnTo>
                  <a:lnTo>
                    <a:pt x="171" y="85"/>
                  </a:lnTo>
                  <a:lnTo>
                    <a:pt x="173" y="85"/>
                  </a:lnTo>
                  <a:lnTo>
                    <a:pt x="173" y="87"/>
                  </a:lnTo>
                  <a:lnTo>
                    <a:pt x="173" y="87"/>
                  </a:lnTo>
                  <a:lnTo>
                    <a:pt x="171" y="87"/>
                  </a:lnTo>
                  <a:lnTo>
                    <a:pt x="166" y="87"/>
                  </a:lnTo>
                  <a:lnTo>
                    <a:pt x="164" y="87"/>
                  </a:lnTo>
                  <a:lnTo>
                    <a:pt x="162" y="89"/>
                  </a:lnTo>
                  <a:lnTo>
                    <a:pt x="158" y="91"/>
                  </a:lnTo>
                  <a:lnTo>
                    <a:pt x="155" y="94"/>
                  </a:lnTo>
                  <a:lnTo>
                    <a:pt x="155" y="94"/>
                  </a:lnTo>
                  <a:lnTo>
                    <a:pt x="155" y="94"/>
                  </a:lnTo>
                  <a:lnTo>
                    <a:pt x="155" y="96"/>
                  </a:lnTo>
                  <a:lnTo>
                    <a:pt x="153" y="98"/>
                  </a:lnTo>
                  <a:lnTo>
                    <a:pt x="151" y="100"/>
                  </a:lnTo>
                  <a:lnTo>
                    <a:pt x="151" y="100"/>
                  </a:lnTo>
                  <a:lnTo>
                    <a:pt x="151" y="102"/>
                  </a:lnTo>
                  <a:lnTo>
                    <a:pt x="151" y="102"/>
                  </a:lnTo>
                  <a:lnTo>
                    <a:pt x="153" y="107"/>
                  </a:lnTo>
                  <a:lnTo>
                    <a:pt x="151" y="107"/>
                  </a:lnTo>
                  <a:lnTo>
                    <a:pt x="151" y="109"/>
                  </a:lnTo>
                  <a:lnTo>
                    <a:pt x="151" y="109"/>
                  </a:lnTo>
                  <a:lnTo>
                    <a:pt x="140" y="114"/>
                  </a:lnTo>
                  <a:lnTo>
                    <a:pt x="138" y="116"/>
                  </a:lnTo>
                  <a:lnTo>
                    <a:pt x="135" y="116"/>
                  </a:lnTo>
                  <a:lnTo>
                    <a:pt x="135" y="116"/>
                  </a:lnTo>
                  <a:lnTo>
                    <a:pt x="127" y="118"/>
                  </a:lnTo>
                  <a:lnTo>
                    <a:pt x="124" y="120"/>
                  </a:lnTo>
                  <a:lnTo>
                    <a:pt x="124" y="120"/>
                  </a:lnTo>
                  <a:lnTo>
                    <a:pt x="113" y="127"/>
                  </a:lnTo>
                  <a:lnTo>
                    <a:pt x="111" y="129"/>
                  </a:lnTo>
                  <a:lnTo>
                    <a:pt x="111" y="131"/>
                  </a:lnTo>
                  <a:lnTo>
                    <a:pt x="113" y="140"/>
                  </a:lnTo>
                  <a:lnTo>
                    <a:pt x="113" y="151"/>
                  </a:lnTo>
                  <a:lnTo>
                    <a:pt x="113" y="153"/>
                  </a:lnTo>
                  <a:lnTo>
                    <a:pt x="111" y="158"/>
                  </a:lnTo>
                  <a:lnTo>
                    <a:pt x="100" y="171"/>
                  </a:lnTo>
                  <a:lnTo>
                    <a:pt x="98" y="173"/>
                  </a:lnTo>
                  <a:lnTo>
                    <a:pt x="98" y="176"/>
                  </a:lnTo>
                  <a:lnTo>
                    <a:pt x="98" y="178"/>
                  </a:lnTo>
                  <a:lnTo>
                    <a:pt x="100" y="182"/>
                  </a:lnTo>
                  <a:lnTo>
                    <a:pt x="102" y="184"/>
                  </a:lnTo>
                  <a:lnTo>
                    <a:pt x="104" y="187"/>
                  </a:lnTo>
                  <a:lnTo>
                    <a:pt x="111" y="191"/>
                  </a:lnTo>
                  <a:lnTo>
                    <a:pt x="113" y="193"/>
                  </a:lnTo>
                  <a:lnTo>
                    <a:pt x="116" y="193"/>
                  </a:lnTo>
                  <a:lnTo>
                    <a:pt x="116" y="193"/>
                  </a:lnTo>
                  <a:lnTo>
                    <a:pt x="116" y="196"/>
                  </a:lnTo>
                  <a:lnTo>
                    <a:pt x="116" y="196"/>
                  </a:lnTo>
                  <a:lnTo>
                    <a:pt x="116" y="196"/>
                  </a:lnTo>
                  <a:lnTo>
                    <a:pt x="116" y="200"/>
                  </a:lnTo>
                  <a:lnTo>
                    <a:pt x="116" y="200"/>
                  </a:lnTo>
                  <a:lnTo>
                    <a:pt x="113" y="202"/>
                  </a:lnTo>
                  <a:lnTo>
                    <a:pt x="113" y="204"/>
                  </a:lnTo>
                  <a:lnTo>
                    <a:pt x="113" y="207"/>
                  </a:lnTo>
                  <a:lnTo>
                    <a:pt x="113" y="211"/>
                  </a:lnTo>
                  <a:lnTo>
                    <a:pt x="113" y="213"/>
                  </a:lnTo>
                  <a:lnTo>
                    <a:pt x="111" y="213"/>
                  </a:lnTo>
                  <a:lnTo>
                    <a:pt x="111" y="213"/>
                  </a:lnTo>
                  <a:lnTo>
                    <a:pt x="111" y="215"/>
                  </a:lnTo>
                  <a:lnTo>
                    <a:pt x="111" y="215"/>
                  </a:lnTo>
                  <a:lnTo>
                    <a:pt x="111" y="218"/>
                  </a:lnTo>
                  <a:lnTo>
                    <a:pt x="104" y="233"/>
                  </a:lnTo>
                  <a:lnTo>
                    <a:pt x="104" y="235"/>
                  </a:lnTo>
                  <a:lnTo>
                    <a:pt x="104" y="238"/>
                  </a:lnTo>
                  <a:lnTo>
                    <a:pt x="102" y="238"/>
                  </a:lnTo>
                  <a:lnTo>
                    <a:pt x="102" y="240"/>
                  </a:lnTo>
                  <a:lnTo>
                    <a:pt x="100" y="240"/>
                  </a:lnTo>
                  <a:lnTo>
                    <a:pt x="98" y="242"/>
                  </a:lnTo>
                  <a:lnTo>
                    <a:pt x="96" y="249"/>
                  </a:lnTo>
                  <a:lnTo>
                    <a:pt x="93" y="253"/>
                  </a:lnTo>
                  <a:lnTo>
                    <a:pt x="91" y="253"/>
                  </a:lnTo>
                  <a:lnTo>
                    <a:pt x="91" y="258"/>
                  </a:lnTo>
                  <a:lnTo>
                    <a:pt x="91" y="260"/>
                  </a:lnTo>
                  <a:lnTo>
                    <a:pt x="91" y="260"/>
                  </a:lnTo>
                  <a:lnTo>
                    <a:pt x="91" y="260"/>
                  </a:lnTo>
                  <a:lnTo>
                    <a:pt x="87" y="266"/>
                  </a:lnTo>
                  <a:lnTo>
                    <a:pt x="87" y="266"/>
                  </a:lnTo>
                  <a:lnTo>
                    <a:pt x="87" y="269"/>
                  </a:lnTo>
                  <a:lnTo>
                    <a:pt x="84" y="269"/>
                  </a:lnTo>
                  <a:lnTo>
                    <a:pt x="82" y="271"/>
                  </a:lnTo>
                  <a:lnTo>
                    <a:pt x="82" y="271"/>
                  </a:lnTo>
                  <a:lnTo>
                    <a:pt x="78" y="273"/>
                  </a:lnTo>
                  <a:lnTo>
                    <a:pt x="76" y="273"/>
                  </a:lnTo>
                  <a:lnTo>
                    <a:pt x="71" y="278"/>
                  </a:lnTo>
                  <a:lnTo>
                    <a:pt x="71" y="278"/>
                  </a:lnTo>
                  <a:lnTo>
                    <a:pt x="69" y="280"/>
                  </a:lnTo>
                  <a:lnTo>
                    <a:pt x="69" y="280"/>
                  </a:lnTo>
                  <a:lnTo>
                    <a:pt x="69" y="280"/>
                  </a:lnTo>
                  <a:lnTo>
                    <a:pt x="69" y="280"/>
                  </a:lnTo>
                  <a:lnTo>
                    <a:pt x="69" y="282"/>
                  </a:lnTo>
                  <a:lnTo>
                    <a:pt x="67" y="282"/>
                  </a:lnTo>
                  <a:lnTo>
                    <a:pt x="67" y="284"/>
                  </a:lnTo>
                  <a:lnTo>
                    <a:pt x="67" y="286"/>
                  </a:lnTo>
                  <a:lnTo>
                    <a:pt x="65" y="289"/>
                  </a:lnTo>
                  <a:lnTo>
                    <a:pt x="60" y="295"/>
                  </a:lnTo>
                  <a:lnTo>
                    <a:pt x="58" y="297"/>
                  </a:lnTo>
                  <a:lnTo>
                    <a:pt x="56" y="297"/>
                  </a:lnTo>
                  <a:lnTo>
                    <a:pt x="53" y="300"/>
                  </a:lnTo>
                  <a:lnTo>
                    <a:pt x="53" y="302"/>
                  </a:lnTo>
                  <a:lnTo>
                    <a:pt x="53" y="302"/>
                  </a:lnTo>
                  <a:lnTo>
                    <a:pt x="51" y="304"/>
                  </a:lnTo>
                  <a:lnTo>
                    <a:pt x="49" y="306"/>
                  </a:lnTo>
                  <a:lnTo>
                    <a:pt x="49" y="306"/>
                  </a:lnTo>
                  <a:lnTo>
                    <a:pt x="49" y="309"/>
                  </a:lnTo>
                  <a:lnTo>
                    <a:pt x="49" y="311"/>
                  </a:lnTo>
                  <a:lnTo>
                    <a:pt x="49" y="311"/>
                  </a:lnTo>
                  <a:lnTo>
                    <a:pt x="49" y="313"/>
                  </a:lnTo>
                  <a:lnTo>
                    <a:pt x="47" y="317"/>
                  </a:lnTo>
                  <a:lnTo>
                    <a:pt x="47" y="324"/>
                  </a:lnTo>
                  <a:lnTo>
                    <a:pt x="47" y="326"/>
                  </a:lnTo>
                  <a:lnTo>
                    <a:pt x="45" y="328"/>
                  </a:lnTo>
                  <a:lnTo>
                    <a:pt x="45" y="331"/>
                  </a:lnTo>
                  <a:lnTo>
                    <a:pt x="42" y="333"/>
                  </a:lnTo>
                  <a:lnTo>
                    <a:pt x="42" y="333"/>
                  </a:lnTo>
                  <a:lnTo>
                    <a:pt x="42" y="335"/>
                  </a:lnTo>
                  <a:lnTo>
                    <a:pt x="42" y="335"/>
                  </a:lnTo>
                  <a:lnTo>
                    <a:pt x="42" y="335"/>
                  </a:lnTo>
                  <a:lnTo>
                    <a:pt x="42" y="335"/>
                  </a:lnTo>
                  <a:lnTo>
                    <a:pt x="40" y="337"/>
                  </a:lnTo>
                  <a:lnTo>
                    <a:pt x="40" y="337"/>
                  </a:lnTo>
                  <a:lnTo>
                    <a:pt x="40" y="337"/>
                  </a:lnTo>
                  <a:lnTo>
                    <a:pt x="40" y="340"/>
                  </a:lnTo>
                  <a:lnTo>
                    <a:pt x="38" y="344"/>
                  </a:lnTo>
                  <a:lnTo>
                    <a:pt x="36" y="344"/>
                  </a:lnTo>
                  <a:lnTo>
                    <a:pt x="36" y="348"/>
                  </a:lnTo>
                  <a:lnTo>
                    <a:pt x="34" y="351"/>
                  </a:lnTo>
                  <a:lnTo>
                    <a:pt x="31" y="355"/>
                  </a:lnTo>
                  <a:lnTo>
                    <a:pt x="31" y="357"/>
                  </a:lnTo>
                  <a:lnTo>
                    <a:pt x="31" y="357"/>
                  </a:lnTo>
                  <a:lnTo>
                    <a:pt x="31" y="360"/>
                  </a:lnTo>
                  <a:lnTo>
                    <a:pt x="27" y="364"/>
                  </a:lnTo>
                  <a:lnTo>
                    <a:pt x="27" y="364"/>
                  </a:lnTo>
                  <a:lnTo>
                    <a:pt x="25" y="366"/>
                  </a:lnTo>
                  <a:lnTo>
                    <a:pt x="25" y="366"/>
                  </a:lnTo>
                  <a:lnTo>
                    <a:pt x="25" y="368"/>
                  </a:lnTo>
                  <a:lnTo>
                    <a:pt x="25" y="371"/>
                  </a:lnTo>
                  <a:lnTo>
                    <a:pt x="25" y="373"/>
                  </a:lnTo>
                  <a:lnTo>
                    <a:pt x="25" y="375"/>
                  </a:lnTo>
                  <a:lnTo>
                    <a:pt x="25" y="379"/>
                  </a:lnTo>
                  <a:lnTo>
                    <a:pt x="22" y="382"/>
                  </a:lnTo>
                  <a:lnTo>
                    <a:pt x="20" y="384"/>
                  </a:lnTo>
                  <a:lnTo>
                    <a:pt x="18" y="386"/>
                  </a:lnTo>
                  <a:lnTo>
                    <a:pt x="18" y="388"/>
                  </a:lnTo>
                  <a:lnTo>
                    <a:pt x="18" y="388"/>
                  </a:lnTo>
                  <a:lnTo>
                    <a:pt x="18" y="391"/>
                  </a:lnTo>
                  <a:lnTo>
                    <a:pt x="18" y="393"/>
                  </a:lnTo>
                  <a:lnTo>
                    <a:pt x="18" y="393"/>
                  </a:lnTo>
                  <a:lnTo>
                    <a:pt x="16" y="395"/>
                  </a:lnTo>
                  <a:lnTo>
                    <a:pt x="16" y="395"/>
                  </a:lnTo>
                  <a:lnTo>
                    <a:pt x="16" y="397"/>
                  </a:lnTo>
                  <a:lnTo>
                    <a:pt x="16" y="397"/>
                  </a:lnTo>
                  <a:lnTo>
                    <a:pt x="16" y="397"/>
                  </a:lnTo>
                  <a:lnTo>
                    <a:pt x="16" y="399"/>
                  </a:lnTo>
                  <a:lnTo>
                    <a:pt x="14" y="402"/>
                  </a:lnTo>
                  <a:lnTo>
                    <a:pt x="14" y="402"/>
                  </a:lnTo>
                  <a:lnTo>
                    <a:pt x="14" y="402"/>
                  </a:lnTo>
                  <a:lnTo>
                    <a:pt x="11" y="402"/>
                  </a:lnTo>
                  <a:lnTo>
                    <a:pt x="11" y="402"/>
                  </a:lnTo>
                  <a:lnTo>
                    <a:pt x="11" y="404"/>
                  </a:lnTo>
                  <a:lnTo>
                    <a:pt x="11" y="404"/>
                  </a:lnTo>
                  <a:lnTo>
                    <a:pt x="9" y="406"/>
                  </a:lnTo>
                  <a:lnTo>
                    <a:pt x="9" y="406"/>
                  </a:lnTo>
                  <a:lnTo>
                    <a:pt x="9" y="406"/>
                  </a:lnTo>
                  <a:lnTo>
                    <a:pt x="11" y="408"/>
                  </a:lnTo>
                  <a:lnTo>
                    <a:pt x="11" y="408"/>
                  </a:lnTo>
                  <a:lnTo>
                    <a:pt x="11" y="413"/>
                  </a:lnTo>
                  <a:lnTo>
                    <a:pt x="11" y="413"/>
                  </a:lnTo>
                  <a:lnTo>
                    <a:pt x="9" y="415"/>
                  </a:lnTo>
                  <a:lnTo>
                    <a:pt x="9" y="415"/>
                  </a:lnTo>
                  <a:lnTo>
                    <a:pt x="9" y="415"/>
                  </a:lnTo>
                  <a:lnTo>
                    <a:pt x="9" y="415"/>
                  </a:lnTo>
                  <a:lnTo>
                    <a:pt x="9" y="417"/>
                  </a:lnTo>
                  <a:lnTo>
                    <a:pt x="9" y="417"/>
                  </a:lnTo>
                  <a:lnTo>
                    <a:pt x="9" y="417"/>
                  </a:lnTo>
                  <a:lnTo>
                    <a:pt x="9" y="419"/>
                  </a:lnTo>
                  <a:lnTo>
                    <a:pt x="9" y="419"/>
                  </a:lnTo>
                  <a:lnTo>
                    <a:pt x="9" y="422"/>
                  </a:lnTo>
                  <a:lnTo>
                    <a:pt x="9" y="422"/>
                  </a:lnTo>
                  <a:lnTo>
                    <a:pt x="9" y="422"/>
                  </a:lnTo>
                  <a:lnTo>
                    <a:pt x="9" y="424"/>
                  </a:lnTo>
                  <a:lnTo>
                    <a:pt x="9" y="424"/>
                  </a:lnTo>
                  <a:lnTo>
                    <a:pt x="9" y="424"/>
                  </a:lnTo>
                  <a:lnTo>
                    <a:pt x="7" y="424"/>
                  </a:lnTo>
                  <a:lnTo>
                    <a:pt x="7" y="426"/>
                  </a:lnTo>
                  <a:lnTo>
                    <a:pt x="7" y="426"/>
                  </a:lnTo>
                  <a:lnTo>
                    <a:pt x="9" y="428"/>
                  </a:lnTo>
                  <a:lnTo>
                    <a:pt x="9" y="433"/>
                  </a:lnTo>
                  <a:lnTo>
                    <a:pt x="9" y="433"/>
                  </a:lnTo>
                  <a:lnTo>
                    <a:pt x="9" y="433"/>
                  </a:lnTo>
                  <a:lnTo>
                    <a:pt x="9" y="435"/>
                  </a:lnTo>
                  <a:lnTo>
                    <a:pt x="9" y="437"/>
                  </a:lnTo>
                  <a:lnTo>
                    <a:pt x="9" y="437"/>
                  </a:lnTo>
                  <a:lnTo>
                    <a:pt x="9" y="437"/>
                  </a:lnTo>
                  <a:lnTo>
                    <a:pt x="9" y="437"/>
                  </a:lnTo>
                  <a:lnTo>
                    <a:pt x="7" y="437"/>
                  </a:lnTo>
                  <a:lnTo>
                    <a:pt x="7" y="437"/>
                  </a:lnTo>
                  <a:lnTo>
                    <a:pt x="7" y="439"/>
                  </a:lnTo>
                  <a:lnTo>
                    <a:pt x="7" y="439"/>
                  </a:lnTo>
                  <a:lnTo>
                    <a:pt x="7" y="441"/>
                  </a:lnTo>
                  <a:lnTo>
                    <a:pt x="5" y="441"/>
                  </a:lnTo>
                  <a:lnTo>
                    <a:pt x="5" y="448"/>
                  </a:lnTo>
                  <a:lnTo>
                    <a:pt x="5" y="450"/>
                  </a:lnTo>
                  <a:lnTo>
                    <a:pt x="5" y="450"/>
                  </a:lnTo>
                  <a:lnTo>
                    <a:pt x="5" y="453"/>
                  </a:lnTo>
                  <a:lnTo>
                    <a:pt x="5" y="453"/>
                  </a:lnTo>
                  <a:lnTo>
                    <a:pt x="5" y="453"/>
                  </a:lnTo>
                  <a:lnTo>
                    <a:pt x="3" y="453"/>
                  </a:lnTo>
                  <a:lnTo>
                    <a:pt x="0" y="461"/>
                  </a:lnTo>
                  <a:lnTo>
                    <a:pt x="0" y="461"/>
                  </a:lnTo>
                  <a:lnTo>
                    <a:pt x="0" y="464"/>
                  </a:lnTo>
                  <a:lnTo>
                    <a:pt x="0" y="464"/>
                  </a:lnTo>
                  <a:lnTo>
                    <a:pt x="0" y="466"/>
                  </a:lnTo>
                  <a:lnTo>
                    <a:pt x="0" y="468"/>
                  </a:lnTo>
                  <a:lnTo>
                    <a:pt x="0" y="468"/>
                  </a:lnTo>
                  <a:lnTo>
                    <a:pt x="0" y="470"/>
                  </a:lnTo>
                  <a:lnTo>
                    <a:pt x="3" y="470"/>
                  </a:lnTo>
                  <a:lnTo>
                    <a:pt x="3" y="470"/>
                  </a:lnTo>
                  <a:lnTo>
                    <a:pt x="3" y="473"/>
                  </a:lnTo>
                  <a:lnTo>
                    <a:pt x="3" y="473"/>
                  </a:lnTo>
                  <a:lnTo>
                    <a:pt x="3" y="473"/>
                  </a:lnTo>
                  <a:lnTo>
                    <a:pt x="5" y="475"/>
                  </a:lnTo>
                  <a:lnTo>
                    <a:pt x="7" y="475"/>
                  </a:lnTo>
                  <a:lnTo>
                    <a:pt x="7" y="475"/>
                  </a:lnTo>
                  <a:lnTo>
                    <a:pt x="7" y="475"/>
                  </a:lnTo>
                  <a:lnTo>
                    <a:pt x="7" y="475"/>
                  </a:lnTo>
                  <a:lnTo>
                    <a:pt x="7" y="477"/>
                  </a:lnTo>
                  <a:lnTo>
                    <a:pt x="7" y="479"/>
                  </a:lnTo>
                  <a:lnTo>
                    <a:pt x="7" y="479"/>
                  </a:lnTo>
                  <a:lnTo>
                    <a:pt x="7" y="479"/>
                  </a:lnTo>
                  <a:lnTo>
                    <a:pt x="7" y="481"/>
                  </a:lnTo>
                  <a:lnTo>
                    <a:pt x="5" y="481"/>
                  </a:lnTo>
                  <a:lnTo>
                    <a:pt x="5" y="481"/>
                  </a:lnTo>
                  <a:lnTo>
                    <a:pt x="5" y="481"/>
                  </a:lnTo>
                  <a:lnTo>
                    <a:pt x="5" y="481"/>
                  </a:lnTo>
                  <a:lnTo>
                    <a:pt x="3" y="484"/>
                  </a:lnTo>
                  <a:lnTo>
                    <a:pt x="3" y="484"/>
                  </a:lnTo>
                  <a:lnTo>
                    <a:pt x="3" y="484"/>
                  </a:lnTo>
                  <a:lnTo>
                    <a:pt x="3" y="484"/>
                  </a:lnTo>
                  <a:lnTo>
                    <a:pt x="3" y="486"/>
                  </a:lnTo>
                  <a:lnTo>
                    <a:pt x="3" y="486"/>
                  </a:lnTo>
                  <a:lnTo>
                    <a:pt x="3" y="486"/>
                  </a:lnTo>
                  <a:lnTo>
                    <a:pt x="3" y="488"/>
                  </a:lnTo>
                  <a:lnTo>
                    <a:pt x="3" y="488"/>
                  </a:lnTo>
                  <a:lnTo>
                    <a:pt x="3" y="488"/>
                  </a:lnTo>
                  <a:lnTo>
                    <a:pt x="3" y="488"/>
                  </a:lnTo>
                  <a:lnTo>
                    <a:pt x="5" y="490"/>
                  </a:lnTo>
                  <a:lnTo>
                    <a:pt x="5" y="492"/>
                  </a:lnTo>
                  <a:lnTo>
                    <a:pt x="5" y="492"/>
                  </a:lnTo>
                  <a:lnTo>
                    <a:pt x="5" y="492"/>
                  </a:lnTo>
                  <a:lnTo>
                    <a:pt x="5" y="495"/>
                  </a:lnTo>
                  <a:lnTo>
                    <a:pt x="5" y="495"/>
                  </a:lnTo>
                  <a:lnTo>
                    <a:pt x="5" y="495"/>
                  </a:lnTo>
                  <a:lnTo>
                    <a:pt x="5" y="495"/>
                  </a:lnTo>
                  <a:lnTo>
                    <a:pt x="7" y="497"/>
                  </a:lnTo>
                  <a:lnTo>
                    <a:pt x="7" y="497"/>
                  </a:lnTo>
                  <a:lnTo>
                    <a:pt x="7" y="497"/>
                  </a:lnTo>
                  <a:lnTo>
                    <a:pt x="7" y="497"/>
                  </a:lnTo>
                  <a:lnTo>
                    <a:pt x="7" y="497"/>
                  </a:lnTo>
                  <a:lnTo>
                    <a:pt x="7" y="499"/>
                  </a:lnTo>
                  <a:lnTo>
                    <a:pt x="7" y="499"/>
                  </a:lnTo>
                  <a:lnTo>
                    <a:pt x="7" y="499"/>
                  </a:lnTo>
                  <a:lnTo>
                    <a:pt x="7" y="499"/>
                  </a:lnTo>
                  <a:lnTo>
                    <a:pt x="5" y="499"/>
                  </a:lnTo>
                  <a:lnTo>
                    <a:pt x="5" y="499"/>
                  </a:lnTo>
                  <a:lnTo>
                    <a:pt x="5" y="499"/>
                  </a:lnTo>
                  <a:lnTo>
                    <a:pt x="5" y="501"/>
                  </a:lnTo>
                  <a:lnTo>
                    <a:pt x="7" y="501"/>
                  </a:lnTo>
                  <a:lnTo>
                    <a:pt x="7" y="501"/>
                  </a:lnTo>
                  <a:lnTo>
                    <a:pt x="7" y="504"/>
                  </a:lnTo>
                  <a:lnTo>
                    <a:pt x="7" y="504"/>
                  </a:lnTo>
                  <a:lnTo>
                    <a:pt x="5" y="504"/>
                  </a:lnTo>
                  <a:lnTo>
                    <a:pt x="5" y="504"/>
                  </a:lnTo>
                  <a:lnTo>
                    <a:pt x="5" y="506"/>
                  </a:lnTo>
                  <a:lnTo>
                    <a:pt x="5" y="506"/>
                  </a:lnTo>
                  <a:lnTo>
                    <a:pt x="5" y="506"/>
                  </a:lnTo>
                  <a:lnTo>
                    <a:pt x="5" y="506"/>
                  </a:lnTo>
                  <a:lnTo>
                    <a:pt x="5" y="508"/>
                  </a:lnTo>
                  <a:lnTo>
                    <a:pt x="5" y="519"/>
                  </a:lnTo>
                  <a:lnTo>
                    <a:pt x="5" y="519"/>
                  </a:lnTo>
                  <a:lnTo>
                    <a:pt x="7" y="521"/>
                  </a:lnTo>
                  <a:lnTo>
                    <a:pt x="7" y="523"/>
                  </a:lnTo>
                  <a:lnTo>
                    <a:pt x="7" y="523"/>
                  </a:lnTo>
                  <a:lnTo>
                    <a:pt x="9" y="526"/>
                  </a:lnTo>
                  <a:lnTo>
                    <a:pt x="9" y="526"/>
                  </a:lnTo>
                  <a:lnTo>
                    <a:pt x="9" y="528"/>
                  </a:lnTo>
                  <a:lnTo>
                    <a:pt x="9" y="528"/>
                  </a:lnTo>
                  <a:lnTo>
                    <a:pt x="9" y="528"/>
                  </a:lnTo>
                  <a:lnTo>
                    <a:pt x="9" y="537"/>
                  </a:lnTo>
                  <a:lnTo>
                    <a:pt x="9" y="537"/>
                  </a:lnTo>
                  <a:lnTo>
                    <a:pt x="9" y="539"/>
                  </a:lnTo>
                  <a:lnTo>
                    <a:pt x="9" y="539"/>
                  </a:lnTo>
                  <a:lnTo>
                    <a:pt x="9" y="539"/>
                  </a:lnTo>
                  <a:lnTo>
                    <a:pt x="9" y="539"/>
                  </a:lnTo>
                  <a:lnTo>
                    <a:pt x="9" y="539"/>
                  </a:lnTo>
                  <a:lnTo>
                    <a:pt x="7" y="539"/>
                  </a:lnTo>
                  <a:lnTo>
                    <a:pt x="7" y="539"/>
                  </a:lnTo>
                  <a:lnTo>
                    <a:pt x="9" y="541"/>
                  </a:lnTo>
                  <a:lnTo>
                    <a:pt x="9" y="541"/>
                  </a:lnTo>
                  <a:lnTo>
                    <a:pt x="7" y="543"/>
                  </a:lnTo>
                  <a:lnTo>
                    <a:pt x="7" y="543"/>
                  </a:lnTo>
                  <a:lnTo>
                    <a:pt x="7" y="546"/>
                  </a:lnTo>
                  <a:lnTo>
                    <a:pt x="7" y="546"/>
                  </a:lnTo>
                  <a:lnTo>
                    <a:pt x="7" y="546"/>
                  </a:lnTo>
                  <a:lnTo>
                    <a:pt x="7" y="548"/>
                  </a:lnTo>
                  <a:lnTo>
                    <a:pt x="7" y="548"/>
                  </a:lnTo>
                  <a:lnTo>
                    <a:pt x="7" y="550"/>
                  </a:lnTo>
                  <a:lnTo>
                    <a:pt x="7" y="550"/>
                  </a:lnTo>
                  <a:lnTo>
                    <a:pt x="7" y="550"/>
                  </a:lnTo>
                  <a:lnTo>
                    <a:pt x="7" y="550"/>
                  </a:lnTo>
                  <a:lnTo>
                    <a:pt x="7" y="550"/>
                  </a:lnTo>
                  <a:lnTo>
                    <a:pt x="7" y="550"/>
                  </a:lnTo>
                  <a:lnTo>
                    <a:pt x="5" y="550"/>
                  </a:lnTo>
                  <a:lnTo>
                    <a:pt x="5" y="550"/>
                  </a:lnTo>
                  <a:lnTo>
                    <a:pt x="5" y="550"/>
                  </a:lnTo>
                  <a:lnTo>
                    <a:pt x="5" y="550"/>
                  </a:lnTo>
                  <a:lnTo>
                    <a:pt x="5" y="550"/>
                  </a:lnTo>
                  <a:lnTo>
                    <a:pt x="5" y="552"/>
                  </a:lnTo>
                  <a:lnTo>
                    <a:pt x="5" y="552"/>
                  </a:lnTo>
                  <a:lnTo>
                    <a:pt x="7" y="552"/>
                  </a:lnTo>
                  <a:lnTo>
                    <a:pt x="9" y="555"/>
                  </a:lnTo>
                  <a:lnTo>
                    <a:pt x="9" y="555"/>
                  </a:lnTo>
                  <a:lnTo>
                    <a:pt x="9" y="555"/>
                  </a:lnTo>
                  <a:lnTo>
                    <a:pt x="9" y="557"/>
                  </a:lnTo>
                  <a:lnTo>
                    <a:pt x="9" y="557"/>
                  </a:lnTo>
                  <a:lnTo>
                    <a:pt x="9" y="557"/>
                  </a:lnTo>
                  <a:lnTo>
                    <a:pt x="9" y="559"/>
                  </a:lnTo>
                  <a:lnTo>
                    <a:pt x="9" y="559"/>
                  </a:lnTo>
                  <a:lnTo>
                    <a:pt x="9" y="561"/>
                  </a:lnTo>
                  <a:lnTo>
                    <a:pt x="9" y="561"/>
                  </a:lnTo>
                  <a:lnTo>
                    <a:pt x="9" y="561"/>
                  </a:lnTo>
                  <a:lnTo>
                    <a:pt x="9" y="563"/>
                  </a:lnTo>
                  <a:lnTo>
                    <a:pt x="9" y="563"/>
                  </a:lnTo>
                  <a:lnTo>
                    <a:pt x="11" y="563"/>
                  </a:lnTo>
                  <a:lnTo>
                    <a:pt x="11" y="566"/>
                  </a:lnTo>
                  <a:lnTo>
                    <a:pt x="11" y="566"/>
                  </a:lnTo>
                  <a:lnTo>
                    <a:pt x="11" y="566"/>
                  </a:lnTo>
                  <a:lnTo>
                    <a:pt x="11" y="566"/>
                  </a:lnTo>
                  <a:lnTo>
                    <a:pt x="11" y="566"/>
                  </a:lnTo>
                  <a:lnTo>
                    <a:pt x="14" y="566"/>
                  </a:lnTo>
                  <a:lnTo>
                    <a:pt x="14" y="566"/>
                  </a:lnTo>
                  <a:lnTo>
                    <a:pt x="14" y="566"/>
                  </a:lnTo>
                  <a:lnTo>
                    <a:pt x="14" y="566"/>
                  </a:lnTo>
                  <a:lnTo>
                    <a:pt x="14" y="566"/>
                  </a:lnTo>
                  <a:lnTo>
                    <a:pt x="14" y="566"/>
                  </a:lnTo>
                  <a:lnTo>
                    <a:pt x="14" y="566"/>
                  </a:lnTo>
                  <a:lnTo>
                    <a:pt x="14" y="568"/>
                  </a:lnTo>
                  <a:lnTo>
                    <a:pt x="14" y="568"/>
                  </a:lnTo>
                  <a:lnTo>
                    <a:pt x="14" y="568"/>
                  </a:lnTo>
                  <a:lnTo>
                    <a:pt x="16" y="568"/>
                  </a:lnTo>
                  <a:lnTo>
                    <a:pt x="16" y="568"/>
                  </a:lnTo>
                  <a:lnTo>
                    <a:pt x="18" y="568"/>
                  </a:lnTo>
                  <a:lnTo>
                    <a:pt x="18" y="568"/>
                  </a:lnTo>
                  <a:lnTo>
                    <a:pt x="20" y="566"/>
                  </a:lnTo>
                  <a:lnTo>
                    <a:pt x="20" y="563"/>
                  </a:lnTo>
                  <a:lnTo>
                    <a:pt x="20" y="563"/>
                  </a:lnTo>
                  <a:lnTo>
                    <a:pt x="20" y="561"/>
                  </a:lnTo>
                  <a:lnTo>
                    <a:pt x="22" y="561"/>
                  </a:lnTo>
                  <a:lnTo>
                    <a:pt x="22" y="559"/>
                  </a:lnTo>
                  <a:lnTo>
                    <a:pt x="22" y="559"/>
                  </a:lnTo>
                  <a:lnTo>
                    <a:pt x="22" y="557"/>
                  </a:lnTo>
                  <a:lnTo>
                    <a:pt x="22" y="557"/>
                  </a:lnTo>
                  <a:lnTo>
                    <a:pt x="22" y="557"/>
                  </a:lnTo>
                  <a:lnTo>
                    <a:pt x="25" y="555"/>
                  </a:lnTo>
                  <a:lnTo>
                    <a:pt x="25" y="555"/>
                  </a:lnTo>
                  <a:lnTo>
                    <a:pt x="25" y="555"/>
                  </a:lnTo>
                  <a:lnTo>
                    <a:pt x="25" y="552"/>
                  </a:lnTo>
                  <a:lnTo>
                    <a:pt x="25" y="552"/>
                  </a:lnTo>
                  <a:lnTo>
                    <a:pt x="25" y="550"/>
                  </a:lnTo>
                  <a:lnTo>
                    <a:pt x="27" y="548"/>
                  </a:lnTo>
                  <a:lnTo>
                    <a:pt x="29" y="548"/>
                  </a:lnTo>
                  <a:lnTo>
                    <a:pt x="29" y="548"/>
                  </a:lnTo>
                  <a:lnTo>
                    <a:pt x="29" y="546"/>
                  </a:lnTo>
                  <a:lnTo>
                    <a:pt x="29" y="546"/>
                  </a:lnTo>
                  <a:lnTo>
                    <a:pt x="29" y="546"/>
                  </a:lnTo>
                  <a:lnTo>
                    <a:pt x="31" y="546"/>
                  </a:lnTo>
                  <a:lnTo>
                    <a:pt x="31" y="543"/>
                  </a:lnTo>
                  <a:lnTo>
                    <a:pt x="31" y="543"/>
                  </a:lnTo>
                  <a:lnTo>
                    <a:pt x="31" y="543"/>
                  </a:lnTo>
                  <a:lnTo>
                    <a:pt x="31" y="543"/>
                  </a:lnTo>
                  <a:lnTo>
                    <a:pt x="31" y="543"/>
                  </a:lnTo>
                  <a:lnTo>
                    <a:pt x="34" y="543"/>
                  </a:lnTo>
                  <a:lnTo>
                    <a:pt x="34" y="541"/>
                  </a:lnTo>
                  <a:lnTo>
                    <a:pt x="34" y="541"/>
                  </a:lnTo>
                  <a:lnTo>
                    <a:pt x="34" y="541"/>
                  </a:lnTo>
                  <a:lnTo>
                    <a:pt x="36" y="539"/>
                  </a:lnTo>
                  <a:lnTo>
                    <a:pt x="38" y="539"/>
                  </a:lnTo>
                  <a:lnTo>
                    <a:pt x="45" y="535"/>
                  </a:lnTo>
                  <a:lnTo>
                    <a:pt x="45" y="535"/>
                  </a:lnTo>
                  <a:lnTo>
                    <a:pt x="45" y="537"/>
                  </a:lnTo>
                  <a:lnTo>
                    <a:pt x="45" y="537"/>
                  </a:lnTo>
                  <a:lnTo>
                    <a:pt x="45" y="537"/>
                  </a:lnTo>
                  <a:lnTo>
                    <a:pt x="45" y="539"/>
                  </a:lnTo>
                  <a:lnTo>
                    <a:pt x="45" y="539"/>
                  </a:lnTo>
                  <a:lnTo>
                    <a:pt x="45" y="541"/>
                  </a:lnTo>
                  <a:lnTo>
                    <a:pt x="40" y="546"/>
                  </a:lnTo>
                  <a:lnTo>
                    <a:pt x="40" y="546"/>
                  </a:lnTo>
                  <a:lnTo>
                    <a:pt x="40" y="546"/>
                  </a:lnTo>
                  <a:lnTo>
                    <a:pt x="40" y="548"/>
                  </a:lnTo>
                  <a:lnTo>
                    <a:pt x="40" y="548"/>
                  </a:lnTo>
                  <a:lnTo>
                    <a:pt x="40" y="550"/>
                  </a:lnTo>
                  <a:lnTo>
                    <a:pt x="40" y="552"/>
                  </a:lnTo>
                  <a:lnTo>
                    <a:pt x="40" y="555"/>
                  </a:lnTo>
                  <a:lnTo>
                    <a:pt x="40" y="555"/>
                  </a:lnTo>
                  <a:lnTo>
                    <a:pt x="36" y="561"/>
                  </a:lnTo>
                  <a:lnTo>
                    <a:pt x="36" y="561"/>
                  </a:lnTo>
                  <a:lnTo>
                    <a:pt x="34" y="563"/>
                  </a:lnTo>
                  <a:lnTo>
                    <a:pt x="34" y="563"/>
                  </a:lnTo>
                  <a:lnTo>
                    <a:pt x="36" y="572"/>
                  </a:lnTo>
                  <a:lnTo>
                    <a:pt x="36" y="572"/>
                  </a:lnTo>
                  <a:lnTo>
                    <a:pt x="36" y="574"/>
                  </a:lnTo>
                  <a:lnTo>
                    <a:pt x="38" y="574"/>
                  </a:lnTo>
                  <a:lnTo>
                    <a:pt x="51" y="581"/>
                  </a:lnTo>
                  <a:lnTo>
                    <a:pt x="56" y="581"/>
                  </a:lnTo>
                  <a:lnTo>
                    <a:pt x="56" y="581"/>
                  </a:lnTo>
                  <a:lnTo>
                    <a:pt x="56" y="581"/>
                  </a:lnTo>
                  <a:lnTo>
                    <a:pt x="58" y="581"/>
                  </a:lnTo>
                  <a:lnTo>
                    <a:pt x="60" y="586"/>
                  </a:lnTo>
                  <a:lnTo>
                    <a:pt x="78" y="592"/>
                  </a:lnTo>
                  <a:lnTo>
                    <a:pt x="87" y="594"/>
                  </a:lnTo>
                  <a:lnTo>
                    <a:pt x="91" y="594"/>
                  </a:lnTo>
                  <a:lnTo>
                    <a:pt x="98" y="599"/>
                  </a:lnTo>
                  <a:lnTo>
                    <a:pt x="100" y="599"/>
                  </a:lnTo>
                  <a:lnTo>
                    <a:pt x="100" y="599"/>
                  </a:lnTo>
                  <a:lnTo>
                    <a:pt x="100" y="597"/>
                  </a:lnTo>
                  <a:lnTo>
                    <a:pt x="100" y="597"/>
                  </a:lnTo>
                  <a:lnTo>
                    <a:pt x="100" y="597"/>
                  </a:lnTo>
                  <a:lnTo>
                    <a:pt x="100" y="597"/>
                  </a:lnTo>
                  <a:lnTo>
                    <a:pt x="100" y="594"/>
                  </a:lnTo>
                  <a:lnTo>
                    <a:pt x="102" y="592"/>
                  </a:lnTo>
                  <a:lnTo>
                    <a:pt x="102" y="590"/>
                  </a:lnTo>
                  <a:lnTo>
                    <a:pt x="107" y="579"/>
                  </a:lnTo>
                  <a:lnTo>
                    <a:pt x="118" y="559"/>
                  </a:lnTo>
                  <a:lnTo>
                    <a:pt x="124" y="555"/>
                  </a:lnTo>
                  <a:lnTo>
                    <a:pt x="127" y="555"/>
                  </a:lnTo>
                  <a:lnTo>
                    <a:pt x="127" y="555"/>
                  </a:lnTo>
                  <a:lnTo>
                    <a:pt x="127" y="555"/>
                  </a:lnTo>
                  <a:lnTo>
                    <a:pt x="129" y="555"/>
                  </a:lnTo>
                  <a:lnTo>
                    <a:pt x="129" y="555"/>
                  </a:lnTo>
                  <a:lnTo>
                    <a:pt x="129" y="555"/>
                  </a:lnTo>
                  <a:lnTo>
                    <a:pt x="127" y="557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29" y="561"/>
                  </a:lnTo>
                  <a:lnTo>
                    <a:pt x="129" y="561"/>
                  </a:lnTo>
                  <a:lnTo>
                    <a:pt x="133" y="563"/>
                  </a:lnTo>
                  <a:lnTo>
                    <a:pt x="138" y="568"/>
                  </a:lnTo>
                  <a:lnTo>
                    <a:pt x="140" y="568"/>
                  </a:lnTo>
                  <a:lnTo>
                    <a:pt x="142" y="570"/>
                  </a:lnTo>
                  <a:lnTo>
                    <a:pt x="142" y="572"/>
                  </a:lnTo>
                  <a:lnTo>
                    <a:pt x="142" y="574"/>
                  </a:lnTo>
                  <a:lnTo>
                    <a:pt x="142" y="574"/>
                  </a:lnTo>
                  <a:lnTo>
                    <a:pt x="142" y="577"/>
                  </a:lnTo>
                  <a:lnTo>
                    <a:pt x="142" y="579"/>
                  </a:lnTo>
                  <a:lnTo>
                    <a:pt x="142" y="579"/>
                  </a:lnTo>
                  <a:lnTo>
                    <a:pt x="142" y="581"/>
                  </a:lnTo>
                  <a:lnTo>
                    <a:pt x="142" y="581"/>
                  </a:lnTo>
                  <a:lnTo>
                    <a:pt x="142" y="581"/>
                  </a:lnTo>
                  <a:lnTo>
                    <a:pt x="144" y="586"/>
                  </a:lnTo>
                  <a:lnTo>
                    <a:pt x="144" y="588"/>
                  </a:lnTo>
                  <a:lnTo>
                    <a:pt x="147" y="594"/>
                  </a:lnTo>
                  <a:lnTo>
                    <a:pt x="144" y="601"/>
                  </a:lnTo>
                  <a:lnTo>
                    <a:pt x="144" y="601"/>
                  </a:lnTo>
                  <a:lnTo>
                    <a:pt x="144" y="603"/>
                  </a:lnTo>
                  <a:lnTo>
                    <a:pt x="144" y="603"/>
                  </a:lnTo>
                  <a:lnTo>
                    <a:pt x="144" y="605"/>
                  </a:lnTo>
                  <a:lnTo>
                    <a:pt x="144" y="608"/>
                  </a:lnTo>
                  <a:lnTo>
                    <a:pt x="147" y="608"/>
                  </a:lnTo>
                  <a:lnTo>
                    <a:pt x="147" y="608"/>
                  </a:lnTo>
                  <a:lnTo>
                    <a:pt x="147" y="608"/>
                  </a:lnTo>
                  <a:lnTo>
                    <a:pt x="147" y="608"/>
                  </a:lnTo>
                  <a:lnTo>
                    <a:pt x="147" y="608"/>
                  </a:lnTo>
                  <a:lnTo>
                    <a:pt x="151" y="605"/>
                  </a:lnTo>
                  <a:lnTo>
                    <a:pt x="151" y="605"/>
                  </a:lnTo>
                  <a:lnTo>
                    <a:pt x="151" y="605"/>
                  </a:lnTo>
                  <a:lnTo>
                    <a:pt x="151" y="605"/>
                  </a:lnTo>
                  <a:lnTo>
                    <a:pt x="151" y="603"/>
                  </a:lnTo>
                  <a:lnTo>
                    <a:pt x="151" y="603"/>
                  </a:lnTo>
                  <a:lnTo>
                    <a:pt x="153" y="599"/>
                  </a:lnTo>
                  <a:lnTo>
                    <a:pt x="153" y="594"/>
                  </a:lnTo>
                  <a:lnTo>
                    <a:pt x="153" y="594"/>
                  </a:lnTo>
                  <a:lnTo>
                    <a:pt x="153" y="592"/>
                  </a:lnTo>
                  <a:lnTo>
                    <a:pt x="153" y="592"/>
                  </a:lnTo>
                  <a:lnTo>
                    <a:pt x="153" y="592"/>
                  </a:lnTo>
                  <a:lnTo>
                    <a:pt x="155" y="592"/>
                  </a:lnTo>
                  <a:lnTo>
                    <a:pt x="155" y="590"/>
                  </a:lnTo>
                  <a:lnTo>
                    <a:pt x="158" y="590"/>
                  </a:lnTo>
                  <a:lnTo>
                    <a:pt x="158" y="590"/>
                  </a:lnTo>
                  <a:lnTo>
                    <a:pt x="160" y="592"/>
                  </a:lnTo>
                  <a:lnTo>
                    <a:pt x="164" y="594"/>
                  </a:lnTo>
                  <a:lnTo>
                    <a:pt x="166" y="594"/>
                  </a:lnTo>
                  <a:lnTo>
                    <a:pt x="171" y="594"/>
                  </a:lnTo>
                  <a:lnTo>
                    <a:pt x="173" y="594"/>
                  </a:lnTo>
                  <a:lnTo>
                    <a:pt x="175" y="594"/>
                  </a:lnTo>
                  <a:lnTo>
                    <a:pt x="175" y="592"/>
                  </a:lnTo>
                  <a:lnTo>
                    <a:pt x="178" y="592"/>
                  </a:lnTo>
                  <a:lnTo>
                    <a:pt x="184" y="586"/>
                  </a:lnTo>
                  <a:lnTo>
                    <a:pt x="186" y="586"/>
                  </a:lnTo>
                  <a:lnTo>
                    <a:pt x="189" y="583"/>
                  </a:lnTo>
                  <a:lnTo>
                    <a:pt x="191" y="583"/>
                  </a:lnTo>
                  <a:lnTo>
                    <a:pt x="191" y="586"/>
                  </a:lnTo>
                  <a:lnTo>
                    <a:pt x="191" y="586"/>
                  </a:lnTo>
                  <a:lnTo>
                    <a:pt x="191" y="586"/>
                  </a:lnTo>
                  <a:lnTo>
                    <a:pt x="191" y="586"/>
                  </a:lnTo>
                  <a:lnTo>
                    <a:pt x="191" y="586"/>
                  </a:lnTo>
                  <a:lnTo>
                    <a:pt x="189" y="590"/>
                  </a:lnTo>
                  <a:lnTo>
                    <a:pt x="189" y="592"/>
                  </a:lnTo>
                  <a:lnTo>
                    <a:pt x="189" y="592"/>
                  </a:lnTo>
                  <a:lnTo>
                    <a:pt x="189" y="592"/>
                  </a:lnTo>
                  <a:lnTo>
                    <a:pt x="191" y="592"/>
                  </a:lnTo>
                  <a:lnTo>
                    <a:pt x="193" y="592"/>
                  </a:lnTo>
                  <a:lnTo>
                    <a:pt x="195" y="592"/>
                  </a:lnTo>
                  <a:lnTo>
                    <a:pt x="195" y="594"/>
                  </a:lnTo>
                  <a:lnTo>
                    <a:pt x="200" y="597"/>
                  </a:lnTo>
                  <a:lnTo>
                    <a:pt x="202" y="599"/>
                  </a:lnTo>
                  <a:lnTo>
                    <a:pt x="202" y="599"/>
                  </a:lnTo>
                  <a:lnTo>
                    <a:pt x="204" y="599"/>
                  </a:lnTo>
                  <a:lnTo>
                    <a:pt x="204" y="599"/>
                  </a:lnTo>
                  <a:lnTo>
                    <a:pt x="204" y="597"/>
                  </a:lnTo>
                  <a:lnTo>
                    <a:pt x="206" y="597"/>
                  </a:lnTo>
                  <a:lnTo>
                    <a:pt x="206" y="597"/>
                  </a:lnTo>
                  <a:lnTo>
                    <a:pt x="206" y="599"/>
                  </a:lnTo>
                  <a:lnTo>
                    <a:pt x="209" y="599"/>
                  </a:lnTo>
                  <a:lnTo>
                    <a:pt x="213" y="601"/>
                  </a:lnTo>
                  <a:lnTo>
                    <a:pt x="224" y="605"/>
                  </a:lnTo>
                  <a:lnTo>
                    <a:pt x="226" y="605"/>
                  </a:lnTo>
                  <a:lnTo>
                    <a:pt x="226" y="605"/>
                  </a:lnTo>
                  <a:lnTo>
                    <a:pt x="226" y="605"/>
                  </a:lnTo>
                  <a:lnTo>
                    <a:pt x="226" y="603"/>
                  </a:lnTo>
                  <a:lnTo>
                    <a:pt x="226" y="603"/>
                  </a:lnTo>
                  <a:lnTo>
                    <a:pt x="222" y="594"/>
                  </a:lnTo>
                  <a:lnTo>
                    <a:pt x="222" y="592"/>
                  </a:lnTo>
                  <a:lnTo>
                    <a:pt x="222" y="592"/>
                  </a:lnTo>
                  <a:lnTo>
                    <a:pt x="222" y="592"/>
                  </a:lnTo>
                  <a:lnTo>
                    <a:pt x="222" y="590"/>
                  </a:lnTo>
                  <a:lnTo>
                    <a:pt x="222" y="590"/>
                  </a:lnTo>
                  <a:lnTo>
                    <a:pt x="222" y="590"/>
                  </a:lnTo>
                  <a:lnTo>
                    <a:pt x="226" y="588"/>
                  </a:lnTo>
                  <a:lnTo>
                    <a:pt x="226" y="588"/>
                  </a:lnTo>
                  <a:lnTo>
                    <a:pt x="226" y="588"/>
                  </a:lnTo>
                  <a:lnTo>
                    <a:pt x="226" y="588"/>
                  </a:lnTo>
                  <a:lnTo>
                    <a:pt x="229" y="588"/>
                  </a:lnTo>
                  <a:lnTo>
                    <a:pt x="229" y="588"/>
                  </a:lnTo>
                  <a:lnTo>
                    <a:pt x="229" y="588"/>
                  </a:lnTo>
                  <a:lnTo>
                    <a:pt x="229" y="590"/>
                  </a:lnTo>
                  <a:lnTo>
                    <a:pt x="229" y="590"/>
                  </a:lnTo>
                  <a:lnTo>
                    <a:pt x="231" y="592"/>
                  </a:lnTo>
                  <a:lnTo>
                    <a:pt x="231" y="592"/>
                  </a:lnTo>
                  <a:lnTo>
                    <a:pt x="231" y="592"/>
                  </a:lnTo>
                  <a:lnTo>
                    <a:pt x="231" y="592"/>
                  </a:lnTo>
                  <a:lnTo>
                    <a:pt x="231" y="594"/>
                  </a:lnTo>
                  <a:lnTo>
                    <a:pt x="231" y="594"/>
                  </a:lnTo>
                  <a:lnTo>
                    <a:pt x="233" y="594"/>
                  </a:lnTo>
                  <a:lnTo>
                    <a:pt x="235" y="597"/>
                  </a:lnTo>
                  <a:lnTo>
                    <a:pt x="235" y="597"/>
                  </a:lnTo>
                  <a:lnTo>
                    <a:pt x="235" y="599"/>
                  </a:lnTo>
                  <a:lnTo>
                    <a:pt x="235" y="599"/>
                  </a:lnTo>
                  <a:lnTo>
                    <a:pt x="235" y="599"/>
                  </a:lnTo>
                  <a:lnTo>
                    <a:pt x="235" y="599"/>
                  </a:lnTo>
                  <a:lnTo>
                    <a:pt x="235" y="601"/>
                  </a:lnTo>
                  <a:lnTo>
                    <a:pt x="235" y="601"/>
                  </a:lnTo>
                  <a:lnTo>
                    <a:pt x="235" y="601"/>
                  </a:lnTo>
                  <a:lnTo>
                    <a:pt x="235" y="601"/>
                  </a:lnTo>
                  <a:lnTo>
                    <a:pt x="237" y="601"/>
                  </a:lnTo>
                  <a:lnTo>
                    <a:pt x="237" y="601"/>
                  </a:lnTo>
                  <a:lnTo>
                    <a:pt x="237" y="599"/>
                  </a:lnTo>
                  <a:lnTo>
                    <a:pt x="237" y="599"/>
                  </a:lnTo>
                  <a:lnTo>
                    <a:pt x="237" y="599"/>
                  </a:lnTo>
                  <a:lnTo>
                    <a:pt x="237" y="599"/>
                  </a:lnTo>
                  <a:lnTo>
                    <a:pt x="237" y="599"/>
                  </a:lnTo>
                  <a:lnTo>
                    <a:pt x="237" y="599"/>
                  </a:lnTo>
                  <a:lnTo>
                    <a:pt x="242" y="599"/>
                  </a:lnTo>
                  <a:lnTo>
                    <a:pt x="244" y="597"/>
                  </a:lnTo>
                  <a:lnTo>
                    <a:pt x="246" y="597"/>
                  </a:lnTo>
                  <a:lnTo>
                    <a:pt x="251" y="594"/>
                  </a:lnTo>
                  <a:lnTo>
                    <a:pt x="251" y="594"/>
                  </a:lnTo>
                  <a:lnTo>
                    <a:pt x="253" y="594"/>
                  </a:lnTo>
                  <a:lnTo>
                    <a:pt x="253" y="594"/>
                  </a:lnTo>
                  <a:lnTo>
                    <a:pt x="253" y="594"/>
                  </a:lnTo>
                  <a:lnTo>
                    <a:pt x="255" y="594"/>
                  </a:lnTo>
                  <a:lnTo>
                    <a:pt x="255" y="592"/>
                  </a:lnTo>
                  <a:lnTo>
                    <a:pt x="268" y="586"/>
                  </a:lnTo>
                  <a:lnTo>
                    <a:pt x="271" y="586"/>
                  </a:lnTo>
                  <a:lnTo>
                    <a:pt x="277" y="583"/>
                  </a:lnTo>
                  <a:lnTo>
                    <a:pt x="277" y="583"/>
                  </a:lnTo>
                  <a:lnTo>
                    <a:pt x="279" y="583"/>
                  </a:lnTo>
                  <a:lnTo>
                    <a:pt x="279" y="586"/>
                  </a:lnTo>
                  <a:lnTo>
                    <a:pt x="284" y="586"/>
                  </a:lnTo>
                  <a:lnTo>
                    <a:pt x="288" y="583"/>
                  </a:lnTo>
                  <a:lnTo>
                    <a:pt x="291" y="583"/>
                  </a:lnTo>
                  <a:lnTo>
                    <a:pt x="291" y="583"/>
                  </a:lnTo>
                  <a:lnTo>
                    <a:pt x="293" y="583"/>
                  </a:lnTo>
                  <a:lnTo>
                    <a:pt x="293" y="581"/>
                  </a:lnTo>
                  <a:lnTo>
                    <a:pt x="302" y="572"/>
                  </a:lnTo>
                  <a:lnTo>
                    <a:pt x="302" y="572"/>
                  </a:lnTo>
                  <a:lnTo>
                    <a:pt x="304" y="572"/>
                  </a:lnTo>
                  <a:lnTo>
                    <a:pt x="304" y="570"/>
                  </a:lnTo>
                  <a:lnTo>
                    <a:pt x="310" y="570"/>
                  </a:lnTo>
                  <a:lnTo>
                    <a:pt x="313" y="570"/>
                  </a:lnTo>
                  <a:lnTo>
                    <a:pt x="315" y="568"/>
                  </a:lnTo>
                  <a:lnTo>
                    <a:pt x="315" y="568"/>
                  </a:lnTo>
                  <a:lnTo>
                    <a:pt x="317" y="568"/>
                  </a:lnTo>
                  <a:lnTo>
                    <a:pt x="324" y="568"/>
                  </a:lnTo>
                  <a:lnTo>
                    <a:pt x="326" y="566"/>
                  </a:lnTo>
                  <a:lnTo>
                    <a:pt x="330" y="563"/>
                  </a:lnTo>
                  <a:lnTo>
                    <a:pt x="330" y="563"/>
                  </a:lnTo>
                  <a:lnTo>
                    <a:pt x="330" y="561"/>
                  </a:lnTo>
                  <a:lnTo>
                    <a:pt x="330" y="561"/>
                  </a:lnTo>
                  <a:lnTo>
                    <a:pt x="330" y="559"/>
                  </a:lnTo>
                  <a:lnTo>
                    <a:pt x="330" y="559"/>
                  </a:lnTo>
                  <a:lnTo>
                    <a:pt x="330" y="557"/>
                  </a:lnTo>
                  <a:lnTo>
                    <a:pt x="337" y="550"/>
                  </a:lnTo>
                  <a:lnTo>
                    <a:pt x="337" y="548"/>
                  </a:lnTo>
                  <a:lnTo>
                    <a:pt x="337" y="548"/>
                  </a:lnTo>
                  <a:lnTo>
                    <a:pt x="337" y="541"/>
                  </a:lnTo>
                  <a:lnTo>
                    <a:pt x="337" y="541"/>
                  </a:lnTo>
                  <a:lnTo>
                    <a:pt x="337" y="541"/>
                  </a:lnTo>
                  <a:lnTo>
                    <a:pt x="337" y="541"/>
                  </a:lnTo>
                  <a:lnTo>
                    <a:pt x="335" y="541"/>
                  </a:lnTo>
                  <a:lnTo>
                    <a:pt x="335" y="541"/>
                  </a:lnTo>
                  <a:lnTo>
                    <a:pt x="335" y="539"/>
                  </a:lnTo>
                  <a:lnTo>
                    <a:pt x="333" y="539"/>
                  </a:lnTo>
                  <a:lnTo>
                    <a:pt x="328" y="539"/>
                  </a:lnTo>
                  <a:lnTo>
                    <a:pt x="326" y="537"/>
                  </a:lnTo>
                  <a:lnTo>
                    <a:pt x="326" y="537"/>
                  </a:lnTo>
                  <a:lnTo>
                    <a:pt x="326" y="537"/>
                  </a:lnTo>
                  <a:lnTo>
                    <a:pt x="324" y="535"/>
                  </a:lnTo>
                  <a:lnTo>
                    <a:pt x="324" y="530"/>
                  </a:lnTo>
                  <a:lnTo>
                    <a:pt x="324" y="530"/>
                  </a:lnTo>
                  <a:lnTo>
                    <a:pt x="324" y="515"/>
                  </a:lnTo>
                  <a:lnTo>
                    <a:pt x="324" y="512"/>
                  </a:lnTo>
                  <a:lnTo>
                    <a:pt x="324" y="512"/>
                  </a:lnTo>
                  <a:lnTo>
                    <a:pt x="324" y="512"/>
                  </a:lnTo>
                  <a:lnTo>
                    <a:pt x="324" y="510"/>
                  </a:lnTo>
                  <a:lnTo>
                    <a:pt x="324" y="510"/>
                  </a:lnTo>
                  <a:lnTo>
                    <a:pt x="328" y="508"/>
                  </a:lnTo>
                  <a:lnTo>
                    <a:pt x="328" y="508"/>
                  </a:lnTo>
                  <a:lnTo>
                    <a:pt x="330" y="508"/>
                  </a:lnTo>
                  <a:lnTo>
                    <a:pt x="333" y="504"/>
                  </a:lnTo>
                  <a:lnTo>
                    <a:pt x="333" y="504"/>
                  </a:lnTo>
                  <a:lnTo>
                    <a:pt x="333" y="504"/>
                  </a:lnTo>
                  <a:lnTo>
                    <a:pt x="333" y="504"/>
                  </a:lnTo>
                  <a:lnTo>
                    <a:pt x="337" y="501"/>
                  </a:lnTo>
                  <a:lnTo>
                    <a:pt x="339" y="501"/>
                  </a:lnTo>
                  <a:lnTo>
                    <a:pt x="339" y="499"/>
                  </a:lnTo>
                  <a:lnTo>
                    <a:pt x="342" y="499"/>
                  </a:lnTo>
                  <a:lnTo>
                    <a:pt x="342" y="499"/>
                  </a:lnTo>
                  <a:lnTo>
                    <a:pt x="342" y="499"/>
                  </a:lnTo>
                  <a:lnTo>
                    <a:pt x="342" y="499"/>
                  </a:lnTo>
                  <a:lnTo>
                    <a:pt x="344" y="499"/>
                  </a:lnTo>
                  <a:lnTo>
                    <a:pt x="344" y="497"/>
                  </a:lnTo>
                  <a:lnTo>
                    <a:pt x="344" y="497"/>
                  </a:lnTo>
                  <a:lnTo>
                    <a:pt x="342" y="495"/>
                  </a:lnTo>
                  <a:lnTo>
                    <a:pt x="342" y="495"/>
                  </a:lnTo>
                  <a:lnTo>
                    <a:pt x="339" y="492"/>
                  </a:lnTo>
                  <a:lnTo>
                    <a:pt x="337" y="492"/>
                  </a:lnTo>
                  <a:lnTo>
                    <a:pt x="337" y="492"/>
                  </a:lnTo>
                  <a:lnTo>
                    <a:pt x="335" y="492"/>
                  </a:lnTo>
                  <a:lnTo>
                    <a:pt x="335" y="492"/>
                  </a:lnTo>
                  <a:lnTo>
                    <a:pt x="335" y="492"/>
                  </a:lnTo>
                  <a:lnTo>
                    <a:pt x="333" y="492"/>
                  </a:lnTo>
                  <a:lnTo>
                    <a:pt x="330" y="492"/>
                  </a:lnTo>
                  <a:lnTo>
                    <a:pt x="330" y="492"/>
                  </a:lnTo>
                  <a:lnTo>
                    <a:pt x="328" y="492"/>
                  </a:lnTo>
                  <a:lnTo>
                    <a:pt x="328" y="492"/>
                  </a:lnTo>
                  <a:lnTo>
                    <a:pt x="328" y="492"/>
                  </a:lnTo>
                  <a:lnTo>
                    <a:pt x="328" y="490"/>
                  </a:lnTo>
                  <a:lnTo>
                    <a:pt x="328" y="488"/>
                  </a:lnTo>
                  <a:lnTo>
                    <a:pt x="328" y="486"/>
                  </a:lnTo>
                  <a:lnTo>
                    <a:pt x="328" y="486"/>
                  </a:lnTo>
                  <a:lnTo>
                    <a:pt x="328" y="486"/>
                  </a:lnTo>
                  <a:lnTo>
                    <a:pt x="328" y="486"/>
                  </a:lnTo>
                  <a:lnTo>
                    <a:pt x="328" y="484"/>
                  </a:lnTo>
                  <a:lnTo>
                    <a:pt x="330" y="484"/>
                  </a:lnTo>
                  <a:lnTo>
                    <a:pt x="330" y="484"/>
                  </a:lnTo>
                  <a:lnTo>
                    <a:pt x="335" y="481"/>
                  </a:lnTo>
                  <a:lnTo>
                    <a:pt x="339" y="481"/>
                  </a:lnTo>
                  <a:lnTo>
                    <a:pt x="339" y="479"/>
                  </a:lnTo>
                  <a:lnTo>
                    <a:pt x="339" y="479"/>
                  </a:lnTo>
                  <a:lnTo>
                    <a:pt x="339" y="479"/>
                  </a:lnTo>
                  <a:lnTo>
                    <a:pt x="339" y="479"/>
                  </a:lnTo>
                  <a:lnTo>
                    <a:pt x="342" y="479"/>
                  </a:lnTo>
                  <a:lnTo>
                    <a:pt x="342" y="477"/>
                  </a:lnTo>
                  <a:lnTo>
                    <a:pt x="342" y="477"/>
                  </a:lnTo>
                  <a:lnTo>
                    <a:pt x="342" y="475"/>
                  </a:lnTo>
                  <a:lnTo>
                    <a:pt x="342" y="475"/>
                  </a:lnTo>
                  <a:lnTo>
                    <a:pt x="342" y="475"/>
                  </a:lnTo>
                  <a:lnTo>
                    <a:pt x="342" y="473"/>
                  </a:lnTo>
                  <a:lnTo>
                    <a:pt x="339" y="473"/>
                  </a:lnTo>
                  <a:lnTo>
                    <a:pt x="335" y="470"/>
                  </a:lnTo>
                  <a:lnTo>
                    <a:pt x="328" y="468"/>
                  </a:lnTo>
                  <a:lnTo>
                    <a:pt x="317" y="466"/>
                  </a:lnTo>
                  <a:lnTo>
                    <a:pt x="317" y="466"/>
                  </a:lnTo>
                  <a:lnTo>
                    <a:pt x="315" y="466"/>
                  </a:lnTo>
                  <a:lnTo>
                    <a:pt x="315" y="466"/>
                  </a:lnTo>
                  <a:lnTo>
                    <a:pt x="315" y="466"/>
                  </a:lnTo>
                  <a:lnTo>
                    <a:pt x="315" y="466"/>
                  </a:lnTo>
                  <a:lnTo>
                    <a:pt x="315" y="466"/>
                  </a:lnTo>
                  <a:lnTo>
                    <a:pt x="313" y="464"/>
                  </a:lnTo>
                  <a:lnTo>
                    <a:pt x="313" y="461"/>
                  </a:lnTo>
                  <a:lnTo>
                    <a:pt x="313" y="461"/>
                  </a:lnTo>
                  <a:lnTo>
                    <a:pt x="313" y="461"/>
                  </a:lnTo>
                  <a:lnTo>
                    <a:pt x="310" y="459"/>
                  </a:lnTo>
                  <a:lnTo>
                    <a:pt x="310" y="459"/>
                  </a:lnTo>
                  <a:lnTo>
                    <a:pt x="310" y="459"/>
                  </a:lnTo>
                  <a:lnTo>
                    <a:pt x="308" y="459"/>
                  </a:lnTo>
                  <a:lnTo>
                    <a:pt x="308" y="457"/>
                  </a:lnTo>
                  <a:lnTo>
                    <a:pt x="306" y="457"/>
                  </a:lnTo>
                  <a:lnTo>
                    <a:pt x="306" y="455"/>
                  </a:lnTo>
                  <a:lnTo>
                    <a:pt x="306" y="455"/>
                  </a:lnTo>
                  <a:lnTo>
                    <a:pt x="306" y="455"/>
                  </a:lnTo>
                  <a:lnTo>
                    <a:pt x="306" y="455"/>
                  </a:lnTo>
                  <a:lnTo>
                    <a:pt x="306" y="453"/>
                  </a:lnTo>
                  <a:lnTo>
                    <a:pt x="306" y="450"/>
                  </a:lnTo>
                  <a:lnTo>
                    <a:pt x="306" y="450"/>
                  </a:lnTo>
                  <a:lnTo>
                    <a:pt x="308" y="448"/>
                  </a:lnTo>
                  <a:lnTo>
                    <a:pt x="310" y="446"/>
                  </a:lnTo>
                  <a:lnTo>
                    <a:pt x="310" y="446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3" y="444"/>
                  </a:lnTo>
                  <a:lnTo>
                    <a:pt x="315" y="444"/>
                  </a:lnTo>
                  <a:lnTo>
                    <a:pt x="317" y="437"/>
                  </a:lnTo>
                  <a:lnTo>
                    <a:pt x="319" y="428"/>
                  </a:lnTo>
                  <a:lnTo>
                    <a:pt x="322" y="428"/>
                  </a:lnTo>
                  <a:lnTo>
                    <a:pt x="322" y="426"/>
                  </a:lnTo>
                  <a:lnTo>
                    <a:pt x="322" y="426"/>
                  </a:lnTo>
                  <a:lnTo>
                    <a:pt x="324" y="426"/>
                  </a:lnTo>
                  <a:lnTo>
                    <a:pt x="326" y="424"/>
                  </a:lnTo>
                  <a:lnTo>
                    <a:pt x="328" y="424"/>
                  </a:lnTo>
                  <a:lnTo>
                    <a:pt x="328" y="424"/>
                  </a:lnTo>
                  <a:lnTo>
                    <a:pt x="330" y="424"/>
                  </a:lnTo>
                  <a:lnTo>
                    <a:pt x="330" y="424"/>
                  </a:lnTo>
                  <a:lnTo>
                    <a:pt x="330" y="422"/>
                  </a:lnTo>
                  <a:lnTo>
                    <a:pt x="330" y="422"/>
                  </a:lnTo>
                  <a:lnTo>
                    <a:pt x="330" y="422"/>
                  </a:lnTo>
                  <a:lnTo>
                    <a:pt x="330" y="422"/>
                  </a:lnTo>
                  <a:lnTo>
                    <a:pt x="328" y="417"/>
                  </a:lnTo>
                  <a:lnTo>
                    <a:pt x="328" y="417"/>
                  </a:lnTo>
                  <a:lnTo>
                    <a:pt x="328" y="417"/>
                  </a:lnTo>
                  <a:lnTo>
                    <a:pt x="328" y="417"/>
                  </a:lnTo>
                  <a:lnTo>
                    <a:pt x="328" y="415"/>
                  </a:lnTo>
                  <a:lnTo>
                    <a:pt x="328" y="415"/>
                  </a:lnTo>
                  <a:lnTo>
                    <a:pt x="328" y="415"/>
                  </a:lnTo>
                  <a:lnTo>
                    <a:pt x="328" y="415"/>
                  </a:lnTo>
                  <a:lnTo>
                    <a:pt x="326" y="415"/>
                  </a:lnTo>
                  <a:lnTo>
                    <a:pt x="326" y="415"/>
                  </a:lnTo>
                  <a:lnTo>
                    <a:pt x="326" y="415"/>
                  </a:lnTo>
                  <a:lnTo>
                    <a:pt x="326" y="413"/>
                  </a:lnTo>
                  <a:lnTo>
                    <a:pt x="326" y="413"/>
                  </a:lnTo>
                  <a:lnTo>
                    <a:pt x="326" y="413"/>
                  </a:lnTo>
                  <a:lnTo>
                    <a:pt x="326" y="413"/>
                  </a:lnTo>
                  <a:lnTo>
                    <a:pt x="328" y="410"/>
                  </a:lnTo>
                  <a:lnTo>
                    <a:pt x="328" y="408"/>
                  </a:lnTo>
                  <a:lnTo>
                    <a:pt x="330" y="408"/>
                  </a:lnTo>
                  <a:lnTo>
                    <a:pt x="333" y="406"/>
                  </a:lnTo>
                  <a:lnTo>
                    <a:pt x="333" y="404"/>
                  </a:lnTo>
                  <a:lnTo>
                    <a:pt x="335" y="404"/>
                  </a:lnTo>
                  <a:lnTo>
                    <a:pt x="337" y="402"/>
                  </a:lnTo>
                  <a:lnTo>
                    <a:pt x="339" y="402"/>
                  </a:lnTo>
                  <a:lnTo>
                    <a:pt x="342" y="399"/>
                  </a:lnTo>
                  <a:lnTo>
                    <a:pt x="342" y="399"/>
                  </a:lnTo>
                  <a:lnTo>
                    <a:pt x="344" y="399"/>
                  </a:lnTo>
                  <a:lnTo>
                    <a:pt x="344" y="397"/>
                  </a:lnTo>
                  <a:lnTo>
                    <a:pt x="346" y="397"/>
                  </a:lnTo>
                  <a:lnTo>
                    <a:pt x="348" y="395"/>
                  </a:lnTo>
                  <a:lnTo>
                    <a:pt x="350" y="395"/>
                  </a:lnTo>
                  <a:lnTo>
                    <a:pt x="353" y="393"/>
                  </a:lnTo>
                  <a:lnTo>
                    <a:pt x="355" y="393"/>
                  </a:lnTo>
                  <a:lnTo>
                    <a:pt x="357" y="391"/>
                  </a:lnTo>
                  <a:lnTo>
                    <a:pt x="357" y="391"/>
                  </a:lnTo>
                  <a:lnTo>
                    <a:pt x="359" y="391"/>
                  </a:lnTo>
                  <a:lnTo>
                    <a:pt x="359" y="391"/>
                  </a:lnTo>
                  <a:lnTo>
                    <a:pt x="359" y="388"/>
                  </a:lnTo>
                  <a:lnTo>
                    <a:pt x="361" y="388"/>
                  </a:lnTo>
                  <a:lnTo>
                    <a:pt x="361" y="386"/>
                  </a:lnTo>
                  <a:lnTo>
                    <a:pt x="361" y="386"/>
                  </a:lnTo>
                  <a:lnTo>
                    <a:pt x="361" y="386"/>
                  </a:lnTo>
                  <a:lnTo>
                    <a:pt x="361" y="386"/>
                  </a:lnTo>
                  <a:lnTo>
                    <a:pt x="361" y="384"/>
                  </a:lnTo>
                  <a:lnTo>
                    <a:pt x="364" y="384"/>
                  </a:lnTo>
                  <a:lnTo>
                    <a:pt x="364" y="382"/>
                  </a:lnTo>
                  <a:lnTo>
                    <a:pt x="364" y="382"/>
                  </a:lnTo>
                  <a:lnTo>
                    <a:pt x="364" y="382"/>
                  </a:lnTo>
                  <a:lnTo>
                    <a:pt x="364" y="379"/>
                  </a:lnTo>
                  <a:lnTo>
                    <a:pt x="366" y="379"/>
                  </a:lnTo>
                  <a:lnTo>
                    <a:pt x="361" y="379"/>
                  </a:lnTo>
                  <a:close/>
                </a:path>
              </a:pathLst>
            </a:custGeom>
            <a:solidFill>
              <a:srgbClr val="D6D9ED"/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B03458DB-6AA7-44B8-BEEF-64EBC12EA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7" y="1639"/>
              <a:ext cx="135" cy="151"/>
            </a:xfrm>
            <a:custGeom>
              <a:avLst/>
              <a:gdLst>
                <a:gd name="T0" fmla="*/ 126 w 135"/>
                <a:gd name="T1" fmla="*/ 64 h 151"/>
                <a:gd name="T2" fmla="*/ 121 w 135"/>
                <a:gd name="T3" fmla="*/ 57 h 151"/>
                <a:gd name="T4" fmla="*/ 115 w 135"/>
                <a:gd name="T5" fmla="*/ 55 h 151"/>
                <a:gd name="T6" fmla="*/ 104 w 135"/>
                <a:gd name="T7" fmla="*/ 51 h 151"/>
                <a:gd name="T8" fmla="*/ 97 w 135"/>
                <a:gd name="T9" fmla="*/ 44 h 151"/>
                <a:gd name="T10" fmla="*/ 90 w 135"/>
                <a:gd name="T11" fmla="*/ 31 h 151"/>
                <a:gd name="T12" fmla="*/ 79 w 135"/>
                <a:gd name="T13" fmla="*/ 26 h 151"/>
                <a:gd name="T14" fmla="*/ 73 w 135"/>
                <a:gd name="T15" fmla="*/ 24 h 151"/>
                <a:gd name="T16" fmla="*/ 57 w 135"/>
                <a:gd name="T17" fmla="*/ 15 h 151"/>
                <a:gd name="T18" fmla="*/ 44 w 135"/>
                <a:gd name="T19" fmla="*/ 11 h 151"/>
                <a:gd name="T20" fmla="*/ 31 w 135"/>
                <a:gd name="T21" fmla="*/ 4 h 151"/>
                <a:gd name="T22" fmla="*/ 17 w 135"/>
                <a:gd name="T23" fmla="*/ 0 h 151"/>
                <a:gd name="T24" fmla="*/ 15 w 135"/>
                <a:gd name="T25" fmla="*/ 4 h 151"/>
                <a:gd name="T26" fmla="*/ 15 w 135"/>
                <a:gd name="T27" fmla="*/ 6 h 151"/>
                <a:gd name="T28" fmla="*/ 15 w 135"/>
                <a:gd name="T29" fmla="*/ 11 h 151"/>
                <a:gd name="T30" fmla="*/ 17 w 135"/>
                <a:gd name="T31" fmla="*/ 18 h 151"/>
                <a:gd name="T32" fmla="*/ 24 w 135"/>
                <a:gd name="T33" fmla="*/ 26 h 151"/>
                <a:gd name="T34" fmla="*/ 28 w 135"/>
                <a:gd name="T35" fmla="*/ 35 h 151"/>
                <a:gd name="T36" fmla="*/ 33 w 135"/>
                <a:gd name="T37" fmla="*/ 46 h 151"/>
                <a:gd name="T38" fmla="*/ 31 w 135"/>
                <a:gd name="T39" fmla="*/ 62 h 151"/>
                <a:gd name="T40" fmla="*/ 31 w 135"/>
                <a:gd name="T41" fmla="*/ 73 h 151"/>
                <a:gd name="T42" fmla="*/ 33 w 135"/>
                <a:gd name="T43" fmla="*/ 77 h 151"/>
                <a:gd name="T44" fmla="*/ 31 w 135"/>
                <a:gd name="T45" fmla="*/ 84 h 151"/>
                <a:gd name="T46" fmla="*/ 15 w 135"/>
                <a:gd name="T47" fmla="*/ 91 h 151"/>
                <a:gd name="T48" fmla="*/ 4 w 135"/>
                <a:gd name="T49" fmla="*/ 86 h 151"/>
                <a:gd name="T50" fmla="*/ 2 w 135"/>
                <a:gd name="T51" fmla="*/ 91 h 151"/>
                <a:gd name="T52" fmla="*/ 0 w 135"/>
                <a:gd name="T53" fmla="*/ 100 h 151"/>
                <a:gd name="T54" fmla="*/ 6 w 135"/>
                <a:gd name="T55" fmla="*/ 108 h 151"/>
                <a:gd name="T56" fmla="*/ 11 w 135"/>
                <a:gd name="T57" fmla="*/ 113 h 151"/>
                <a:gd name="T58" fmla="*/ 15 w 135"/>
                <a:gd name="T59" fmla="*/ 122 h 151"/>
                <a:gd name="T60" fmla="*/ 17 w 135"/>
                <a:gd name="T61" fmla="*/ 126 h 151"/>
                <a:gd name="T62" fmla="*/ 17 w 135"/>
                <a:gd name="T63" fmla="*/ 135 h 151"/>
                <a:gd name="T64" fmla="*/ 22 w 135"/>
                <a:gd name="T65" fmla="*/ 139 h 151"/>
                <a:gd name="T66" fmla="*/ 26 w 135"/>
                <a:gd name="T67" fmla="*/ 139 h 151"/>
                <a:gd name="T68" fmla="*/ 31 w 135"/>
                <a:gd name="T69" fmla="*/ 146 h 151"/>
                <a:gd name="T70" fmla="*/ 42 w 135"/>
                <a:gd name="T71" fmla="*/ 151 h 151"/>
                <a:gd name="T72" fmla="*/ 55 w 135"/>
                <a:gd name="T73" fmla="*/ 146 h 151"/>
                <a:gd name="T74" fmla="*/ 62 w 135"/>
                <a:gd name="T75" fmla="*/ 139 h 151"/>
                <a:gd name="T76" fmla="*/ 57 w 135"/>
                <a:gd name="T77" fmla="*/ 135 h 151"/>
                <a:gd name="T78" fmla="*/ 59 w 135"/>
                <a:gd name="T79" fmla="*/ 137 h 151"/>
                <a:gd name="T80" fmla="*/ 66 w 135"/>
                <a:gd name="T81" fmla="*/ 131 h 151"/>
                <a:gd name="T82" fmla="*/ 64 w 135"/>
                <a:gd name="T83" fmla="*/ 126 h 151"/>
                <a:gd name="T84" fmla="*/ 66 w 135"/>
                <a:gd name="T85" fmla="*/ 122 h 151"/>
                <a:gd name="T86" fmla="*/ 68 w 135"/>
                <a:gd name="T87" fmla="*/ 122 h 151"/>
                <a:gd name="T88" fmla="*/ 68 w 135"/>
                <a:gd name="T89" fmla="*/ 128 h 151"/>
                <a:gd name="T90" fmla="*/ 62 w 135"/>
                <a:gd name="T91" fmla="*/ 137 h 151"/>
                <a:gd name="T92" fmla="*/ 66 w 135"/>
                <a:gd name="T93" fmla="*/ 139 h 151"/>
                <a:gd name="T94" fmla="*/ 73 w 135"/>
                <a:gd name="T95" fmla="*/ 128 h 151"/>
                <a:gd name="T96" fmla="*/ 79 w 135"/>
                <a:gd name="T97" fmla="*/ 122 h 151"/>
                <a:gd name="T98" fmla="*/ 77 w 135"/>
                <a:gd name="T99" fmla="*/ 117 h 151"/>
                <a:gd name="T100" fmla="*/ 75 w 135"/>
                <a:gd name="T101" fmla="*/ 117 h 151"/>
                <a:gd name="T102" fmla="*/ 75 w 135"/>
                <a:gd name="T103" fmla="*/ 115 h 151"/>
                <a:gd name="T104" fmla="*/ 73 w 135"/>
                <a:gd name="T105" fmla="*/ 113 h 151"/>
                <a:gd name="T106" fmla="*/ 71 w 135"/>
                <a:gd name="T107" fmla="*/ 111 h 151"/>
                <a:gd name="T108" fmla="*/ 75 w 135"/>
                <a:gd name="T109" fmla="*/ 111 h 151"/>
                <a:gd name="T110" fmla="*/ 79 w 135"/>
                <a:gd name="T111" fmla="*/ 115 h 151"/>
                <a:gd name="T112" fmla="*/ 79 w 135"/>
                <a:gd name="T113" fmla="*/ 117 h 151"/>
                <a:gd name="T114" fmla="*/ 88 w 135"/>
                <a:gd name="T115" fmla="*/ 104 h 151"/>
                <a:gd name="T116" fmla="*/ 119 w 135"/>
                <a:gd name="T117" fmla="*/ 77 h 151"/>
                <a:gd name="T118" fmla="*/ 126 w 135"/>
                <a:gd name="T119" fmla="*/ 73 h 151"/>
                <a:gd name="T120" fmla="*/ 135 w 135"/>
                <a:gd name="T121" fmla="*/ 7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5" h="151">
                  <a:moveTo>
                    <a:pt x="133" y="69"/>
                  </a:moveTo>
                  <a:lnTo>
                    <a:pt x="133" y="66"/>
                  </a:lnTo>
                  <a:lnTo>
                    <a:pt x="133" y="66"/>
                  </a:lnTo>
                  <a:lnTo>
                    <a:pt x="130" y="64"/>
                  </a:lnTo>
                  <a:lnTo>
                    <a:pt x="130" y="64"/>
                  </a:lnTo>
                  <a:lnTo>
                    <a:pt x="126" y="64"/>
                  </a:lnTo>
                  <a:lnTo>
                    <a:pt x="124" y="64"/>
                  </a:lnTo>
                  <a:lnTo>
                    <a:pt x="121" y="64"/>
                  </a:lnTo>
                  <a:lnTo>
                    <a:pt x="121" y="62"/>
                  </a:lnTo>
                  <a:lnTo>
                    <a:pt x="124" y="60"/>
                  </a:lnTo>
                  <a:lnTo>
                    <a:pt x="121" y="57"/>
                  </a:lnTo>
                  <a:lnTo>
                    <a:pt x="121" y="57"/>
                  </a:lnTo>
                  <a:lnTo>
                    <a:pt x="121" y="55"/>
                  </a:lnTo>
                  <a:lnTo>
                    <a:pt x="117" y="53"/>
                  </a:lnTo>
                  <a:lnTo>
                    <a:pt x="117" y="53"/>
                  </a:lnTo>
                  <a:lnTo>
                    <a:pt x="115" y="53"/>
                  </a:lnTo>
                  <a:lnTo>
                    <a:pt x="115" y="55"/>
                  </a:lnTo>
                  <a:lnTo>
                    <a:pt x="115" y="55"/>
                  </a:lnTo>
                  <a:lnTo>
                    <a:pt x="113" y="55"/>
                  </a:lnTo>
                  <a:lnTo>
                    <a:pt x="110" y="53"/>
                  </a:lnTo>
                  <a:lnTo>
                    <a:pt x="108" y="51"/>
                  </a:lnTo>
                  <a:lnTo>
                    <a:pt x="108" y="51"/>
                  </a:lnTo>
                  <a:lnTo>
                    <a:pt x="104" y="51"/>
                  </a:lnTo>
                  <a:lnTo>
                    <a:pt x="104" y="51"/>
                  </a:lnTo>
                  <a:lnTo>
                    <a:pt x="102" y="49"/>
                  </a:lnTo>
                  <a:lnTo>
                    <a:pt x="102" y="49"/>
                  </a:lnTo>
                  <a:lnTo>
                    <a:pt x="102" y="46"/>
                  </a:lnTo>
                  <a:lnTo>
                    <a:pt x="99" y="44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5" y="42"/>
                  </a:lnTo>
                  <a:lnTo>
                    <a:pt x="95" y="42"/>
                  </a:lnTo>
                  <a:lnTo>
                    <a:pt x="95" y="35"/>
                  </a:lnTo>
                  <a:lnTo>
                    <a:pt x="95" y="33"/>
                  </a:lnTo>
                  <a:lnTo>
                    <a:pt x="93" y="33"/>
                  </a:lnTo>
                  <a:lnTo>
                    <a:pt x="90" y="31"/>
                  </a:lnTo>
                  <a:lnTo>
                    <a:pt x="90" y="31"/>
                  </a:lnTo>
                  <a:lnTo>
                    <a:pt x="88" y="33"/>
                  </a:lnTo>
                  <a:lnTo>
                    <a:pt x="88" y="33"/>
                  </a:lnTo>
                  <a:lnTo>
                    <a:pt x="86" y="31"/>
                  </a:lnTo>
                  <a:lnTo>
                    <a:pt x="82" y="29"/>
                  </a:lnTo>
                  <a:lnTo>
                    <a:pt x="79" y="26"/>
                  </a:lnTo>
                  <a:lnTo>
                    <a:pt x="77" y="26"/>
                  </a:lnTo>
                  <a:lnTo>
                    <a:pt x="75" y="26"/>
                  </a:lnTo>
                  <a:lnTo>
                    <a:pt x="75" y="26"/>
                  </a:lnTo>
                  <a:lnTo>
                    <a:pt x="75" y="26"/>
                  </a:lnTo>
                  <a:lnTo>
                    <a:pt x="73" y="26"/>
                  </a:lnTo>
                  <a:lnTo>
                    <a:pt x="73" y="24"/>
                  </a:lnTo>
                  <a:lnTo>
                    <a:pt x="73" y="24"/>
                  </a:lnTo>
                  <a:lnTo>
                    <a:pt x="73" y="24"/>
                  </a:lnTo>
                  <a:lnTo>
                    <a:pt x="68" y="20"/>
                  </a:lnTo>
                  <a:lnTo>
                    <a:pt x="66" y="18"/>
                  </a:lnTo>
                  <a:lnTo>
                    <a:pt x="64" y="18"/>
                  </a:lnTo>
                  <a:lnTo>
                    <a:pt x="57" y="15"/>
                  </a:lnTo>
                  <a:lnTo>
                    <a:pt x="55" y="15"/>
                  </a:lnTo>
                  <a:lnTo>
                    <a:pt x="55" y="15"/>
                  </a:lnTo>
                  <a:lnTo>
                    <a:pt x="53" y="15"/>
                  </a:lnTo>
                  <a:lnTo>
                    <a:pt x="51" y="15"/>
                  </a:lnTo>
                  <a:lnTo>
                    <a:pt x="48" y="13"/>
                  </a:lnTo>
                  <a:lnTo>
                    <a:pt x="44" y="11"/>
                  </a:lnTo>
                  <a:lnTo>
                    <a:pt x="42" y="11"/>
                  </a:lnTo>
                  <a:lnTo>
                    <a:pt x="42" y="9"/>
                  </a:lnTo>
                  <a:lnTo>
                    <a:pt x="39" y="6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1" y="4"/>
                  </a:lnTo>
                  <a:lnTo>
                    <a:pt x="28" y="4"/>
                  </a:lnTo>
                  <a:lnTo>
                    <a:pt x="26" y="2"/>
                  </a:lnTo>
                  <a:lnTo>
                    <a:pt x="26" y="2"/>
                  </a:lnTo>
                  <a:lnTo>
                    <a:pt x="24" y="2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5" y="4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17" y="6"/>
                  </a:lnTo>
                  <a:lnTo>
                    <a:pt x="17" y="6"/>
                  </a:lnTo>
                  <a:lnTo>
                    <a:pt x="17" y="9"/>
                  </a:lnTo>
                  <a:lnTo>
                    <a:pt x="17" y="9"/>
                  </a:lnTo>
                  <a:lnTo>
                    <a:pt x="17" y="9"/>
                  </a:lnTo>
                  <a:lnTo>
                    <a:pt x="15" y="11"/>
                  </a:lnTo>
                  <a:lnTo>
                    <a:pt x="15" y="13"/>
                  </a:lnTo>
                  <a:lnTo>
                    <a:pt x="15" y="13"/>
                  </a:lnTo>
                  <a:lnTo>
                    <a:pt x="15" y="13"/>
                  </a:lnTo>
                  <a:lnTo>
                    <a:pt x="15" y="15"/>
                  </a:lnTo>
                  <a:lnTo>
                    <a:pt x="15" y="15"/>
                  </a:lnTo>
                  <a:lnTo>
                    <a:pt x="17" y="18"/>
                  </a:lnTo>
                  <a:lnTo>
                    <a:pt x="20" y="24"/>
                  </a:lnTo>
                  <a:lnTo>
                    <a:pt x="20" y="26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24" y="26"/>
                  </a:lnTo>
                  <a:lnTo>
                    <a:pt x="24" y="26"/>
                  </a:lnTo>
                  <a:lnTo>
                    <a:pt x="24" y="29"/>
                  </a:lnTo>
                  <a:lnTo>
                    <a:pt x="24" y="29"/>
                  </a:lnTo>
                  <a:lnTo>
                    <a:pt x="24" y="29"/>
                  </a:lnTo>
                  <a:lnTo>
                    <a:pt x="24" y="31"/>
                  </a:lnTo>
                  <a:lnTo>
                    <a:pt x="28" y="33"/>
                  </a:lnTo>
                  <a:lnTo>
                    <a:pt x="28" y="35"/>
                  </a:lnTo>
                  <a:lnTo>
                    <a:pt x="28" y="35"/>
                  </a:lnTo>
                  <a:lnTo>
                    <a:pt x="31" y="35"/>
                  </a:lnTo>
                  <a:lnTo>
                    <a:pt x="33" y="40"/>
                  </a:lnTo>
                  <a:lnTo>
                    <a:pt x="33" y="42"/>
                  </a:lnTo>
                  <a:lnTo>
                    <a:pt x="33" y="42"/>
                  </a:lnTo>
                  <a:lnTo>
                    <a:pt x="33" y="46"/>
                  </a:lnTo>
                  <a:lnTo>
                    <a:pt x="33" y="49"/>
                  </a:lnTo>
                  <a:lnTo>
                    <a:pt x="33" y="57"/>
                  </a:lnTo>
                  <a:lnTo>
                    <a:pt x="33" y="60"/>
                  </a:lnTo>
                  <a:lnTo>
                    <a:pt x="31" y="60"/>
                  </a:lnTo>
                  <a:lnTo>
                    <a:pt x="31" y="60"/>
                  </a:lnTo>
                  <a:lnTo>
                    <a:pt x="31" y="62"/>
                  </a:lnTo>
                  <a:lnTo>
                    <a:pt x="31" y="62"/>
                  </a:lnTo>
                  <a:lnTo>
                    <a:pt x="28" y="64"/>
                  </a:lnTo>
                  <a:lnTo>
                    <a:pt x="28" y="64"/>
                  </a:lnTo>
                  <a:lnTo>
                    <a:pt x="28" y="66"/>
                  </a:lnTo>
                  <a:lnTo>
                    <a:pt x="31" y="71"/>
                  </a:lnTo>
                  <a:lnTo>
                    <a:pt x="31" y="73"/>
                  </a:lnTo>
                  <a:lnTo>
                    <a:pt x="31" y="75"/>
                  </a:lnTo>
                  <a:lnTo>
                    <a:pt x="31" y="75"/>
                  </a:lnTo>
                  <a:lnTo>
                    <a:pt x="31" y="75"/>
                  </a:lnTo>
                  <a:lnTo>
                    <a:pt x="31" y="77"/>
                  </a:lnTo>
                  <a:lnTo>
                    <a:pt x="31" y="77"/>
                  </a:lnTo>
                  <a:lnTo>
                    <a:pt x="33" y="77"/>
                  </a:lnTo>
                  <a:lnTo>
                    <a:pt x="33" y="80"/>
                  </a:lnTo>
                  <a:lnTo>
                    <a:pt x="33" y="80"/>
                  </a:lnTo>
                  <a:lnTo>
                    <a:pt x="33" y="80"/>
                  </a:lnTo>
                  <a:lnTo>
                    <a:pt x="33" y="82"/>
                  </a:lnTo>
                  <a:lnTo>
                    <a:pt x="33" y="82"/>
                  </a:lnTo>
                  <a:lnTo>
                    <a:pt x="31" y="84"/>
                  </a:lnTo>
                  <a:lnTo>
                    <a:pt x="31" y="84"/>
                  </a:lnTo>
                  <a:lnTo>
                    <a:pt x="26" y="86"/>
                  </a:lnTo>
                  <a:lnTo>
                    <a:pt x="20" y="91"/>
                  </a:lnTo>
                  <a:lnTo>
                    <a:pt x="17" y="91"/>
                  </a:lnTo>
                  <a:lnTo>
                    <a:pt x="17" y="91"/>
                  </a:lnTo>
                  <a:lnTo>
                    <a:pt x="15" y="91"/>
                  </a:lnTo>
                  <a:lnTo>
                    <a:pt x="13" y="88"/>
                  </a:lnTo>
                  <a:lnTo>
                    <a:pt x="11" y="86"/>
                  </a:lnTo>
                  <a:lnTo>
                    <a:pt x="11" y="86"/>
                  </a:lnTo>
                  <a:lnTo>
                    <a:pt x="8" y="86"/>
                  </a:lnTo>
                  <a:lnTo>
                    <a:pt x="6" y="86"/>
                  </a:lnTo>
                  <a:lnTo>
                    <a:pt x="4" y="86"/>
                  </a:lnTo>
                  <a:lnTo>
                    <a:pt x="4" y="86"/>
                  </a:lnTo>
                  <a:lnTo>
                    <a:pt x="2" y="86"/>
                  </a:lnTo>
                  <a:lnTo>
                    <a:pt x="2" y="88"/>
                  </a:lnTo>
                  <a:lnTo>
                    <a:pt x="2" y="88"/>
                  </a:lnTo>
                  <a:lnTo>
                    <a:pt x="2" y="88"/>
                  </a:lnTo>
                  <a:lnTo>
                    <a:pt x="2" y="91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2" y="102"/>
                  </a:lnTo>
                  <a:lnTo>
                    <a:pt x="2" y="102"/>
                  </a:lnTo>
                  <a:lnTo>
                    <a:pt x="4" y="104"/>
                  </a:lnTo>
                  <a:lnTo>
                    <a:pt x="4" y="106"/>
                  </a:lnTo>
                  <a:lnTo>
                    <a:pt x="4" y="106"/>
                  </a:lnTo>
                  <a:lnTo>
                    <a:pt x="6" y="108"/>
                  </a:lnTo>
                  <a:lnTo>
                    <a:pt x="6" y="108"/>
                  </a:lnTo>
                  <a:lnTo>
                    <a:pt x="6" y="108"/>
                  </a:lnTo>
                  <a:lnTo>
                    <a:pt x="8" y="111"/>
                  </a:lnTo>
                  <a:lnTo>
                    <a:pt x="8" y="111"/>
                  </a:lnTo>
                  <a:lnTo>
                    <a:pt x="8" y="111"/>
                  </a:lnTo>
                  <a:lnTo>
                    <a:pt x="11" y="113"/>
                  </a:lnTo>
                  <a:lnTo>
                    <a:pt x="11" y="115"/>
                  </a:lnTo>
                  <a:lnTo>
                    <a:pt x="11" y="117"/>
                  </a:lnTo>
                  <a:lnTo>
                    <a:pt x="11" y="119"/>
                  </a:lnTo>
                  <a:lnTo>
                    <a:pt x="13" y="119"/>
                  </a:lnTo>
                  <a:lnTo>
                    <a:pt x="13" y="122"/>
                  </a:lnTo>
                  <a:lnTo>
                    <a:pt x="15" y="122"/>
                  </a:lnTo>
                  <a:lnTo>
                    <a:pt x="17" y="124"/>
                  </a:lnTo>
                  <a:lnTo>
                    <a:pt x="17" y="124"/>
                  </a:lnTo>
                  <a:lnTo>
                    <a:pt x="17" y="124"/>
                  </a:lnTo>
                  <a:lnTo>
                    <a:pt x="17" y="124"/>
                  </a:lnTo>
                  <a:lnTo>
                    <a:pt x="17" y="126"/>
                  </a:lnTo>
                  <a:lnTo>
                    <a:pt x="17" y="126"/>
                  </a:lnTo>
                  <a:lnTo>
                    <a:pt x="17" y="128"/>
                  </a:lnTo>
                  <a:lnTo>
                    <a:pt x="17" y="131"/>
                  </a:lnTo>
                  <a:lnTo>
                    <a:pt x="17" y="133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7" y="135"/>
                  </a:lnTo>
                  <a:lnTo>
                    <a:pt x="17" y="135"/>
                  </a:lnTo>
                  <a:lnTo>
                    <a:pt x="17" y="137"/>
                  </a:lnTo>
                  <a:lnTo>
                    <a:pt x="17" y="137"/>
                  </a:lnTo>
                  <a:lnTo>
                    <a:pt x="20" y="137"/>
                  </a:lnTo>
                  <a:lnTo>
                    <a:pt x="22" y="139"/>
                  </a:lnTo>
                  <a:lnTo>
                    <a:pt x="22" y="139"/>
                  </a:lnTo>
                  <a:lnTo>
                    <a:pt x="22" y="139"/>
                  </a:lnTo>
                  <a:lnTo>
                    <a:pt x="24" y="139"/>
                  </a:lnTo>
                  <a:lnTo>
                    <a:pt x="24" y="139"/>
                  </a:lnTo>
                  <a:lnTo>
                    <a:pt x="24" y="137"/>
                  </a:lnTo>
                  <a:lnTo>
                    <a:pt x="24" y="139"/>
                  </a:lnTo>
                  <a:lnTo>
                    <a:pt x="26" y="139"/>
                  </a:lnTo>
                  <a:lnTo>
                    <a:pt x="26" y="139"/>
                  </a:lnTo>
                  <a:lnTo>
                    <a:pt x="26" y="139"/>
                  </a:lnTo>
                  <a:lnTo>
                    <a:pt x="28" y="142"/>
                  </a:lnTo>
                  <a:lnTo>
                    <a:pt x="28" y="142"/>
                  </a:lnTo>
                  <a:lnTo>
                    <a:pt x="28" y="144"/>
                  </a:lnTo>
                  <a:lnTo>
                    <a:pt x="31" y="146"/>
                  </a:lnTo>
                  <a:lnTo>
                    <a:pt x="33" y="146"/>
                  </a:lnTo>
                  <a:lnTo>
                    <a:pt x="35" y="148"/>
                  </a:lnTo>
                  <a:lnTo>
                    <a:pt x="35" y="148"/>
                  </a:lnTo>
                  <a:lnTo>
                    <a:pt x="39" y="151"/>
                  </a:lnTo>
                  <a:lnTo>
                    <a:pt x="39" y="151"/>
                  </a:lnTo>
                  <a:lnTo>
                    <a:pt x="42" y="151"/>
                  </a:lnTo>
                  <a:lnTo>
                    <a:pt x="42" y="151"/>
                  </a:lnTo>
                  <a:lnTo>
                    <a:pt x="42" y="148"/>
                  </a:lnTo>
                  <a:lnTo>
                    <a:pt x="44" y="146"/>
                  </a:lnTo>
                  <a:lnTo>
                    <a:pt x="48" y="148"/>
                  </a:lnTo>
                  <a:lnTo>
                    <a:pt x="51" y="148"/>
                  </a:lnTo>
                  <a:lnTo>
                    <a:pt x="55" y="146"/>
                  </a:lnTo>
                  <a:lnTo>
                    <a:pt x="55" y="146"/>
                  </a:lnTo>
                  <a:lnTo>
                    <a:pt x="57" y="146"/>
                  </a:lnTo>
                  <a:lnTo>
                    <a:pt x="59" y="144"/>
                  </a:lnTo>
                  <a:lnTo>
                    <a:pt x="59" y="144"/>
                  </a:lnTo>
                  <a:lnTo>
                    <a:pt x="62" y="142"/>
                  </a:lnTo>
                  <a:lnTo>
                    <a:pt x="62" y="139"/>
                  </a:lnTo>
                  <a:lnTo>
                    <a:pt x="57" y="139"/>
                  </a:lnTo>
                  <a:lnTo>
                    <a:pt x="57" y="137"/>
                  </a:lnTo>
                  <a:lnTo>
                    <a:pt x="57" y="137"/>
                  </a:lnTo>
                  <a:lnTo>
                    <a:pt x="55" y="135"/>
                  </a:lnTo>
                  <a:lnTo>
                    <a:pt x="57" y="135"/>
                  </a:lnTo>
                  <a:lnTo>
                    <a:pt x="57" y="135"/>
                  </a:lnTo>
                  <a:lnTo>
                    <a:pt x="57" y="135"/>
                  </a:lnTo>
                  <a:lnTo>
                    <a:pt x="57" y="135"/>
                  </a:lnTo>
                  <a:lnTo>
                    <a:pt x="57" y="137"/>
                  </a:lnTo>
                  <a:lnTo>
                    <a:pt x="59" y="137"/>
                  </a:lnTo>
                  <a:lnTo>
                    <a:pt x="59" y="139"/>
                  </a:lnTo>
                  <a:lnTo>
                    <a:pt x="59" y="137"/>
                  </a:lnTo>
                  <a:lnTo>
                    <a:pt x="62" y="133"/>
                  </a:lnTo>
                  <a:lnTo>
                    <a:pt x="62" y="133"/>
                  </a:lnTo>
                  <a:lnTo>
                    <a:pt x="64" y="131"/>
                  </a:lnTo>
                  <a:lnTo>
                    <a:pt x="64" y="131"/>
                  </a:lnTo>
                  <a:lnTo>
                    <a:pt x="64" y="131"/>
                  </a:lnTo>
                  <a:lnTo>
                    <a:pt x="66" y="131"/>
                  </a:lnTo>
                  <a:lnTo>
                    <a:pt x="66" y="131"/>
                  </a:lnTo>
                  <a:lnTo>
                    <a:pt x="66" y="128"/>
                  </a:lnTo>
                  <a:lnTo>
                    <a:pt x="66" y="128"/>
                  </a:lnTo>
                  <a:lnTo>
                    <a:pt x="66" y="128"/>
                  </a:lnTo>
                  <a:lnTo>
                    <a:pt x="64" y="128"/>
                  </a:lnTo>
                  <a:lnTo>
                    <a:pt x="64" y="126"/>
                  </a:lnTo>
                  <a:lnTo>
                    <a:pt x="66" y="128"/>
                  </a:lnTo>
                  <a:lnTo>
                    <a:pt x="66" y="128"/>
                  </a:lnTo>
                  <a:lnTo>
                    <a:pt x="66" y="126"/>
                  </a:lnTo>
                  <a:lnTo>
                    <a:pt x="64" y="124"/>
                  </a:lnTo>
                  <a:lnTo>
                    <a:pt x="66" y="122"/>
                  </a:lnTo>
                  <a:lnTo>
                    <a:pt x="66" y="122"/>
                  </a:lnTo>
                  <a:lnTo>
                    <a:pt x="66" y="124"/>
                  </a:lnTo>
                  <a:lnTo>
                    <a:pt x="68" y="126"/>
                  </a:lnTo>
                  <a:lnTo>
                    <a:pt x="68" y="126"/>
                  </a:lnTo>
                  <a:lnTo>
                    <a:pt x="68" y="126"/>
                  </a:lnTo>
                  <a:lnTo>
                    <a:pt x="68" y="124"/>
                  </a:lnTo>
                  <a:lnTo>
                    <a:pt x="68" y="122"/>
                  </a:lnTo>
                  <a:lnTo>
                    <a:pt x="68" y="124"/>
                  </a:lnTo>
                  <a:lnTo>
                    <a:pt x="68" y="126"/>
                  </a:lnTo>
                  <a:lnTo>
                    <a:pt x="71" y="126"/>
                  </a:lnTo>
                  <a:lnTo>
                    <a:pt x="68" y="126"/>
                  </a:lnTo>
                  <a:lnTo>
                    <a:pt x="68" y="128"/>
                  </a:lnTo>
                  <a:lnTo>
                    <a:pt x="68" y="128"/>
                  </a:lnTo>
                  <a:lnTo>
                    <a:pt x="64" y="131"/>
                  </a:lnTo>
                  <a:lnTo>
                    <a:pt x="64" y="131"/>
                  </a:lnTo>
                  <a:lnTo>
                    <a:pt x="64" y="133"/>
                  </a:lnTo>
                  <a:lnTo>
                    <a:pt x="64" y="135"/>
                  </a:lnTo>
                  <a:lnTo>
                    <a:pt x="64" y="135"/>
                  </a:lnTo>
                  <a:lnTo>
                    <a:pt x="62" y="137"/>
                  </a:lnTo>
                  <a:lnTo>
                    <a:pt x="62" y="137"/>
                  </a:lnTo>
                  <a:lnTo>
                    <a:pt x="62" y="139"/>
                  </a:lnTo>
                  <a:lnTo>
                    <a:pt x="62" y="139"/>
                  </a:lnTo>
                  <a:lnTo>
                    <a:pt x="62" y="139"/>
                  </a:lnTo>
                  <a:lnTo>
                    <a:pt x="62" y="139"/>
                  </a:lnTo>
                  <a:lnTo>
                    <a:pt x="66" y="139"/>
                  </a:lnTo>
                  <a:lnTo>
                    <a:pt x="66" y="139"/>
                  </a:lnTo>
                  <a:lnTo>
                    <a:pt x="68" y="133"/>
                  </a:lnTo>
                  <a:lnTo>
                    <a:pt x="71" y="128"/>
                  </a:lnTo>
                  <a:lnTo>
                    <a:pt x="71" y="128"/>
                  </a:lnTo>
                  <a:lnTo>
                    <a:pt x="71" y="128"/>
                  </a:lnTo>
                  <a:lnTo>
                    <a:pt x="73" y="128"/>
                  </a:lnTo>
                  <a:lnTo>
                    <a:pt x="73" y="128"/>
                  </a:lnTo>
                  <a:lnTo>
                    <a:pt x="73" y="126"/>
                  </a:lnTo>
                  <a:lnTo>
                    <a:pt x="75" y="126"/>
                  </a:lnTo>
                  <a:lnTo>
                    <a:pt x="75" y="124"/>
                  </a:lnTo>
                  <a:lnTo>
                    <a:pt x="77" y="124"/>
                  </a:lnTo>
                  <a:lnTo>
                    <a:pt x="79" y="122"/>
                  </a:lnTo>
                  <a:lnTo>
                    <a:pt x="79" y="122"/>
                  </a:lnTo>
                  <a:lnTo>
                    <a:pt x="79" y="122"/>
                  </a:lnTo>
                  <a:lnTo>
                    <a:pt x="77" y="122"/>
                  </a:lnTo>
                  <a:lnTo>
                    <a:pt x="79" y="117"/>
                  </a:lnTo>
                  <a:lnTo>
                    <a:pt x="77" y="117"/>
                  </a:lnTo>
                  <a:lnTo>
                    <a:pt x="77" y="117"/>
                  </a:lnTo>
                  <a:lnTo>
                    <a:pt x="77" y="117"/>
                  </a:lnTo>
                  <a:lnTo>
                    <a:pt x="77" y="115"/>
                  </a:lnTo>
                  <a:lnTo>
                    <a:pt x="77" y="115"/>
                  </a:lnTo>
                  <a:lnTo>
                    <a:pt x="77" y="115"/>
                  </a:lnTo>
                  <a:lnTo>
                    <a:pt x="77" y="115"/>
                  </a:lnTo>
                  <a:lnTo>
                    <a:pt x="75" y="117"/>
                  </a:lnTo>
                  <a:lnTo>
                    <a:pt x="75" y="117"/>
                  </a:lnTo>
                  <a:lnTo>
                    <a:pt x="75" y="115"/>
                  </a:lnTo>
                  <a:lnTo>
                    <a:pt x="75" y="115"/>
                  </a:lnTo>
                  <a:lnTo>
                    <a:pt x="75" y="115"/>
                  </a:lnTo>
                  <a:lnTo>
                    <a:pt x="75" y="115"/>
                  </a:lnTo>
                  <a:lnTo>
                    <a:pt x="75" y="115"/>
                  </a:lnTo>
                  <a:lnTo>
                    <a:pt x="75" y="115"/>
                  </a:lnTo>
                  <a:lnTo>
                    <a:pt x="75" y="115"/>
                  </a:lnTo>
                  <a:lnTo>
                    <a:pt x="73" y="113"/>
                  </a:lnTo>
                  <a:lnTo>
                    <a:pt x="73" y="113"/>
                  </a:lnTo>
                  <a:lnTo>
                    <a:pt x="73" y="113"/>
                  </a:lnTo>
                  <a:lnTo>
                    <a:pt x="73" y="113"/>
                  </a:lnTo>
                  <a:lnTo>
                    <a:pt x="71" y="113"/>
                  </a:lnTo>
                  <a:lnTo>
                    <a:pt x="71" y="113"/>
                  </a:lnTo>
                  <a:lnTo>
                    <a:pt x="71" y="113"/>
                  </a:lnTo>
                  <a:lnTo>
                    <a:pt x="71" y="111"/>
                  </a:lnTo>
                  <a:lnTo>
                    <a:pt x="71" y="111"/>
                  </a:lnTo>
                  <a:lnTo>
                    <a:pt x="71" y="111"/>
                  </a:lnTo>
                  <a:lnTo>
                    <a:pt x="71" y="108"/>
                  </a:lnTo>
                  <a:lnTo>
                    <a:pt x="71" y="108"/>
                  </a:lnTo>
                  <a:lnTo>
                    <a:pt x="71" y="111"/>
                  </a:lnTo>
                  <a:lnTo>
                    <a:pt x="73" y="111"/>
                  </a:lnTo>
                  <a:lnTo>
                    <a:pt x="75" y="111"/>
                  </a:lnTo>
                  <a:lnTo>
                    <a:pt x="75" y="111"/>
                  </a:lnTo>
                  <a:lnTo>
                    <a:pt x="77" y="113"/>
                  </a:lnTo>
                  <a:lnTo>
                    <a:pt x="77" y="115"/>
                  </a:lnTo>
                  <a:lnTo>
                    <a:pt x="77" y="113"/>
                  </a:lnTo>
                  <a:lnTo>
                    <a:pt x="79" y="113"/>
                  </a:lnTo>
                  <a:lnTo>
                    <a:pt x="79" y="115"/>
                  </a:lnTo>
                  <a:lnTo>
                    <a:pt x="79" y="115"/>
                  </a:lnTo>
                  <a:lnTo>
                    <a:pt x="79" y="115"/>
                  </a:lnTo>
                  <a:lnTo>
                    <a:pt x="79" y="115"/>
                  </a:lnTo>
                  <a:lnTo>
                    <a:pt x="79" y="115"/>
                  </a:lnTo>
                  <a:lnTo>
                    <a:pt x="79" y="117"/>
                  </a:lnTo>
                  <a:lnTo>
                    <a:pt x="79" y="117"/>
                  </a:lnTo>
                  <a:lnTo>
                    <a:pt x="79" y="117"/>
                  </a:lnTo>
                  <a:lnTo>
                    <a:pt x="82" y="117"/>
                  </a:lnTo>
                  <a:lnTo>
                    <a:pt x="86" y="108"/>
                  </a:lnTo>
                  <a:lnTo>
                    <a:pt x="86" y="106"/>
                  </a:lnTo>
                  <a:lnTo>
                    <a:pt x="86" y="106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93" y="100"/>
                  </a:lnTo>
                  <a:lnTo>
                    <a:pt x="93" y="97"/>
                  </a:lnTo>
                  <a:lnTo>
                    <a:pt x="93" y="95"/>
                  </a:lnTo>
                  <a:lnTo>
                    <a:pt x="97" y="91"/>
                  </a:lnTo>
                  <a:lnTo>
                    <a:pt x="108" y="84"/>
                  </a:lnTo>
                  <a:lnTo>
                    <a:pt x="119" y="77"/>
                  </a:lnTo>
                  <a:lnTo>
                    <a:pt x="119" y="75"/>
                  </a:lnTo>
                  <a:lnTo>
                    <a:pt x="119" y="75"/>
                  </a:lnTo>
                  <a:lnTo>
                    <a:pt x="121" y="75"/>
                  </a:lnTo>
                  <a:lnTo>
                    <a:pt x="121" y="75"/>
                  </a:lnTo>
                  <a:lnTo>
                    <a:pt x="124" y="75"/>
                  </a:lnTo>
                  <a:lnTo>
                    <a:pt x="126" y="73"/>
                  </a:lnTo>
                  <a:lnTo>
                    <a:pt x="126" y="73"/>
                  </a:lnTo>
                  <a:lnTo>
                    <a:pt x="128" y="73"/>
                  </a:lnTo>
                  <a:lnTo>
                    <a:pt x="130" y="73"/>
                  </a:lnTo>
                  <a:lnTo>
                    <a:pt x="133" y="71"/>
                  </a:lnTo>
                  <a:lnTo>
                    <a:pt x="135" y="71"/>
                  </a:lnTo>
                  <a:lnTo>
                    <a:pt x="135" y="71"/>
                  </a:lnTo>
                  <a:lnTo>
                    <a:pt x="133" y="69"/>
                  </a:lnTo>
                  <a:close/>
                </a:path>
              </a:pathLst>
            </a:custGeom>
            <a:solidFill>
              <a:srgbClr val="D6D9ED"/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321DFD2E-946D-4CD2-9FD0-75E7F1B19C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60" y="2412"/>
              <a:ext cx="662" cy="437"/>
            </a:xfrm>
            <a:custGeom>
              <a:avLst/>
              <a:gdLst>
                <a:gd name="T0" fmla="*/ 419 w 662"/>
                <a:gd name="T1" fmla="*/ 388 h 437"/>
                <a:gd name="T2" fmla="*/ 662 w 662"/>
                <a:gd name="T3" fmla="*/ 226 h 437"/>
                <a:gd name="T4" fmla="*/ 638 w 662"/>
                <a:gd name="T5" fmla="*/ 222 h 437"/>
                <a:gd name="T6" fmla="*/ 622 w 662"/>
                <a:gd name="T7" fmla="*/ 215 h 437"/>
                <a:gd name="T8" fmla="*/ 585 w 662"/>
                <a:gd name="T9" fmla="*/ 217 h 437"/>
                <a:gd name="T10" fmla="*/ 565 w 662"/>
                <a:gd name="T11" fmla="*/ 222 h 437"/>
                <a:gd name="T12" fmla="*/ 552 w 662"/>
                <a:gd name="T13" fmla="*/ 222 h 437"/>
                <a:gd name="T14" fmla="*/ 545 w 662"/>
                <a:gd name="T15" fmla="*/ 231 h 437"/>
                <a:gd name="T16" fmla="*/ 543 w 662"/>
                <a:gd name="T17" fmla="*/ 240 h 437"/>
                <a:gd name="T18" fmla="*/ 532 w 662"/>
                <a:gd name="T19" fmla="*/ 240 h 437"/>
                <a:gd name="T20" fmla="*/ 512 w 662"/>
                <a:gd name="T21" fmla="*/ 242 h 437"/>
                <a:gd name="T22" fmla="*/ 501 w 662"/>
                <a:gd name="T23" fmla="*/ 235 h 437"/>
                <a:gd name="T24" fmla="*/ 498 w 662"/>
                <a:gd name="T25" fmla="*/ 217 h 437"/>
                <a:gd name="T26" fmla="*/ 474 w 662"/>
                <a:gd name="T27" fmla="*/ 200 h 437"/>
                <a:gd name="T28" fmla="*/ 478 w 662"/>
                <a:gd name="T29" fmla="*/ 175 h 437"/>
                <a:gd name="T30" fmla="*/ 478 w 662"/>
                <a:gd name="T31" fmla="*/ 158 h 437"/>
                <a:gd name="T32" fmla="*/ 489 w 662"/>
                <a:gd name="T33" fmla="*/ 135 h 437"/>
                <a:gd name="T34" fmla="*/ 478 w 662"/>
                <a:gd name="T35" fmla="*/ 124 h 437"/>
                <a:gd name="T36" fmla="*/ 463 w 662"/>
                <a:gd name="T37" fmla="*/ 127 h 437"/>
                <a:gd name="T38" fmla="*/ 443 w 662"/>
                <a:gd name="T39" fmla="*/ 102 h 437"/>
                <a:gd name="T40" fmla="*/ 441 w 662"/>
                <a:gd name="T41" fmla="*/ 76 h 437"/>
                <a:gd name="T42" fmla="*/ 432 w 662"/>
                <a:gd name="T43" fmla="*/ 42 h 437"/>
                <a:gd name="T44" fmla="*/ 421 w 662"/>
                <a:gd name="T45" fmla="*/ 16 h 437"/>
                <a:gd name="T46" fmla="*/ 388 w 662"/>
                <a:gd name="T47" fmla="*/ 27 h 437"/>
                <a:gd name="T48" fmla="*/ 365 w 662"/>
                <a:gd name="T49" fmla="*/ 22 h 437"/>
                <a:gd name="T50" fmla="*/ 314 w 662"/>
                <a:gd name="T51" fmla="*/ 38 h 437"/>
                <a:gd name="T52" fmla="*/ 283 w 662"/>
                <a:gd name="T53" fmla="*/ 25 h 437"/>
                <a:gd name="T54" fmla="*/ 184 w 662"/>
                <a:gd name="T55" fmla="*/ 11 h 437"/>
                <a:gd name="T56" fmla="*/ 113 w 662"/>
                <a:gd name="T57" fmla="*/ 87 h 437"/>
                <a:gd name="T58" fmla="*/ 80 w 662"/>
                <a:gd name="T59" fmla="*/ 133 h 437"/>
                <a:gd name="T60" fmla="*/ 69 w 662"/>
                <a:gd name="T61" fmla="*/ 164 h 437"/>
                <a:gd name="T62" fmla="*/ 24 w 662"/>
                <a:gd name="T63" fmla="*/ 206 h 437"/>
                <a:gd name="T64" fmla="*/ 24 w 662"/>
                <a:gd name="T65" fmla="*/ 220 h 437"/>
                <a:gd name="T66" fmla="*/ 75 w 662"/>
                <a:gd name="T67" fmla="*/ 220 h 437"/>
                <a:gd name="T68" fmla="*/ 128 w 662"/>
                <a:gd name="T69" fmla="*/ 226 h 437"/>
                <a:gd name="T70" fmla="*/ 179 w 662"/>
                <a:gd name="T71" fmla="*/ 248 h 437"/>
                <a:gd name="T72" fmla="*/ 217 w 662"/>
                <a:gd name="T73" fmla="*/ 248 h 437"/>
                <a:gd name="T74" fmla="*/ 250 w 662"/>
                <a:gd name="T75" fmla="*/ 260 h 437"/>
                <a:gd name="T76" fmla="*/ 261 w 662"/>
                <a:gd name="T77" fmla="*/ 302 h 437"/>
                <a:gd name="T78" fmla="*/ 268 w 662"/>
                <a:gd name="T79" fmla="*/ 328 h 437"/>
                <a:gd name="T80" fmla="*/ 281 w 662"/>
                <a:gd name="T81" fmla="*/ 342 h 437"/>
                <a:gd name="T82" fmla="*/ 290 w 662"/>
                <a:gd name="T83" fmla="*/ 361 h 437"/>
                <a:gd name="T84" fmla="*/ 283 w 662"/>
                <a:gd name="T85" fmla="*/ 377 h 437"/>
                <a:gd name="T86" fmla="*/ 317 w 662"/>
                <a:gd name="T87" fmla="*/ 386 h 437"/>
                <a:gd name="T88" fmla="*/ 337 w 662"/>
                <a:gd name="T89" fmla="*/ 386 h 437"/>
                <a:gd name="T90" fmla="*/ 339 w 662"/>
                <a:gd name="T91" fmla="*/ 408 h 437"/>
                <a:gd name="T92" fmla="*/ 345 w 662"/>
                <a:gd name="T93" fmla="*/ 415 h 437"/>
                <a:gd name="T94" fmla="*/ 357 w 662"/>
                <a:gd name="T95" fmla="*/ 415 h 437"/>
                <a:gd name="T96" fmla="*/ 374 w 662"/>
                <a:gd name="T97" fmla="*/ 430 h 437"/>
                <a:gd name="T98" fmla="*/ 376 w 662"/>
                <a:gd name="T99" fmla="*/ 417 h 437"/>
                <a:gd name="T100" fmla="*/ 412 w 662"/>
                <a:gd name="T101" fmla="*/ 390 h 437"/>
                <a:gd name="T102" fmla="*/ 483 w 662"/>
                <a:gd name="T103" fmla="*/ 339 h 437"/>
                <a:gd name="T104" fmla="*/ 498 w 662"/>
                <a:gd name="T105" fmla="*/ 324 h 437"/>
                <a:gd name="T106" fmla="*/ 514 w 662"/>
                <a:gd name="T107" fmla="*/ 330 h 437"/>
                <a:gd name="T108" fmla="*/ 527 w 662"/>
                <a:gd name="T109" fmla="*/ 315 h 437"/>
                <a:gd name="T110" fmla="*/ 571 w 662"/>
                <a:gd name="T111" fmla="*/ 315 h 437"/>
                <a:gd name="T112" fmla="*/ 585 w 662"/>
                <a:gd name="T113" fmla="*/ 297 h 437"/>
                <a:gd name="T114" fmla="*/ 600 w 662"/>
                <a:gd name="T115" fmla="*/ 286 h 437"/>
                <a:gd name="T116" fmla="*/ 616 w 662"/>
                <a:gd name="T117" fmla="*/ 277 h 437"/>
                <a:gd name="T118" fmla="*/ 616 w 662"/>
                <a:gd name="T119" fmla="*/ 253 h 437"/>
                <a:gd name="T120" fmla="*/ 638 w 662"/>
                <a:gd name="T121" fmla="*/ 242 h 437"/>
                <a:gd name="T122" fmla="*/ 658 w 662"/>
                <a:gd name="T123" fmla="*/ 231 h 437"/>
                <a:gd name="T124" fmla="*/ 574 w 662"/>
                <a:gd name="T125" fmla="*/ 317 h 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62" h="437">
                  <a:moveTo>
                    <a:pt x="505" y="330"/>
                  </a:moveTo>
                  <a:lnTo>
                    <a:pt x="505" y="328"/>
                  </a:lnTo>
                  <a:lnTo>
                    <a:pt x="503" y="328"/>
                  </a:lnTo>
                  <a:lnTo>
                    <a:pt x="503" y="328"/>
                  </a:lnTo>
                  <a:lnTo>
                    <a:pt x="503" y="326"/>
                  </a:lnTo>
                  <a:lnTo>
                    <a:pt x="503" y="326"/>
                  </a:lnTo>
                  <a:lnTo>
                    <a:pt x="503" y="326"/>
                  </a:lnTo>
                  <a:lnTo>
                    <a:pt x="501" y="326"/>
                  </a:lnTo>
                  <a:lnTo>
                    <a:pt x="498" y="326"/>
                  </a:lnTo>
                  <a:lnTo>
                    <a:pt x="498" y="326"/>
                  </a:lnTo>
                  <a:lnTo>
                    <a:pt x="498" y="326"/>
                  </a:lnTo>
                  <a:lnTo>
                    <a:pt x="498" y="328"/>
                  </a:lnTo>
                  <a:lnTo>
                    <a:pt x="498" y="328"/>
                  </a:lnTo>
                  <a:lnTo>
                    <a:pt x="498" y="328"/>
                  </a:lnTo>
                  <a:lnTo>
                    <a:pt x="496" y="328"/>
                  </a:lnTo>
                  <a:lnTo>
                    <a:pt x="496" y="328"/>
                  </a:lnTo>
                  <a:lnTo>
                    <a:pt x="496" y="328"/>
                  </a:lnTo>
                  <a:lnTo>
                    <a:pt x="496" y="330"/>
                  </a:lnTo>
                  <a:lnTo>
                    <a:pt x="496" y="330"/>
                  </a:lnTo>
                  <a:lnTo>
                    <a:pt x="498" y="330"/>
                  </a:lnTo>
                  <a:lnTo>
                    <a:pt x="498" y="330"/>
                  </a:lnTo>
                  <a:lnTo>
                    <a:pt x="501" y="330"/>
                  </a:lnTo>
                  <a:lnTo>
                    <a:pt x="501" y="330"/>
                  </a:lnTo>
                  <a:lnTo>
                    <a:pt x="501" y="330"/>
                  </a:lnTo>
                  <a:lnTo>
                    <a:pt x="505" y="333"/>
                  </a:lnTo>
                  <a:lnTo>
                    <a:pt x="505" y="330"/>
                  </a:lnTo>
                  <a:close/>
                  <a:moveTo>
                    <a:pt x="419" y="388"/>
                  </a:moveTo>
                  <a:lnTo>
                    <a:pt x="419" y="388"/>
                  </a:lnTo>
                  <a:lnTo>
                    <a:pt x="416" y="388"/>
                  </a:lnTo>
                  <a:lnTo>
                    <a:pt x="414" y="388"/>
                  </a:lnTo>
                  <a:lnTo>
                    <a:pt x="414" y="390"/>
                  </a:lnTo>
                  <a:lnTo>
                    <a:pt x="412" y="392"/>
                  </a:lnTo>
                  <a:lnTo>
                    <a:pt x="408" y="392"/>
                  </a:lnTo>
                  <a:lnTo>
                    <a:pt x="403" y="397"/>
                  </a:lnTo>
                  <a:lnTo>
                    <a:pt x="401" y="399"/>
                  </a:lnTo>
                  <a:lnTo>
                    <a:pt x="392" y="406"/>
                  </a:lnTo>
                  <a:lnTo>
                    <a:pt x="390" y="410"/>
                  </a:lnTo>
                  <a:lnTo>
                    <a:pt x="388" y="410"/>
                  </a:lnTo>
                  <a:lnTo>
                    <a:pt x="388" y="410"/>
                  </a:lnTo>
                  <a:lnTo>
                    <a:pt x="388" y="415"/>
                  </a:lnTo>
                  <a:lnTo>
                    <a:pt x="388" y="415"/>
                  </a:lnTo>
                  <a:lnTo>
                    <a:pt x="388" y="417"/>
                  </a:lnTo>
                  <a:lnTo>
                    <a:pt x="390" y="415"/>
                  </a:lnTo>
                  <a:lnTo>
                    <a:pt x="390" y="412"/>
                  </a:lnTo>
                  <a:lnTo>
                    <a:pt x="392" y="410"/>
                  </a:lnTo>
                  <a:lnTo>
                    <a:pt x="392" y="408"/>
                  </a:lnTo>
                  <a:lnTo>
                    <a:pt x="396" y="406"/>
                  </a:lnTo>
                  <a:lnTo>
                    <a:pt x="412" y="392"/>
                  </a:lnTo>
                  <a:lnTo>
                    <a:pt x="414" y="390"/>
                  </a:lnTo>
                  <a:lnTo>
                    <a:pt x="416" y="390"/>
                  </a:lnTo>
                  <a:lnTo>
                    <a:pt x="421" y="388"/>
                  </a:lnTo>
                  <a:lnTo>
                    <a:pt x="421" y="388"/>
                  </a:lnTo>
                  <a:lnTo>
                    <a:pt x="419" y="388"/>
                  </a:lnTo>
                  <a:lnTo>
                    <a:pt x="419" y="388"/>
                  </a:lnTo>
                  <a:close/>
                  <a:moveTo>
                    <a:pt x="662" y="228"/>
                  </a:moveTo>
                  <a:lnTo>
                    <a:pt x="662" y="226"/>
                  </a:lnTo>
                  <a:lnTo>
                    <a:pt x="660" y="226"/>
                  </a:lnTo>
                  <a:lnTo>
                    <a:pt x="660" y="224"/>
                  </a:lnTo>
                  <a:lnTo>
                    <a:pt x="658" y="222"/>
                  </a:lnTo>
                  <a:lnTo>
                    <a:pt x="658" y="220"/>
                  </a:lnTo>
                  <a:lnTo>
                    <a:pt x="658" y="220"/>
                  </a:lnTo>
                  <a:lnTo>
                    <a:pt x="658" y="220"/>
                  </a:lnTo>
                  <a:lnTo>
                    <a:pt x="656" y="220"/>
                  </a:lnTo>
                  <a:lnTo>
                    <a:pt x="656" y="222"/>
                  </a:lnTo>
                  <a:lnTo>
                    <a:pt x="656" y="222"/>
                  </a:lnTo>
                  <a:lnTo>
                    <a:pt x="656" y="222"/>
                  </a:lnTo>
                  <a:lnTo>
                    <a:pt x="653" y="220"/>
                  </a:lnTo>
                  <a:lnTo>
                    <a:pt x="651" y="220"/>
                  </a:lnTo>
                  <a:lnTo>
                    <a:pt x="649" y="222"/>
                  </a:lnTo>
                  <a:lnTo>
                    <a:pt x="649" y="222"/>
                  </a:lnTo>
                  <a:lnTo>
                    <a:pt x="647" y="222"/>
                  </a:lnTo>
                  <a:lnTo>
                    <a:pt x="647" y="222"/>
                  </a:lnTo>
                  <a:lnTo>
                    <a:pt x="647" y="220"/>
                  </a:lnTo>
                  <a:lnTo>
                    <a:pt x="647" y="220"/>
                  </a:lnTo>
                  <a:lnTo>
                    <a:pt x="647" y="220"/>
                  </a:lnTo>
                  <a:lnTo>
                    <a:pt x="645" y="220"/>
                  </a:lnTo>
                  <a:lnTo>
                    <a:pt x="645" y="222"/>
                  </a:lnTo>
                  <a:lnTo>
                    <a:pt x="645" y="222"/>
                  </a:lnTo>
                  <a:lnTo>
                    <a:pt x="642" y="222"/>
                  </a:lnTo>
                  <a:lnTo>
                    <a:pt x="642" y="222"/>
                  </a:lnTo>
                  <a:lnTo>
                    <a:pt x="642" y="222"/>
                  </a:lnTo>
                  <a:lnTo>
                    <a:pt x="642" y="222"/>
                  </a:lnTo>
                  <a:lnTo>
                    <a:pt x="640" y="222"/>
                  </a:lnTo>
                  <a:lnTo>
                    <a:pt x="638" y="222"/>
                  </a:lnTo>
                  <a:lnTo>
                    <a:pt x="638" y="222"/>
                  </a:lnTo>
                  <a:lnTo>
                    <a:pt x="638" y="222"/>
                  </a:lnTo>
                  <a:lnTo>
                    <a:pt x="638" y="222"/>
                  </a:lnTo>
                  <a:lnTo>
                    <a:pt x="636" y="222"/>
                  </a:lnTo>
                  <a:lnTo>
                    <a:pt x="636" y="222"/>
                  </a:lnTo>
                  <a:lnTo>
                    <a:pt x="636" y="224"/>
                  </a:lnTo>
                  <a:lnTo>
                    <a:pt x="634" y="222"/>
                  </a:lnTo>
                  <a:lnTo>
                    <a:pt x="634" y="222"/>
                  </a:lnTo>
                  <a:lnTo>
                    <a:pt x="634" y="222"/>
                  </a:lnTo>
                  <a:lnTo>
                    <a:pt x="631" y="222"/>
                  </a:lnTo>
                  <a:lnTo>
                    <a:pt x="631" y="222"/>
                  </a:lnTo>
                  <a:lnTo>
                    <a:pt x="631" y="222"/>
                  </a:lnTo>
                  <a:lnTo>
                    <a:pt x="629" y="222"/>
                  </a:lnTo>
                  <a:lnTo>
                    <a:pt x="629" y="222"/>
                  </a:lnTo>
                  <a:lnTo>
                    <a:pt x="629" y="222"/>
                  </a:lnTo>
                  <a:lnTo>
                    <a:pt x="627" y="222"/>
                  </a:lnTo>
                  <a:lnTo>
                    <a:pt x="627" y="222"/>
                  </a:lnTo>
                  <a:lnTo>
                    <a:pt x="627" y="222"/>
                  </a:lnTo>
                  <a:lnTo>
                    <a:pt x="627" y="222"/>
                  </a:lnTo>
                  <a:lnTo>
                    <a:pt x="627" y="220"/>
                  </a:lnTo>
                  <a:lnTo>
                    <a:pt x="627" y="217"/>
                  </a:lnTo>
                  <a:lnTo>
                    <a:pt x="625" y="217"/>
                  </a:lnTo>
                  <a:lnTo>
                    <a:pt x="625" y="217"/>
                  </a:lnTo>
                  <a:lnTo>
                    <a:pt x="625" y="217"/>
                  </a:lnTo>
                  <a:lnTo>
                    <a:pt x="625" y="217"/>
                  </a:lnTo>
                  <a:lnTo>
                    <a:pt x="625" y="217"/>
                  </a:lnTo>
                  <a:lnTo>
                    <a:pt x="625" y="217"/>
                  </a:lnTo>
                  <a:lnTo>
                    <a:pt x="622" y="215"/>
                  </a:lnTo>
                  <a:lnTo>
                    <a:pt x="622" y="215"/>
                  </a:lnTo>
                  <a:lnTo>
                    <a:pt x="620" y="213"/>
                  </a:lnTo>
                  <a:lnTo>
                    <a:pt x="620" y="213"/>
                  </a:lnTo>
                  <a:lnTo>
                    <a:pt x="618" y="209"/>
                  </a:lnTo>
                  <a:lnTo>
                    <a:pt x="618" y="209"/>
                  </a:lnTo>
                  <a:lnTo>
                    <a:pt x="618" y="209"/>
                  </a:lnTo>
                  <a:lnTo>
                    <a:pt x="616" y="206"/>
                  </a:lnTo>
                  <a:lnTo>
                    <a:pt x="614" y="206"/>
                  </a:lnTo>
                  <a:lnTo>
                    <a:pt x="614" y="206"/>
                  </a:lnTo>
                  <a:lnTo>
                    <a:pt x="611" y="206"/>
                  </a:lnTo>
                  <a:lnTo>
                    <a:pt x="607" y="209"/>
                  </a:lnTo>
                  <a:lnTo>
                    <a:pt x="605" y="209"/>
                  </a:lnTo>
                  <a:lnTo>
                    <a:pt x="605" y="209"/>
                  </a:lnTo>
                  <a:lnTo>
                    <a:pt x="605" y="209"/>
                  </a:lnTo>
                  <a:lnTo>
                    <a:pt x="603" y="209"/>
                  </a:lnTo>
                  <a:lnTo>
                    <a:pt x="600" y="209"/>
                  </a:lnTo>
                  <a:lnTo>
                    <a:pt x="600" y="211"/>
                  </a:lnTo>
                  <a:lnTo>
                    <a:pt x="600" y="211"/>
                  </a:lnTo>
                  <a:lnTo>
                    <a:pt x="598" y="211"/>
                  </a:lnTo>
                  <a:lnTo>
                    <a:pt x="598" y="211"/>
                  </a:lnTo>
                  <a:lnTo>
                    <a:pt x="596" y="211"/>
                  </a:lnTo>
                  <a:lnTo>
                    <a:pt x="596" y="211"/>
                  </a:lnTo>
                  <a:lnTo>
                    <a:pt x="591" y="213"/>
                  </a:lnTo>
                  <a:lnTo>
                    <a:pt x="591" y="213"/>
                  </a:lnTo>
                  <a:lnTo>
                    <a:pt x="587" y="215"/>
                  </a:lnTo>
                  <a:lnTo>
                    <a:pt x="587" y="215"/>
                  </a:lnTo>
                  <a:lnTo>
                    <a:pt x="585" y="217"/>
                  </a:lnTo>
                  <a:lnTo>
                    <a:pt x="585" y="217"/>
                  </a:lnTo>
                  <a:lnTo>
                    <a:pt x="583" y="217"/>
                  </a:lnTo>
                  <a:lnTo>
                    <a:pt x="583" y="217"/>
                  </a:lnTo>
                  <a:lnTo>
                    <a:pt x="583" y="217"/>
                  </a:lnTo>
                  <a:lnTo>
                    <a:pt x="583" y="217"/>
                  </a:lnTo>
                  <a:lnTo>
                    <a:pt x="583" y="220"/>
                  </a:lnTo>
                  <a:lnTo>
                    <a:pt x="583" y="220"/>
                  </a:lnTo>
                  <a:lnTo>
                    <a:pt x="583" y="220"/>
                  </a:lnTo>
                  <a:lnTo>
                    <a:pt x="580" y="222"/>
                  </a:lnTo>
                  <a:lnTo>
                    <a:pt x="580" y="222"/>
                  </a:lnTo>
                  <a:lnTo>
                    <a:pt x="580" y="222"/>
                  </a:lnTo>
                  <a:lnTo>
                    <a:pt x="574" y="224"/>
                  </a:lnTo>
                  <a:lnTo>
                    <a:pt x="571" y="224"/>
                  </a:lnTo>
                  <a:lnTo>
                    <a:pt x="571" y="224"/>
                  </a:lnTo>
                  <a:lnTo>
                    <a:pt x="569" y="224"/>
                  </a:lnTo>
                  <a:lnTo>
                    <a:pt x="569" y="224"/>
                  </a:lnTo>
                  <a:lnTo>
                    <a:pt x="569" y="224"/>
                  </a:lnTo>
                  <a:lnTo>
                    <a:pt x="569" y="224"/>
                  </a:lnTo>
                  <a:lnTo>
                    <a:pt x="569" y="224"/>
                  </a:lnTo>
                  <a:lnTo>
                    <a:pt x="569" y="222"/>
                  </a:lnTo>
                  <a:lnTo>
                    <a:pt x="569" y="222"/>
                  </a:lnTo>
                  <a:lnTo>
                    <a:pt x="569" y="222"/>
                  </a:lnTo>
                  <a:lnTo>
                    <a:pt x="569" y="222"/>
                  </a:lnTo>
                  <a:lnTo>
                    <a:pt x="567" y="222"/>
                  </a:lnTo>
                  <a:lnTo>
                    <a:pt x="567" y="222"/>
                  </a:lnTo>
                  <a:lnTo>
                    <a:pt x="567" y="222"/>
                  </a:lnTo>
                  <a:lnTo>
                    <a:pt x="567" y="222"/>
                  </a:lnTo>
                  <a:lnTo>
                    <a:pt x="567" y="222"/>
                  </a:lnTo>
                  <a:lnTo>
                    <a:pt x="565" y="222"/>
                  </a:lnTo>
                  <a:lnTo>
                    <a:pt x="565" y="224"/>
                  </a:lnTo>
                  <a:lnTo>
                    <a:pt x="565" y="224"/>
                  </a:lnTo>
                  <a:lnTo>
                    <a:pt x="563" y="224"/>
                  </a:lnTo>
                  <a:lnTo>
                    <a:pt x="563" y="224"/>
                  </a:lnTo>
                  <a:lnTo>
                    <a:pt x="560" y="224"/>
                  </a:lnTo>
                  <a:lnTo>
                    <a:pt x="558" y="224"/>
                  </a:lnTo>
                  <a:lnTo>
                    <a:pt x="558" y="224"/>
                  </a:lnTo>
                  <a:lnTo>
                    <a:pt x="558" y="224"/>
                  </a:lnTo>
                  <a:lnTo>
                    <a:pt x="558" y="224"/>
                  </a:lnTo>
                  <a:lnTo>
                    <a:pt x="558" y="224"/>
                  </a:lnTo>
                  <a:lnTo>
                    <a:pt x="558" y="222"/>
                  </a:lnTo>
                  <a:lnTo>
                    <a:pt x="558" y="222"/>
                  </a:lnTo>
                  <a:lnTo>
                    <a:pt x="558" y="222"/>
                  </a:lnTo>
                  <a:lnTo>
                    <a:pt x="556" y="222"/>
                  </a:lnTo>
                  <a:lnTo>
                    <a:pt x="556" y="222"/>
                  </a:lnTo>
                  <a:lnTo>
                    <a:pt x="556" y="224"/>
                  </a:lnTo>
                  <a:lnTo>
                    <a:pt x="554" y="224"/>
                  </a:lnTo>
                  <a:lnTo>
                    <a:pt x="552" y="224"/>
                  </a:lnTo>
                  <a:lnTo>
                    <a:pt x="552" y="226"/>
                  </a:lnTo>
                  <a:lnTo>
                    <a:pt x="552" y="226"/>
                  </a:lnTo>
                  <a:lnTo>
                    <a:pt x="552" y="224"/>
                  </a:lnTo>
                  <a:lnTo>
                    <a:pt x="549" y="224"/>
                  </a:lnTo>
                  <a:lnTo>
                    <a:pt x="549" y="224"/>
                  </a:lnTo>
                  <a:lnTo>
                    <a:pt x="549" y="224"/>
                  </a:lnTo>
                  <a:lnTo>
                    <a:pt x="549" y="224"/>
                  </a:lnTo>
                  <a:lnTo>
                    <a:pt x="549" y="224"/>
                  </a:lnTo>
                  <a:lnTo>
                    <a:pt x="549" y="224"/>
                  </a:lnTo>
                  <a:lnTo>
                    <a:pt x="552" y="222"/>
                  </a:lnTo>
                  <a:lnTo>
                    <a:pt x="552" y="222"/>
                  </a:lnTo>
                  <a:lnTo>
                    <a:pt x="552" y="222"/>
                  </a:lnTo>
                  <a:lnTo>
                    <a:pt x="552" y="220"/>
                  </a:lnTo>
                  <a:lnTo>
                    <a:pt x="552" y="220"/>
                  </a:lnTo>
                  <a:lnTo>
                    <a:pt x="552" y="220"/>
                  </a:lnTo>
                  <a:lnTo>
                    <a:pt x="552" y="220"/>
                  </a:lnTo>
                  <a:lnTo>
                    <a:pt x="547" y="220"/>
                  </a:lnTo>
                  <a:lnTo>
                    <a:pt x="547" y="220"/>
                  </a:lnTo>
                  <a:lnTo>
                    <a:pt x="547" y="220"/>
                  </a:lnTo>
                  <a:lnTo>
                    <a:pt x="547" y="222"/>
                  </a:lnTo>
                  <a:lnTo>
                    <a:pt x="547" y="222"/>
                  </a:lnTo>
                  <a:lnTo>
                    <a:pt x="547" y="222"/>
                  </a:lnTo>
                  <a:lnTo>
                    <a:pt x="547" y="224"/>
                  </a:lnTo>
                  <a:lnTo>
                    <a:pt x="547" y="224"/>
                  </a:lnTo>
                  <a:lnTo>
                    <a:pt x="547" y="224"/>
                  </a:lnTo>
                  <a:lnTo>
                    <a:pt x="547" y="224"/>
                  </a:lnTo>
                  <a:lnTo>
                    <a:pt x="547" y="224"/>
                  </a:lnTo>
                  <a:lnTo>
                    <a:pt x="547" y="226"/>
                  </a:lnTo>
                  <a:lnTo>
                    <a:pt x="540" y="228"/>
                  </a:lnTo>
                  <a:lnTo>
                    <a:pt x="540" y="228"/>
                  </a:lnTo>
                  <a:lnTo>
                    <a:pt x="540" y="231"/>
                  </a:lnTo>
                  <a:lnTo>
                    <a:pt x="540" y="231"/>
                  </a:lnTo>
                  <a:lnTo>
                    <a:pt x="540" y="231"/>
                  </a:lnTo>
                  <a:lnTo>
                    <a:pt x="540" y="231"/>
                  </a:lnTo>
                  <a:lnTo>
                    <a:pt x="540" y="231"/>
                  </a:lnTo>
                  <a:lnTo>
                    <a:pt x="543" y="231"/>
                  </a:lnTo>
                  <a:lnTo>
                    <a:pt x="543" y="231"/>
                  </a:lnTo>
                  <a:lnTo>
                    <a:pt x="545" y="231"/>
                  </a:lnTo>
                  <a:lnTo>
                    <a:pt x="545" y="231"/>
                  </a:lnTo>
                  <a:lnTo>
                    <a:pt x="545" y="231"/>
                  </a:lnTo>
                  <a:lnTo>
                    <a:pt x="545" y="231"/>
                  </a:lnTo>
                  <a:lnTo>
                    <a:pt x="547" y="231"/>
                  </a:lnTo>
                  <a:lnTo>
                    <a:pt x="547" y="231"/>
                  </a:lnTo>
                  <a:lnTo>
                    <a:pt x="547" y="231"/>
                  </a:lnTo>
                  <a:lnTo>
                    <a:pt x="547" y="233"/>
                  </a:lnTo>
                  <a:lnTo>
                    <a:pt x="547" y="233"/>
                  </a:lnTo>
                  <a:lnTo>
                    <a:pt x="547" y="233"/>
                  </a:lnTo>
                  <a:lnTo>
                    <a:pt x="547" y="235"/>
                  </a:lnTo>
                  <a:lnTo>
                    <a:pt x="547" y="235"/>
                  </a:lnTo>
                  <a:lnTo>
                    <a:pt x="547" y="235"/>
                  </a:lnTo>
                  <a:lnTo>
                    <a:pt x="545" y="237"/>
                  </a:lnTo>
                  <a:lnTo>
                    <a:pt x="545" y="237"/>
                  </a:lnTo>
                  <a:lnTo>
                    <a:pt x="545" y="237"/>
                  </a:lnTo>
                  <a:lnTo>
                    <a:pt x="545" y="237"/>
                  </a:lnTo>
                  <a:lnTo>
                    <a:pt x="545" y="235"/>
                  </a:lnTo>
                  <a:lnTo>
                    <a:pt x="543" y="235"/>
                  </a:lnTo>
                  <a:lnTo>
                    <a:pt x="543" y="235"/>
                  </a:lnTo>
                  <a:lnTo>
                    <a:pt x="543" y="237"/>
                  </a:lnTo>
                  <a:lnTo>
                    <a:pt x="543" y="237"/>
                  </a:lnTo>
                  <a:lnTo>
                    <a:pt x="543" y="237"/>
                  </a:lnTo>
                  <a:lnTo>
                    <a:pt x="543" y="237"/>
                  </a:lnTo>
                  <a:lnTo>
                    <a:pt x="543" y="237"/>
                  </a:lnTo>
                  <a:lnTo>
                    <a:pt x="543" y="240"/>
                  </a:lnTo>
                  <a:lnTo>
                    <a:pt x="543" y="240"/>
                  </a:lnTo>
                  <a:lnTo>
                    <a:pt x="543" y="240"/>
                  </a:lnTo>
                  <a:lnTo>
                    <a:pt x="543" y="240"/>
                  </a:lnTo>
                  <a:lnTo>
                    <a:pt x="543" y="240"/>
                  </a:lnTo>
                  <a:lnTo>
                    <a:pt x="543" y="242"/>
                  </a:lnTo>
                  <a:lnTo>
                    <a:pt x="543" y="242"/>
                  </a:lnTo>
                  <a:lnTo>
                    <a:pt x="540" y="242"/>
                  </a:lnTo>
                  <a:lnTo>
                    <a:pt x="540" y="240"/>
                  </a:lnTo>
                  <a:lnTo>
                    <a:pt x="540" y="240"/>
                  </a:lnTo>
                  <a:lnTo>
                    <a:pt x="540" y="240"/>
                  </a:lnTo>
                  <a:lnTo>
                    <a:pt x="540" y="240"/>
                  </a:lnTo>
                  <a:lnTo>
                    <a:pt x="540" y="240"/>
                  </a:lnTo>
                  <a:lnTo>
                    <a:pt x="540" y="240"/>
                  </a:lnTo>
                  <a:lnTo>
                    <a:pt x="538" y="240"/>
                  </a:lnTo>
                  <a:lnTo>
                    <a:pt x="538" y="240"/>
                  </a:lnTo>
                  <a:lnTo>
                    <a:pt x="538" y="240"/>
                  </a:lnTo>
                  <a:lnTo>
                    <a:pt x="538" y="240"/>
                  </a:lnTo>
                  <a:lnTo>
                    <a:pt x="538" y="242"/>
                  </a:lnTo>
                  <a:lnTo>
                    <a:pt x="536" y="242"/>
                  </a:lnTo>
                  <a:lnTo>
                    <a:pt x="536" y="242"/>
                  </a:lnTo>
                  <a:lnTo>
                    <a:pt x="536" y="242"/>
                  </a:lnTo>
                  <a:lnTo>
                    <a:pt x="536" y="242"/>
                  </a:lnTo>
                  <a:lnTo>
                    <a:pt x="536" y="242"/>
                  </a:lnTo>
                  <a:lnTo>
                    <a:pt x="534" y="240"/>
                  </a:lnTo>
                  <a:lnTo>
                    <a:pt x="534" y="240"/>
                  </a:lnTo>
                  <a:lnTo>
                    <a:pt x="534" y="240"/>
                  </a:lnTo>
                  <a:lnTo>
                    <a:pt x="534" y="240"/>
                  </a:lnTo>
                  <a:lnTo>
                    <a:pt x="534" y="240"/>
                  </a:lnTo>
                  <a:lnTo>
                    <a:pt x="534" y="237"/>
                  </a:lnTo>
                  <a:lnTo>
                    <a:pt x="532" y="240"/>
                  </a:lnTo>
                  <a:lnTo>
                    <a:pt x="532" y="240"/>
                  </a:lnTo>
                  <a:lnTo>
                    <a:pt x="532" y="240"/>
                  </a:lnTo>
                  <a:lnTo>
                    <a:pt x="532" y="240"/>
                  </a:lnTo>
                  <a:lnTo>
                    <a:pt x="532" y="240"/>
                  </a:lnTo>
                  <a:lnTo>
                    <a:pt x="529" y="240"/>
                  </a:lnTo>
                  <a:lnTo>
                    <a:pt x="529" y="240"/>
                  </a:lnTo>
                  <a:lnTo>
                    <a:pt x="529" y="240"/>
                  </a:lnTo>
                  <a:lnTo>
                    <a:pt x="529" y="240"/>
                  </a:lnTo>
                  <a:lnTo>
                    <a:pt x="527" y="242"/>
                  </a:lnTo>
                  <a:lnTo>
                    <a:pt x="527" y="242"/>
                  </a:lnTo>
                  <a:lnTo>
                    <a:pt x="527" y="242"/>
                  </a:lnTo>
                  <a:lnTo>
                    <a:pt x="527" y="242"/>
                  </a:lnTo>
                  <a:lnTo>
                    <a:pt x="525" y="242"/>
                  </a:lnTo>
                  <a:lnTo>
                    <a:pt x="525" y="244"/>
                  </a:lnTo>
                  <a:lnTo>
                    <a:pt x="523" y="244"/>
                  </a:lnTo>
                  <a:lnTo>
                    <a:pt x="518" y="244"/>
                  </a:lnTo>
                  <a:lnTo>
                    <a:pt x="516" y="244"/>
                  </a:lnTo>
                  <a:lnTo>
                    <a:pt x="516" y="244"/>
                  </a:lnTo>
                  <a:lnTo>
                    <a:pt x="516" y="244"/>
                  </a:lnTo>
                  <a:lnTo>
                    <a:pt x="516" y="244"/>
                  </a:lnTo>
                  <a:lnTo>
                    <a:pt x="516" y="242"/>
                  </a:lnTo>
                  <a:lnTo>
                    <a:pt x="516" y="242"/>
                  </a:lnTo>
                  <a:lnTo>
                    <a:pt x="516" y="242"/>
                  </a:lnTo>
                  <a:lnTo>
                    <a:pt x="516" y="242"/>
                  </a:lnTo>
                  <a:lnTo>
                    <a:pt x="516" y="242"/>
                  </a:lnTo>
                  <a:lnTo>
                    <a:pt x="516" y="242"/>
                  </a:lnTo>
                  <a:lnTo>
                    <a:pt x="516" y="242"/>
                  </a:lnTo>
                  <a:lnTo>
                    <a:pt x="514" y="242"/>
                  </a:lnTo>
                  <a:lnTo>
                    <a:pt x="512" y="242"/>
                  </a:lnTo>
                  <a:lnTo>
                    <a:pt x="512" y="242"/>
                  </a:lnTo>
                  <a:lnTo>
                    <a:pt x="512" y="242"/>
                  </a:lnTo>
                  <a:lnTo>
                    <a:pt x="512" y="242"/>
                  </a:lnTo>
                  <a:lnTo>
                    <a:pt x="512" y="242"/>
                  </a:lnTo>
                  <a:lnTo>
                    <a:pt x="512" y="242"/>
                  </a:lnTo>
                  <a:lnTo>
                    <a:pt x="509" y="244"/>
                  </a:lnTo>
                  <a:lnTo>
                    <a:pt x="509" y="242"/>
                  </a:lnTo>
                  <a:lnTo>
                    <a:pt x="509" y="242"/>
                  </a:lnTo>
                  <a:lnTo>
                    <a:pt x="507" y="242"/>
                  </a:lnTo>
                  <a:lnTo>
                    <a:pt x="507" y="242"/>
                  </a:lnTo>
                  <a:lnTo>
                    <a:pt x="507" y="242"/>
                  </a:lnTo>
                  <a:lnTo>
                    <a:pt x="507" y="242"/>
                  </a:lnTo>
                  <a:lnTo>
                    <a:pt x="507" y="244"/>
                  </a:lnTo>
                  <a:lnTo>
                    <a:pt x="505" y="244"/>
                  </a:lnTo>
                  <a:lnTo>
                    <a:pt x="505" y="244"/>
                  </a:lnTo>
                  <a:lnTo>
                    <a:pt x="505" y="242"/>
                  </a:lnTo>
                  <a:lnTo>
                    <a:pt x="503" y="242"/>
                  </a:lnTo>
                  <a:lnTo>
                    <a:pt x="503" y="242"/>
                  </a:lnTo>
                  <a:lnTo>
                    <a:pt x="503" y="242"/>
                  </a:lnTo>
                  <a:lnTo>
                    <a:pt x="501" y="242"/>
                  </a:lnTo>
                  <a:lnTo>
                    <a:pt x="501" y="242"/>
                  </a:lnTo>
                  <a:lnTo>
                    <a:pt x="501" y="242"/>
                  </a:lnTo>
                  <a:lnTo>
                    <a:pt x="501" y="240"/>
                  </a:lnTo>
                  <a:lnTo>
                    <a:pt x="501" y="240"/>
                  </a:lnTo>
                  <a:lnTo>
                    <a:pt x="501" y="240"/>
                  </a:lnTo>
                  <a:lnTo>
                    <a:pt x="501" y="237"/>
                  </a:lnTo>
                  <a:lnTo>
                    <a:pt x="501" y="235"/>
                  </a:lnTo>
                  <a:lnTo>
                    <a:pt x="501" y="235"/>
                  </a:lnTo>
                  <a:lnTo>
                    <a:pt x="501" y="235"/>
                  </a:lnTo>
                  <a:lnTo>
                    <a:pt x="501" y="235"/>
                  </a:lnTo>
                  <a:lnTo>
                    <a:pt x="501" y="233"/>
                  </a:lnTo>
                  <a:lnTo>
                    <a:pt x="501" y="233"/>
                  </a:lnTo>
                  <a:lnTo>
                    <a:pt x="496" y="231"/>
                  </a:lnTo>
                  <a:lnTo>
                    <a:pt x="494" y="228"/>
                  </a:lnTo>
                  <a:lnTo>
                    <a:pt x="492" y="228"/>
                  </a:lnTo>
                  <a:lnTo>
                    <a:pt x="492" y="226"/>
                  </a:lnTo>
                  <a:lnTo>
                    <a:pt x="492" y="226"/>
                  </a:lnTo>
                  <a:lnTo>
                    <a:pt x="492" y="226"/>
                  </a:lnTo>
                  <a:lnTo>
                    <a:pt x="492" y="226"/>
                  </a:lnTo>
                  <a:lnTo>
                    <a:pt x="492" y="226"/>
                  </a:lnTo>
                  <a:lnTo>
                    <a:pt x="494" y="226"/>
                  </a:lnTo>
                  <a:lnTo>
                    <a:pt x="496" y="224"/>
                  </a:lnTo>
                  <a:lnTo>
                    <a:pt x="496" y="224"/>
                  </a:lnTo>
                  <a:lnTo>
                    <a:pt x="498" y="224"/>
                  </a:lnTo>
                  <a:lnTo>
                    <a:pt x="498" y="222"/>
                  </a:lnTo>
                  <a:lnTo>
                    <a:pt x="498" y="222"/>
                  </a:lnTo>
                  <a:lnTo>
                    <a:pt x="496" y="222"/>
                  </a:lnTo>
                  <a:lnTo>
                    <a:pt x="496" y="220"/>
                  </a:lnTo>
                  <a:lnTo>
                    <a:pt x="496" y="220"/>
                  </a:lnTo>
                  <a:lnTo>
                    <a:pt x="496" y="220"/>
                  </a:lnTo>
                  <a:lnTo>
                    <a:pt x="496" y="217"/>
                  </a:lnTo>
                  <a:lnTo>
                    <a:pt x="496" y="217"/>
                  </a:lnTo>
                  <a:lnTo>
                    <a:pt x="496" y="217"/>
                  </a:lnTo>
                  <a:lnTo>
                    <a:pt x="496" y="217"/>
                  </a:lnTo>
                  <a:lnTo>
                    <a:pt x="498" y="217"/>
                  </a:lnTo>
                  <a:lnTo>
                    <a:pt x="498" y="217"/>
                  </a:lnTo>
                  <a:lnTo>
                    <a:pt x="498" y="215"/>
                  </a:lnTo>
                  <a:lnTo>
                    <a:pt x="498" y="215"/>
                  </a:lnTo>
                  <a:lnTo>
                    <a:pt x="498" y="215"/>
                  </a:lnTo>
                  <a:lnTo>
                    <a:pt x="496" y="215"/>
                  </a:lnTo>
                  <a:lnTo>
                    <a:pt x="496" y="215"/>
                  </a:lnTo>
                  <a:lnTo>
                    <a:pt x="494" y="215"/>
                  </a:lnTo>
                  <a:lnTo>
                    <a:pt x="494" y="215"/>
                  </a:lnTo>
                  <a:lnTo>
                    <a:pt x="489" y="213"/>
                  </a:lnTo>
                  <a:lnTo>
                    <a:pt x="489" y="213"/>
                  </a:lnTo>
                  <a:lnTo>
                    <a:pt x="487" y="211"/>
                  </a:lnTo>
                  <a:lnTo>
                    <a:pt x="487" y="211"/>
                  </a:lnTo>
                  <a:lnTo>
                    <a:pt x="487" y="211"/>
                  </a:lnTo>
                  <a:lnTo>
                    <a:pt x="487" y="211"/>
                  </a:lnTo>
                  <a:lnTo>
                    <a:pt x="487" y="209"/>
                  </a:lnTo>
                  <a:lnTo>
                    <a:pt x="487" y="209"/>
                  </a:lnTo>
                  <a:lnTo>
                    <a:pt x="485" y="209"/>
                  </a:lnTo>
                  <a:lnTo>
                    <a:pt x="485" y="209"/>
                  </a:lnTo>
                  <a:lnTo>
                    <a:pt x="483" y="209"/>
                  </a:lnTo>
                  <a:lnTo>
                    <a:pt x="478" y="206"/>
                  </a:lnTo>
                  <a:lnTo>
                    <a:pt x="478" y="206"/>
                  </a:lnTo>
                  <a:lnTo>
                    <a:pt x="478" y="204"/>
                  </a:lnTo>
                  <a:lnTo>
                    <a:pt x="478" y="204"/>
                  </a:lnTo>
                  <a:lnTo>
                    <a:pt x="478" y="204"/>
                  </a:lnTo>
                  <a:lnTo>
                    <a:pt x="478" y="202"/>
                  </a:lnTo>
                  <a:lnTo>
                    <a:pt x="478" y="202"/>
                  </a:lnTo>
                  <a:lnTo>
                    <a:pt x="476" y="200"/>
                  </a:lnTo>
                  <a:lnTo>
                    <a:pt x="474" y="200"/>
                  </a:lnTo>
                  <a:lnTo>
                    <a:pt x="474" y="200"/>
                  </a:lnTo>
                  <a:lnTo>
                    <a:pt x="474" y="197"/>
                  </a:lnTo>
                  <a:lnTo>
                    <a:pt x="476" y="195"/>
                  </a:lnTo>
                  <a:lnTo>
                    <a:pt x="478" y="191"/>
                  </a:lnTo>
                  <a:lnTo>
                    <a:pt x="478" y="189"/>
                  </a:lnTo>
                  <a:lnTo>
                    <a:pt x="481" y="186"/>
                  </a:lnTo>
                  <a:lnTo>
                    <a:pt x="483" y="186"/>
                  </a:lnTo>
                  <a:lnTo>
                    <a:pt x="483" y="184"/>
                  </a:lnTo>
                  <a:lnTo>
                    <a:pt x="483" y="184"/>
                  </a:lnTo>
                  <a:lnTo>
                    <a:pt x="481" y="182"/>
                  </a:lnTo>
                  <a:lnTo>
                    <a:pt x="481" y="182"/>
                  </a:lnTo>
                  <a:lnTo>
                    <a:pt x="481" y="182"/>
                  </a:lnTo>
                  <a:lnTo>
                    <a:pt x="481" y="182"/>
                  </a:lnTo>
                  <a:lnTo>
                    <a:pt x="476" y="182"/>
                  </a:lnTo>
                  <a:lnTo>
                    <a:pt x="476" y="180"/>
                  </a:lnTo>
                  <a:lnTo>
                    <a:pt x="476" y="180"/>
                  </a:lnTo>
                  <a:lnTo>
                    <a:pt x="476" y="180"/>
                  </a:lnTo>
                  <a:lnTo>
                    <a:pt x="476" y="180"/>
                  </a:lnTo>
                  <a:lnTo>
                    <a:pt x="476" y="180"/>
                  </a:lnTo>
                  <a:lnTo>
                    <a:pt x="476" y="180"/>
                  </a:lnTo>
                  <a:lnTo>
                    <a:pt x="476" y="178"/>
                  </a:lnTo>
                  <a:lnTo>
                    <a:pt x="476" y="178"/>
                  </a:lnTo>
                  <a:lnTo>
                    <a:pt x="478" y="178"/>
                  </a:lnTo>
                  <a:lnTo>
                    <a:pt x="478" y="178"/>
                  </a:lnTo>
                  <a:lnTo>
                    <a:pt x="478" y="178"/>
                  </a:lnTo>
                  <a:lnTo>
                    <a:pt x="478" y="178"/>
                  </a:lnTo>
                  <a:lnTo>
                    <a:pt x="478" y="178"/>
                  </a:lnTo>
                  <a:lnTo>
                    <a:pt x="476" y="175"/>
                  </a:lnTo>
                  <a:lnTo>
                    <a:pt x="478" y="175"/>
                  </a:lnTo>
                  <a:lnTo>
                    <a:pt x="478" y="175"/>
                  </a:lnTo>
                  <a:lnTo>
                    <a:pt x="478" y="175"/>
                  </a:lnTo>
                  <a:lnTo>
                    <a:pt x="478" y="175"/>
                  </a:lnTo>
                  <a:lnTo>
                    <a:pt x="478" y="175"/>
                  </a:lnTo>
                  <a:lnTo>
                    <a:pt x="478" y="175"/>
                  </a:lnTo>
                  <a:lnTo>
                    <a:pt x="478" y="175"/>
                  </a:lnTo>
                  <a:lnTo>
                    <a:pt x="481" y="175"/>
                  </a:lnTo>
                  <a:lnTo>
                    <a:pt x="481" y="173"/>
                  </a:lnTo>
                  <a:lnTo>
                    <a:pt x="481" y="173"/>
                  </a:lnTo>
                  <a:lnTo>
                    <a:pt x="481" y="173"/>
                  </a:lnTo>
                  <a:lnTo>
                    <a:pt x="481" y="173"/>
                  </a:lnTo>
                  <a:lnTo>
                    <a:pt x="481" y="171"/>
                  </a:lnTo>
                  <a:lnTo>
                    <a:pt x="478" y="166"/>
                  </a:lnTo>
                  <a:lnTo>
                    <a:pt x="478" y="166"/>
                  </a:lnTo>
                  <a:lnTo>
                    <a:pt x="478" y="164"/>
                  </a:lnTo>
                  <a:lnTo>
                    <a:pt x="478" y="164"/>
                  </a:lnTo>
                  <a:lnTo>
                    <a:pt x="478" y="164"/>
                  </a:lnTo>
                  <a:lnTo>
                    <a:pt x="478" y="164"/>
                  </a:lnTo>
                  <a:lnTo>
                    <a:pt x="478" y="162"/>
                  </a:lnTo>
                  <a:lnTo>
                    <a:pt x="478" y="162"/>
                  </a:lnTo>
                  <a:lnTo>
                    <a:pt x="478" y="162"/>
                  </a:lnTo>
                  <a:lnTo>
                    <a:pt x="478" y="162"/>
                  </a:lnTo>
                  <a:lnTo>
                    <a:pt x="478" y="162"/>
                  </a:lnTo>
                  <a:lnTo>
                    <a:pt x="478" y="162"/>
                  </a:lnTo>
                  <a:lnTo>
                    <a:pt x="478" y="160"/>
                  </a:lnTo>
                  <a:lnTo>
                    <a:pt x="478" y="160"/>
                  </a:lnTo>
                  <a:lnTo>
                    <a:pt x="478" y="160"/>
                  </a:lnTo>
                  <a:lnTo>
                    <a:pt x="478" y="158"/>
                  </a:lnTo>
                  <a:lnTo>
                    <a:pt x="478" y="158"/>
                  </a:lnTo>
                  <a:lnTo>
                    <a:pt x="478" y="158"/>
                  </a:lnTo>
                  <a:lnTo>
                    <a:pt x="481" y="158"/>
                  </a:lnTo>
                  <a:lnTo>
                    <a:pt x="481" y="158"/>
                  </a:lnTo>
                  <a:lnTo>
                    <a:pt x="481" y="155"/>
                  </a:lnTo>
                  <a:lnTo>
                    <a:pt x="481" y="149"/>
                  </a:lnTo>
                  <a:lnTo>
                    <a:pt x="483" y="149"/>
                  </a:lnTo>
                  <a:lnTo>
                    <a:pt x="483" y="149"/>
                  </a:lnTo>
                  <a:lnTo>
                    <a:pt x="485" y="149"/>
                  </a:lnTo>
                  <a:lnTo>
                    <a:pt x="485" y="149"/>
                  </a:lnTo>
                  <a:lnTo>
                    <a:pt x="485" y="149"/>
                  </a:lnTo>
                  <a:lnTo>
                    <a:pt x="485" y="149"/>
                  </a:lnTo>
                  <a:lnTo>
                    <a:pt x="487" y="144"/>
                  </a:lnTo>
                  <a:lnTo>
                    <a:pt x="487" y="144"/>
                  </a:lnTo>
                  <a:lnTo>
                    <a:pt x="487" y="144"/>
                  </a:lnTo>
                  <a:lnTo>
                    <a:pt x="487" y="144"/>
                  </a:lnTo>
                  <a:lnTo>
                    <a:pt x="487" y="142"/>
                  </a:lnTo>
                  <a:lnTo>
                    <a:pt x="489" y="142"/>
                  </a:lnTo>
                  <a:lnTo>
                    <a:pt x="489" y="142"/>
                  </a:lnTo>
                  <a:lnTo>
                    <a:pt x="487" y="142"/>
                  </a:lnTo>
                  <a:lnTo>
                    <a:pt x="487" y="140"/>
                  </a:lnTo>
                  <a:lnTo>
                    <a:pt x="489" y="138"/>
                  </a:lnTo>
                  <a:lnTo>
                    <a:pt x="489" y="138"/>
                  </a:lnTo>
                  <a:lnTo>
                    <a:pt x="489" y="138"/>
                  </a:lnTo>
                  <a:lnTo>
                    <a:pt x="489" y="138"/>
                  </a:lnTo>
                  <a:lnTo>
                    <a:pt x="489" y="138"/>
                  </a:lnTo>
                  <a:lnTo>
                    <a:pt x="489" y="135"/>
                  </a:lnTo>
                  <a:lnTo>
                    <a:pt x="489" y="135"/>
                  </a:lnTo>
                  <a:lnTo>
                    <a:pt x="489" y="135"/>
                  </a:lnTo>
                  <a:lnTo>
                    <a:pt x="489" y="135"/>
                  </a:lnTo>
                  <a:lnTo>
                    <a:pt x="489" y="135"/>
                  </a:lnTo>
                  <a:lnTo>
                    <a:pt x="489" y="131"/>
                  </a:lnTo>
                  <a:lnTo>
                    <a:pt x="489" y="131"/>
                  </a:lnTo>
                  <a:lnTo>
                    <a:pt x="489" y="131"/>
                  </a:lnTo>
                  <a:lnTo>
                    <a:pt x="489" y="131"/>
                  </a:lnTo>
                  <a:lnTo>
                    <a:pt x="487" y="129"/>
                  </a:lnTo>
                  <a:lnTo>
                    <a:pt x="487" y="129"/>
                  </a:lnTo>
                  <a:lnTo>
                    <a:pt x="487" y="129"/>
                  </a:lnTo>
                  <a:lnTo>
                    <a:pt x="487" y="129"/>
                  </a:lnTo>
                  <a:lnTo>
                    <a:pt x="485" y="129"/>
                  </a:lnTo>
                  <a:lnTo>
                    <a:pt x="485" y="129"/>
                  </a:lnTo>
                  <a:lnTo>
                    <a:pt x="485" y="129"/>
                  </a:lnTo>
                  <a:lnTo>
                    <a:pt x="485" y="129"/>
                  </a:lnTo>
                  <a:lnTo>
                    <a:pt x="483" y="129"/>
                  </a:lnTo>
                  <a:lnTo>
                    <a:pt x="483" y="129"/>
                  </a:lnTo>
                  <a:lnTo>
                    <a:pt x="483" y="129"/>
                  </a:lnTo>
                  <a:lnTo>
                    <a:pt x="483" y="129"/>
                  </a:lnTo>
                  <a:lnTo>
                    <a:pt x="483" y="129"/>
                  </a:lnTo>
                  <a:lnTo>
                    <a:pt x="483" y="129"/>
                  </a:lnTo>
                  <a:lnTo>
                    <a:pt x="481" y="127"/>
                  </a:lnTo>
                  <a:lnTo>
                    <a:pt x="481" y="127"/>
                  </a:lnTo>
                  <a:lnTo>
                    <a:pt x="481" y="127"/>
                  </a:lnTo>
                  <a:lnTo>
                    <a:pt x="481" y="127"/>
                  </a:lnTo>
                  <a:lnTo>
                    <a:pt x="478" y="127"/>
                  </a:lnTo>
                  <a:lnTo>
                    <a:pt x="478" y="124"/>
                  </a:lnTo>
                  <a:lnTo>
                    <a:pt x="478" y="124"/>
                  </a:lnTo>
                  <a:lnTo>
                    <a:pt x="478" y="124"/>
                  </a:lnTo>
                  <a:lnTo>
                    <a:pt x="478" y="124"/>
                  </a:lnTo>
                  <a:lnTo>
                    <a:pt x="478" y="124"/>
                  </a:lnTo>
                  <a:lnTo>
                    <a:pt x="478" y="124"/>
                  </a:lnTo>
                  <a:lnTo>
                    <a:pt x="476" y="127"/>
                  </a:lnTo>
                  <a:lnTo>
                    <a:pt x="476" y="127"/>
                  </a:lnTo>
                  <a:lnTo>
                    <a:pt x="476" y="127"/>
                  </a:lnTo>
                  <a:lnTo>
                    <a:pt x="476" y="127"/>
                  </a:lnTo>
                  <a:lnTo>
                    <a:pt x="476" y="127"/>
                  </a:lnTo>
                  <a:lnTo>
                    <a:pt x="474" y="124"/>
                  </a:lnTo>
                  <a:lnTo>
                    <a:pt x="472" y="124"/>
                  </a:lnTo>
                  <a:lnTo>
                    <a:pt x="470" y="124"/>
                  </a:lnTo>
                  <a:lnTo>
                    <a:pt x="470" y="124"/>
                  </a:lnTo>
                  <a:lnTo>
                    <a:pt x="470" y="124"/>
                  </a:lnTo>
                  <a:lnTo>
                    <a:pt x="470" y="124"/>
                  </a:lnTo>
                  <a:lnTo>
                    <a:pt x="467" y="124"/>
                  </a:lnTo>
                  <a:lnTo>
                    <a:pt x="467" y="124"/>
                  </a:lnTo>
                  <a:lnTo>
                    <a:pt x="465" y="124"/>
                  </a:lnTo>
                  <a:lnTo>
                    <a:pt x="465" y="124"/>
                  </a:lnTo>
                  <a:lnTo>
                    <a:pt x="465" y="124"/>
                  </a:lnTo>
                  <a:lnTo>
                    <a:pt x="465" y="124"/>
                  </a:lnTo>
                  <a:lnTo>
                    <a:pt x="465" y="127"/>
                  </a:lnTo>
                  <a:lnTo>
                    <a:pt x="465" y="127"/>
                  </a:lnTo>
                  <a:lnTo>
                    <a:pt x="465" y="127"/>
                  </a:lnTo>
                  <a:lnTo>
                    <a:pt x="463" y="127"/>
                  </a:lnTo>
                  <a:lnTo>
                    <a:pt x="463" y="127"/>
                  </a:lnTo>
                  <a:lnTo>
                    <a:pt x="463" y="127"/>
                  </a:lnTo>
                  <a:lnTo>
                    <a:pt x="463" y="127"/>
                  </a:lnTo>
                  <a:lnTo>
                    <a:pt x="461" y="127"/>
                  </a:lnTo>
                  <a:lnTo>
                    <a:pt x="461" y="127"/>
                  </a:lnTo>
                  <a:lnTo>
                    <a:pt x="461" y="127"/>
                  </a:lnTo>
                  <a:lnTo>
                    <a:pt x="454" y="127"/>
                  </a:lnTo>
                  <a:lnTo>
                    <a:pt x="454" y="127"/>
                  </a:lnTo>
                  <a:lnTo>
                    <a:pt x="454" y="127"/>
                  </a:lnTo>
                  <a:lnTo>
                    <a:pt x="454" y="127"/>
                  </a:lnTo>
                  <a:lnTo>
                    <a:pt x="454" y="127"/>
                  </a:lnTo>
                  <a:lnTo>
                    <a:pt x="454" y="127"/>
                  </a:lnTo>
                  <a:lnTo>
                    <a:pt x="454" y="124"/>
                  </a:lnTo>
                  <a:lnTo>
                    <a:pt x="454" y="124"/>
                  </a:lnTo>
                  <a:lnTo>
                    <a:pt x="454" y="122"/>
                  </a:lnTo>
                  <a:lnTo>
                    <a:pt x="454" y="122"/>
                  </a:lnTo>
                  <a:lnTo>
                    <a:pt x="454" y="122"/>
                  </a:lnTo>
                  <a:lnTo>
                    <a:pt x="452" y="120"/>
                  </a:lnTo>
                  <a:lnTo>
                    <a:pt x="452" y="120"/>
                  </a:lnTo>
                  <a:lnTo>
                    <a:pt x="452" y="118"/>
                  </a:lnTo>
                  <a:lnTo>
                    <a:pt x="452" y="118"/>
                  </a:lnTo>
                  <a:lnTo>
                    <a:pt x="450" y="113"/>
                  </a:lnTo>
                  <a:lnTo>
                    <a:pt x="450" y="111"/>
                  </a:lnTo>
                  <a:lnTo>
                    <a:pt x="450" y="111"/>
                  </a:lnTo>
                  <a:lnTo>
                    <a:pt x="450" y="111"/>
                  </a:lnTo>
                  <a:lnTo>
                    <a:pt x="447" y="111"/>
                  </a:lnTo>
                  <a:lnTo>
                    <a:pt x="447" y="109"/>
                  </a:lnTo>
                  <a:lnTo>
                    <a:pt x="443" y="107"/>
                  </a:lnTo>
                  <a:lnTo>
                    <a:pt x="443" y="104"/>
                  </a:lnTo>
                  <a:lnTo>
                    <a:pt x="443" y="104"/>
                  </a:lnTo>
                  <a:lnTo>
                    <a:pt x="443" y="102"/>
                  </a:lnTo>
                  <a:lnTo>
                    <a:pt x="443" y="102"/>
                  </a:lnTo>
                  <a:lnTo>
                    <a:pt x="443" y="96"/>
                  </a:lnTo>
                  <a:lnTo>
                    <a:pt x="443" y="96"/>
                  </a:lnTo>
                  <a:lnTo>
                    <a:pt x="443" y="96"/>
                  </a:lnTo>
                  <a:lnTo>
                    <a:pt x="443" y="96"/>
                  </a:lnTo>
                  <a:lnTo>
                    <a:pt x="443" y="96"/>
                  </a:lnTo>
                  <a:lnTo>
                    <a:pt x="443" y="93"/>
                  </a:lnTo>
                  <a:lnTo>
                    <a:pt x="443" y="93"/>
                  </a:lnTo>
                  <a:lnTo>
                    <a:pt x="443" y="93"/>
                  </a:lnTo>
                  <a:lnTo>
                    <a:pt x="441" y="93"/>
                  </a:lnTo>
                  <a:lnTo>
                    <a:pt x="441" y="91"/>
                  </a:lnTo>
                  <a:lnTo>
                    <a:pt x="441" y="91"/>
                  </a:lnTo>
                  <a:lnTo>
                    <a:pt x="439" y="91"/>
                  </a:lnTo>
                  <a:lnTo>
                    <a:pt x="439" y="89"/>
                  </a:lnTo>
                  <a:lnTo>
                    <a:pt x="439" y="89"/>
                  </a:lnTo>
                  <a:lnTo>
                    <a:pt x="439" y="89"/>
                  </a:lnTo>
                  <a:lnTo>
                    <a:pt x="439" y="89"/>
                  </a:lnTo>
                  <a:lnTo>
                    <a:pt x="436" y="89"/>
                  </a:lnTo>
                  <a:lnTo>
                    <a:pt x="436" y="89"/>
                  </a:lnTo>
                  <a:lnTo>
                    <a:pt x="436" y="87"/>
                  </a:lnTo>
                  <a:lnTo>
                    <a:pt x="436" y="87"/>
                  </a:lnTo>
                  <a:lnTo>
                    <a:pt x="439" y="80"/>
                  </a:lnTo>
                  <a:lnTo>
                    <a:pt x="439" y="78"/>
                  </a:lnTo>
                  <a:lnTo>
                    <a:pt x="439" y="78"/>
                  </a:lnTo>
                  <a:lnTo>
                    <a:pt x="441" y="78"/>
                  </a:lnTo>
                  <a:lnTo>
                    <a:pt x="441" y="78"/>
                  </a:lnTo>
                  <a:lnTo>
                    <a:pt x="441" y="76"/>
                  </a:lnTo>
                  <a:lnTo>
                    <a:pt x="441" y="76"/>
                  </a:lnTo>
                  <a:lnTo>
                    <a:pt x="441" y="73"/>
                  </a:lnTo>
                  <a:lnTo>
                    <a:pt x="441" y="73"/>
                  </a:lnTo>
                  <a:lnTo>
                    <a:pt x="441" y="71"/>
                  </a:lnTo>
                  <a:lnTo>
                    <a:pt x="443" y="71"/>
                  </a:lnTo>
                  <a:lnTo>
                    <a:pt x="443" y="71"/>
                  </a:lnTo>
                  <a:lnTo>
                    <a:pt x="443" y="71"/>
                  </a:lnTo>
                  <a:lnTo>
                    <a:pt x="443" y="71"/>
                  </a:lnTo>
                  <a:lnTo>
                    <a:pt x="445" y="69"/>
                  </a:lnTo>
                  <a:lnTo>
                    <a:pt x="445" y="69"/>
                  </a:lnTo>
                  <a:lnTo>
                    <a:pt x="445" y="69"/>
                  </a:lnTo>
                  <a:lnTo>
                    <a:pt x="445" y="67"/>
                  </a:lnTo>
                  <a:lnTo>
                    <a:pt x="445" y="67"/>
                  </a:lnTo>
                  <a:lnTo>
                    <a:pt x="443" y="60"/>
                  </a:lnTo>
                  <a:lnTo>
                    <a:pt x="443" y="60"/>
                  </a:lnTo>
                  <a:lnTo>
                    <a:pt x="443" y="60"/>
                  </a:lnTo>
                  <a:lnTo>
                    <a:pt x="443" y="58"/>
                  </a:lnTo>
                  <a:lnTo>
                    <a:pt x="443" y="58"/>
                  </a:lnTo>
                  <a:lnTo>
                    <a:pt x="443" y="58"/>
                  </a:lnTo>
                  <a:lnTo>
                    <a:pt x="434" y="56"/>
                  </a:lnTo>
                  <a:lnTo>
                    <a:pt x="434" y="53"/>
                  </a:lnTo>
                  <a:lnTo>
                    <a:pt x="432" y="51"/>
                  </a:lnTo>
                  <a:lnTo>
                    <a:pt x="432" y="51"/>
                  </a:lnTo>
                  <a:lnTo>
                    <a:pt x="432" y="51"/>
                  </a:lnTo>
                  <a:lnTo>
                    <a:pt x="432" y="51"/>
                  </a:lnTo>
                  <a:lnTo>
                    <a:pt x="432" y="49"/>
                  </a:lnTo>
                  <a:lnTo>
                    <a:pt x="432" y="49"/>
                  </a:lnTo>
                  <a:lnTo>
                    <a:pt x="432" y="47"/>
                  </a:lnTo>
                  <a:lnTo>
                    <a:pt x="432" y="42"/>
                  </a:lnTo>
                  <a:lnTo>
                    <a:pt x="432" y="40"/>
                  </a:lnTo>
                  <a:lnTo>
                    <a:pt x="434" y="40"/>
                  </a:lnTo>
                  <a:lnTo>
                    <a:pt x="434" y="40"/>
                  </a:lnTo>
                  <a:lnTo>
                    <a:pt x="434" y="40"/>
                  </a:lnTo>
                  <a:lnTo>
                    <a:pt x="434" y="38"/>
                  </a:lnTo>
                  <a:lnTo>
                    <a:pt x="434" y="38"/>
                  </a:lnTo>
                  <a:lnTo>
                    <a:pt x="434" y="38"/>
                  </a:lnTo>
                  <a:lnTo>
                    <a:pt x="436" y="38"/>
                  </a:lnTo>
                  <a:lnTo>
                    <a:pt x="436" y="36"/>
                  </a:lnTo>
                  <a:lnTo>
                    <a:pt x="436" y="36"/>
                  </a:lnTo>
                  <a:lnTo>
                    <a:pt x="436" y="36"/>
                  </a:lnTo>
                  <a:lnTo>
                    <a:pt x="436" y="33"/>
                  </a:lnTo>
                  <a:lnTo>
                    <a:pt x="434" y="31"/>
                  </a:lnTo>
                  <a:lnTo>
                    <a:pt x="434" y="31"/>
                  </a:lnTo>
                  <a:lnTo>
                    <a:pt x="432" y="29"/>
                  </a:lnTo>
                  <a:lnTo>
                    <a:pt x="432" y="27"/>
                  </a:lnTo>
                  <a:lnTo>
                    <a:pt x="425" y="22"/>
                  </a:lnTo>
                  <a:lnTo>
                    <a:pt x="425" y="22"/>
                  </a:lnTo>
                  <a:lnTo>
                    <a:pt x="423" y="22"/>
                  </a:lnTo>
                  <a:lnTo>
                    <a:pt x="423" y="22"/>
                  </a:lnTo>
                  <a:lnTo>
                    <a:pt x="421" y="20"/>
                  </a:lnTo>
                  <a:lnTo>
                    <a:pt x="421" y="20"/>
                  </a:lnTo>
                  <a:lnTo>
                    <a:pt x="421" y="20"/>
                  </a:lnTo>
                  <a:lnTo>
                    <a:pt x="421" y="18"/>
                  </a:lnTo>
                  <a:lnTo>
                    <a:pt x="421" y="18"/>
                  </a:lnTo>
                  <a:lnTo>
                    <a:pt x="421" y="18"/>
                  </a:lnTo>
                  <a:lnTo>
                    <a:pt x="421" y="18"/>
                  </a:lnTo>
                  <a:lnTo>
                    <a:pt x="421" y="16"/>
                  </a:lnTo>
                  <a:lnTo>
                    <a:pt x="421" y="16"/>
                  </a:lnTo>
                  <a:lnTo>
                    <a:pt x="419" y="16"/>
                  </a:lnTo>
                  <a:lnTo>
                    <a:pt x="419" y="14"/>
                  </a:lnTo>
                  <a:lnTo>
                    <a:pt x="416" y="16"/>
                  </a:lnTo>
                  <a:lnTo>
                    <a:pt x="416" y="16"/>
                  </a:lnTo>
                  <a:lnTo>
                    <a:pt x="414" y="16"/>
                  </a:lnTo>
                  <a:lnTo>
                    <a:pt x="412" y="16"/>
                  </a:lnTo>
                  <a:lnTo>
                    <a:pt x="410" y="16"/>
                  </a:lnTo>
                  <a:lnTo>
                    <a:pt x="410" y="18"/>
                  </a:lnTo>
                  <a:lnTo>
                    <a:pt x="410" y="18"/>
                  </a:lnTo>
                  <a:lnTo>
                    <a:pt x="408" y="20"/>
                  </a:lnTo>
                  <a:lnTo>
                    <a:pt x="408" y="20"/>
                  </a:lnTo>
                  <a:lnTo>
                    <a:pt x="405" y="20"/>
                  </a:lnTo>
                  <a:lnTo>
                    <a:pt x="403" y="18"/>
                  </a:lnTo>
                  <a:lnTo>
                    <a:pt x="401" y="16"/>
                  </a:lnTo>
                  <a:lnTo>
                    <a:pt x="401" y="16"/>
                  </a:lnTo>
                  <a:lnTo>
                    <a:pt x="392" y="16"/>
                  </a:lnTo>
                  <a:lnTo>
                    <a:pt x="390" y="16"/>
                  </a:lnTo>
                  <a:lnTo>
                    <a:pt x="390" y="16"/>
                  </a:lnTo>
                  <a:lnTo>
                    <a:pt x="390" y="18"/>
                  </a:lnTo>
                  <a:lnTo>
                    <a:pt x="390" y="18"/>
                  </a:lnTo>
                  <a:lnTo>
                    <a:pt x="390" y="18"/>
                  </a:lnTo>
                  <a:lnTo>
                    <a:pt x="390" y="20"/>
                  </a:lnTo>
                  <a:lnTo>
                    <a:pt x="390" y="22"/>
                  </a:lnTo>
                  <a:lnTo>
                    <a:pt x="390" y="22"/>
                  </a:lnTo>
                  <a:lnTo>
                    <a:pt x="388" y="25"/>
                  </a:lnTo>
                  <a:lnTo>
                    <a:pt x="388" y="27"/>
                  </a:lnTo>
                  <a:lnTo>
                    <a:pt x="388" y="27"/>
                  </a:lnTo>
                  <a:lnTo>
                    <a:pt x="385" y="27"/>
                  </a:lnTo>
                  <a:lnTo>
                    <a:pt x="385" y="27"/>
                  </a:lnTo>
                  <a:lnTo>
                    <a:pt x="385" y="25"/>
                  </a:lnTo>
                  <a:lnTo>
                    <a:pt x="383" y="25"/>
                  </a:lnTo>
                  <a:lnTo>
                    <a:pt x="383" y="25"/>
                  </a:lnTo>
                  <a:lnTo>
                    <a:pt x="383" y="22"/>
                  </a:lnTo>
                  <a:lnTo>
                    <a:pt x="383" y="22"/>
                  </a:lnTo>
                  <a:lnTo>
                    <a:pt x="383" y="20"/>
                  </a:lnTo>
                  <a:lnTo>
                    <a:pt x="383" y="20"/>
                  </a:lnTo>
                  <a:lnTo>
                    <a:pt x="381" y="20"/>
                  </a:lnTo>
                  <a:lnTo>
                    <a:pt x="381" y="20"/>
                  </a:lnTo>
                  <a:lnTo>
                    <a:pt x="381" y="22"/>
                  </a:lnTo>
                  <a:lnTo>
                    <a:pt x="381" y="25"/>
                  </a:lnTo>
                  <a:lnTo>
                    <a:pt x="379" y="27"/>
                  </a:lnTo>
                  <a:lnTo>
                    <a:pt x="379" y="27"/>
                  </a:lnTo>
                  <a:lnTo>
                    <a:pt x="379" y="27"/>
                  </a:lnTo>
                  <a:lnTo>
                    <a:pt x="376" y="27"/>
                  </a:lnTo>
                  <a:lnTo>
                    <a:pt x="376" y="27"/>
                  </a:lnTo>
                  <a:lnTo>
                    <a:pt x="376" y="29"/>
                  </a:lnTo>
                  <a:lnTo>
                    <a:pt x="376" y="29"/>
                  </a:lnTo>
                  <a:lnTo>
                    <a:pt x="374" y="29"/>
                  </a:lnTo>
                  <a:lnTo>
                    <a:pt x="374" y="29"/>
                  </a:lnTo>
                  <a:lnTo>
                    <a:pt x="374" y="29"/>
                  </a:lnTo>
                  <a:lnTo>
                    <a:pt x="372" y="27"/>
                  </a:lnTo>
                  <a:lnTo>
                    <a:pt x="368" y="27"/>
                  </a:lnTo>
                  <a:lnTo>
                    <a:pt x="368" y="25"/>
                  </a:lnTo>
                  <a:lnTo>
                    <a:pt x="365" y="25"/>
                  </a:lnTo>
                  <a:lnTo>
                    <a:pt x="365" y="22"/>
                  </a:lnTo>
                  <a:lnTo>
                    <a:pt x="365" y="20"/>
                  </a:lnTo>
                  <a:lnTo>
                    <a:pt x="363" y="18"/>
                  </a:lnTo>
                  <a:lnTo>
                    <a:pt x="361" y="20"/>
                  </a:lnTo>
                  <a:lnTo>
                    <a:pt x="363" y="27"/>
                  </a:lnTo>
                  <a:lnTo>
                    <a:pt x="361" y="29"/>
                  </a:lnTo>
                  <a:lnTo>
                    <a:pt x="361" y="29"/>
                  </a:lnTo>
                  <a:lnTo>
                    <a:pt x="359" y="27"/>
                  </a:lnTo>
                  <a:lnTo>
                    <a:pt x="357" y="27"/>
                  </a:lnTo>
                  <a:lnTo>
                    <a:pt x="350" y="27"/>
                  </a:lnTo>
                  <a:lnTo>
                    <a:pt x="348" y="27"/>
                  </a:lnTo>
                  <a:lnTo>
                    <a:pt x="345" y="27"/>
                  </a:lnTo>
                  <a:lnTo>
                    <a:pt x="345" y="27"/>
                  </a:lnTo>
                  <a:lnTo>
                    <a:pt x="343" y="27"/>
                  </a:lnTo>
                  <a:lnTo>
                    <a:pt x="339" y="27"/>
                  </a:lnTo>
                  <a:lnTo>
                    <a:pt x="337" y="27"/>
                  </a:lnTo>
                  <a:lnTo>
                    <a:pt x="334" y="29"/>
                  </a:lnTo>
                  <a:lnTo>
                    <a:pt x="332" y="29"/>
                  </a:lnTo>
                  <a:lnTo>
                    <a:pt x="332" y="29"/>
                  </a:lnTo>
                  <a:lnTo>
                    <a:pt x="328" y="29"/>
                  </a:lnTo>
                  <a:lnTo>
                    <a:pt x="326" y="29"/>
                  </a:lnTo>
                  <a:lnTo>
                    <a:pt x="323" y="29"/>
                  </a:lnTo>
                  <a:lnTo>
                    <a:pt x="319" y="29"/>
                  </a:lnTo>
                  <a:lnTo>
                    <a:pt x="319" y="31"/>
                  </a:lnTo>
                  <a:lnTo>
                    <a:pt x="317" y="31"/>
                  </a:lnTo>
                  <a:lnTo>
                    <a:pt x="317" y="33"/>
                  </a:lnTo>
                  <a:lnTo>
                    <a:pt x="314" y="36"/>
                  </a:lnTo>
                  <a:lnTo>
                    <a:pt x="314" y="38"/>
                  </a:lnTo>
                  <a:lnTo>
                    <a:pt x="314" y="38"/>
                  </a:lnTo>
                  <a:lnTo>
                    <a:pt x="314" y="40"/>
                  </a:lnTo>
                  <a:lnTo>
                    <a:pt x="314" y="40"/>
                  </a:lnTo>
                  <a:lnTo>
                    <a:pt x="314" y="45"/>
                  </a:lnTo>
                  <a:lnTo>
                    <a:pt x="314" y="47"/>
                  </a:lnTo>
                  <a:lnTo>
                    <a:pt x="317" y="49"/>
                  </a:lnTo>
                  <a:lnTo>
                    <a:pt x="317" y="49"/>
                  </a:lnTo>
                  <a:lnTo>
                    <a:pt x="317" y="49"/>
                  </a:lnTo>
                  <a:lnTo>
                    <a:pt x="314" y="51"/>
                  </a:lnTo>
                  <a:lnTo>
                    <a:pt x="312" y="51"/>
                  </a:lnTo>
                  <a:lnTo>
                    <a:pt x="310" y="49"/>
                  </a:lnTo>
                  <a:lnTo>
                    <a:pt x="308" y="49"/>
                  </a:lnTo>
                  <a:lnTo>
                    <a:pt x="308" y="42"/>
                  </a:lnTo>
                  <a:lnTo>
                    <a:pt x="308" y="36"/>
                  </a:lnTo>
                  <a:lnTo>
                    <a:pt x="308" y="31"/>
                  </a:lnTo>
                  <a:lnTo>
                    <a:pt x="306" y="29"/>
                  </a:lnTo>
                  <a:lnTo>
                    <a:pt x="303" y="29"/>
                  </a:lnTo>
                  <a:lnTo>
                    <a:pt x="301" y="31"/>
                  </a:lnTo>
                  <a:lnTo>
                    <a:pt x="299" y="36"/>
                  </a:lnTo>
                  <a:lnTo>
                    <a:pt x="297" y="38"/>
                  </a:lnTo>
                  <a:lnTo>
                    <a:pt x="295" y="40"/>
                  </a:lnTo>
                  <a:lnTo>
                    <a:pt x="292" y="42"/>
                  </a:lnTo>
                  <a:lnTo>
                    <a:pt x="290" y="40"/>
                  </a:lnTo>
                  <a:lnTo>
                    <a:pt x="290" y="40"/>
                  </a:lnTo>
                  <a:lnTo>
                    <a:pt x="288" y="36"/>
                  </a:lnTo>
                  <a:lnTo>
                    <a:pt x="286" y="33"/>
                  </a:lnTo>
                  <a:lnTo>
                    <a:pt x="286" y="31"/>
                  </a:lnTo>
                  <a:lnTo>
                    <a:pt x="283" y="29"/>
                  </a:lnTo>
                  <a:lnTo>
                    <a:pt x="283" y="25"/>
                  </a:lnTo>
                  <a:lnTo>
                    <a:pt x="283" y="22"/>
                  </a:lnTo>
                  <a:lnTo>
                    <a:pt x="283" y="20"/>
                  </a:lnTo>
                  <a:lnTo>
                    <a:pt x="283" y="20"/>
                  </a:lnTo>
                  <a:lnTo>
                    <a:pt x="286" y="20"/>
                  </a:lnTo>
                  <a:lnTo>
                    <a:pt x="286" y="18"/>
                  </a:lnTo>
                  <a:lnTo>
                    <a:pt x="286" y="18"/>
                  </a:lnTo>
                  <a:lnTo>
                    <a:pt x="288" y="18"/>
                  </a:lnTo>
                  <a:lnTo>
                    <a:pt x="288" y="16"/>
                  </a:lnTo>
                  <a:lnTo>
                    <a:pt x="288" y="16"/>
                  </a:lnTo>
                  <a:lnTo>
                    <a:pt x="286" y="16"/>
                  </a:lnTo>
                  <a:lnTo>
                    <a:pt x="286" y="16"/>
                  </a:lnTo>
                  <a:lnTo>
                    <a:pt x="283" y="16"/>
                  </a:lnTo>
                  <a:lnTo>
                    <a:pt x="279" y="16"/>
                  </a:lnTo>
                  <a:lnTo>
                    <a:pt x="277" y="16"/>
                  </a:lnTo>
                  <a:lnTo>
                    <a:pt x="270" y="14"/>
                  </a:lnTo>
                  <a:lnTo>
                    <a:pt x="266" y="11"/>
                  </a:lnTo>
                  <a:lnTo>
                    <a:pt x="241" y="11"/>
                  </a:lnTo>
                  <a:lnTo>
                    <a:pt x="232" y="11"/>
                  </a:lnTo>
                  <a:lnTo>
                    <a:pt x="208" y="7"/>
                  </a:lnTo>
                  <a:lnTo>
                    <a:pt x="206" y="7"/>
                  </a:lnTo>
                  <a:lnTo>
                    <a:pt x="204" y="2"/>
                  </a:lnTo>
                  <a:lnTo>
                    <a:pt x="201" y="0"/>
                  </a:lnTo>
                  <a:lnTo>
                    <a:pt x="199" y="0"/>
                  </a:lnTo>
                  <a:lnTo>
                    <a:pt x="197" y="0"/>
                  </a:lnTo>
                  <a:lnTo>
                    <a:pt x="195" y="0"/>
                  </a:lnTo>
                  <a:lnTo>
                    <a:pt x="193" y="2"/>
                  </a:lnTo>
                  <a:lnTo>
                    <a:pt x="190" y="5"/>
                  </a:lnTo>
                  <a:lnTo>
                    <a:pt x="184" y="11"/>
                  </a:lnTo>
                  <a:lnTo>
                    <a:pt x="184" y="11"/>
                  </a:lnTo>
                  <a:lnTo>
                    <a:pt x="182" y="14"/>
                  </a:lnTo>
                  <a:lnTo>
                    <a:pt x="168" y="18"/>
                  </a:lnTo>
                  <a:lnTo>
                    <a:pt x="168" y="18"/>
                  </a:lnTo>
                  <a:lnTo>
                    <a:pt x="164" y="22"/>
                  </a:lnTo>
                  <a:lnTo>
                    <a:pt x="159" y="25"/>
                  </a:lnTo>
                  <a:lnTo>
                    <a:pt x="157" y="31"/>
                  </a:lnTo>
                  <a:lnTo>
                    <a:pt x="155" y="36"/>
                  </a:lnTo>
                  <a:lnTo>
                    <a:pt x="153" y="38"/>
                  </a:lnTo>
                  <a:lnTo>
                    <a:pt x="150" y="40"/>
                  </a:lnTo>
                  <a:lnTo>
                    <a:pt x="150" y="40"/>
                  </a:lnTo>
                  <a:lnTo>
                    <a:pt x="139" y="42"/>
                  </a:lnTo>
                  <a:lnTo>
                    <a:pt x="135" y="45"/>
                  </a:lnTo>
                  <a:lnTo>
                    <a:pt x="135" y="47"/>
                  </a:lnTo>
                  <a:lnTo>
                    <a:pt x="131" y="49"/>
                  </a:lnTo>
                  <a:lnTo>
                    <a:pt x="131" y="51"/>
                  </a:lnTo>
                  <a:lnTo>
                    <a:pt x="128" y="56"/>
                  </a:lnTo>
                  <a:lnTo>
                    <a:pt x="126" y="58"/>
                  </a:lnTo>
                  <a:lnTo>
                    <a:pt x="122" y="62"/>
                  </a:lnTo>
                  <a:lnTo>
                    <a:pt x="117" y="62"/>
                  </a:lnTo>
                  <a:lnTo>
                    <a:pt x="117" y="65"/>
                  </a:lnTo>
                  <a:lnTo>
                    <a:pt x="117" y="65"/>
                  </a:lnTo>
                  <a:lnTo>
                    <a:pt x="115" y="69"/>
                  </a:lnTo>
                  <a:lnTo>
                    <a:pt x="115" y="71"/>
                  </a:lnTo>
                  <a:lnTo>
                    <a:pt x="113" y="73"/>
                  </a:lnTo>
                  <a:lnTo>
                    <a:pt x="113" y="78"/>
                  </a:lnTo>
                  <a:lnTo>
                    <a:pt x="113" y="87"/>
                  </a:lnTo>
                  <a:lnTo>
                    <a:pt x="113" y="87"/>
                  </a:lnTo>
                  <a:lnTo>
                    <a:pt x="108" y="93"/>
                  </a:lnTo>
                  <a:lnTo>
                    <a:pt x="106" y="93"/>
                  </a:lnTo>
                  <a:lnTo>
                    <a:pt x="106" y="93"/>
                  </a:lnTo>
                  <a:lnTo>
                    <a:pt x="104" y="96"/>
                  </a:lnTo>
                  <a:lnTo>
                    <a:pt x="102" y="100"/>
                  </a:lnTo>
                  <a:lnTo>
                    <a:pt x="102" y="102"/>
                  </a:lnTo>
                  <a:lnTo>
                    <a:pt x="102" y="102"/>
                  </a:lnTo>
                  <a:lnTo>
                    <a:pt x="102" y="102"/>
                  </a:lnTo>
                  <a:lnTo>
                    <a:pt x="100" y="102"/>
                  </a:lnTo>
                  <a:lnTo>
                    <a:pt x="97" y="104"/>
                  </a:lnTo>
                  <a:lnTo>
                    <a:pt x="97" y="104"/>
                  </a:lnTo>
                  <a:lnTo>
                    <a:pt x="95" y="107"/>
                  </a:lnTo>
                  <a:lnTo>
                    <a:pt x="95" y="109"/>
                  </a:lnTo>
                  <a:lnTo>
                    <a:pt x="97" y="115"/>
                  </a:lnTo>
                  <a:lnTo>
                    <a:pt x="97" y="118"/>
                  </a:lnTo>
                  <a:lnTo>
                    <a:pt x="95" y="122"/>
                  </a:lnTo>
                  <a:lnTo>
                    <a:pt x="91" y="127"/>
                  </a:lnTo>
                  <a:lnTo>
                    <a:pt x="91" y="129"/>
                  </a:lnTo>
                  <a:lnTo>
                    <a:pt x="88" y="131"/>
                  </a:lnTo>
                  <a:lnTo>
                    <a:pt x="88" y="133"/>
                  </a:lnTo>
                  <a:lnTo>
                    <a:pt x="86" y="133"/>
                  </a:lnTo>
                  <a:lnTo>
                    <a:pt x="84" y="133"/>
                  </a:lnTo>
                  <a:lnTo>
                    <a:pt x="84" y="133"/>
                  </a:lnTo>
                  <a:lnTo>
                    <a:pt x="82" y="133"/>
                  </a:lnTo>
                  <a:lnTo>
                    <a:pt x="82" y="133"/>
                  </a:lnTo>
                  <a:lnTo>
                    <a:pt x="82" y="133"/>
                  </a:lnTo>
                  <a:lnTo>
                    <a:pt x="80" y="133"/>
                  </a:lnTo>
                  <a:lnTo>
                    <a:pt x="80" y="133"/>
                  </a:lnTo>
                  <a:lnTo>
                    <a:pt x="80" y="135"/>
                  </a:lnTo>
                  <a:lnTo>
                    <a:pt x="80" y="135"/>
                  </a:lnTo>
                  <a:lnTo>
                    <a:pt x="80" y="135"/>
                  </a:lnTo>
                  <a:lnTo>
                    <a:pt x="80" y="135"/>
                  </a:lnTo>
                  <a:lnTo>
                    <a:pt x="80" y="135"/>
                  </a:lnTo>
                  <a:lnTo>
                    <a:pt x="80" y="135"/>
                  </a:lnTo>
                  <a:lnTo>
                    <a:pt x="77" y="135"/>
                  </a:lnTo>
                  <a:lnTo>
                    <a:pt x="77" y="138"/>
                  </a:lnTo>
                  <a:lnTo>
                    <a:pt x="82" y="144"/>
                  </a:lnTo>
                  <a:lnTo>
                    <a:pt x="82" y="144"/>
                  </a:lnTo>
                  <a:lnTo>
                    <a:pt x="84" y="144"/>
                  </a:lnTo>
                  <a:lnTo>
                    <a:pt x="84" y="147"/>
                  </a:lnTo>
                  <a:lnTo>
                    <a:pt x="82" y="147"/>
                  </a:lnTo>
                  <a:lnTo>
                    <a:pt x="82" y="149"/>
                  </a:lnTo>
                  <a:lnTo>
                    <a:pt x="80" y="151"/>
                  </a:lnTo>
                  <a:lnTo>
                    <a:pt x="80" y="151"/>
                  </a:lnTo>
                  <a:lnTo>
                    <a:pt x="75" y="153"/>
                  </a:lnTo>
                  <a:lnTo>
                    <a:pt x="75" y="153"/>
                  </a:lnTo>
                  <a:lnTo>
                    <a:pt x="73" y="158"/>
                  </a:lnTo>
                  <a:lnTo>
                    <a:pt x="73" y="158"/>
                  </a:lnTo>
                  <a:lnTo>
                    <a:pt x="73" y="160"/>
                  </a:lnTo>
                  <a:lnTo>
                    <a:pt x="73" y="160"/>
                  </a:lnTo>
                  <a:lnTo>
                    <a:pt x="71" y="162"/>
                  </a:lnTo>
                  <a:lnTo>
                    <a:pt x="71" y="162"/>
                  </a:lnTo>
                  <a:lnTo>
                    <a:pt x="71" y="162"/>
                  </a:lnTo>
                  <a:lnTo>
                    <a:pt x="69" y="164"/>
                  </a:lnTo>
                  <a:lnTo>
                    <a:pt x="69" y="164"/>
                  </a:lnTo>
                  <a:lnTo>
                    <a:pt x="69" y="164"/>
                  </a:lnTo>
                  <a:lnTo>
                    <a:pt x="64" y="169"/>
                  </a:lnTo>
                  <a:lnTo>
                    <a:pt x="64" y="169"/>
                  </a:lnTo>
                  <a:lnTo>
                    <a:pt x="62" y="171"/>
                  </a:lnTo>
                  <a:lnTo>
                    <a:pt x="62" y="173"/>
                  </a:lnTo>
                  <a:lnTo>
                    <a:pt x="62" y="173"/>
                  </a:lnTo>
                  <a:lnTo>
                    <a:pt x="60" y="178"/>
                  </a:lnTo>
                  <a:lnTo>
                    <a:pt x="60" y="180"/>
                  </a:lnTo>
                  <a:lnTo>
                    <a:pt x="60" y="182"/>
                  </a:lnTo>
                  <a:lnTo>
                    <a:pt x="60" y="182"/>
                  </a:lnTo>
                  <a:lnTo>
                    <a:pt x="53" y="186"/>
                  </a:lnTo>
                  <a:lnTo>
                    <a:pt x="53" y="189"/>
                  </a:lnTo>
                  <a:lnTo>
                    <a:pt x="53" y="189"/>
                  </a:lnTo>
                  <a:lnTo>
                    <a:pt x="51" y="189"/>
                  </a:lnTo>
                  <a:lnTo>
                    <a:pt x="51" y="189"/>
                  </a:lnTo>
                  <a:lnTo>
                    <a:pt x="49" y="191"/>
                  </a:lnTo>
                  <a:lnTo>
                    <a:pt x="46" y="191"/>
                  </a:lnTo>
                  <a:lnTo>
                    <a:pt x="46" y="193"/>
                  </a:lnTo>
                  <a:lnTo>
                    <a:pt x="44" y="193"/>
                  </a:lnTo>
                  <a:lnTo>
                    <a:pt x="44" y="193"/>
                  </a:lnTo>
                  <a:lnTo>
                    <a:pt x="42" y="193"/>
                  </a:lnTo>
                  <a:lnTo>
                    <a:pt x="40" y="195"/>
                  </a:lnTo>
                  <a:lnTo>
                    <a:pt x="37" y="197"/>
                  </a:lnTo>
                  <a:lnTo>
                    <a:pt x="35" y="197"/>
                  </a:lnTo>
                  <a:lnTo>
                    <a:pt x="33" y="200"/>
                  </a:lnTo>
                  <a:lnTo>
                    <a:pt x="26" y="204"/>
                  </a:lnTo>
                  <a:lnTo>
                    <a:pt x="26" y="204"/>
                  </a:lnTo>
                  <a:lnTo>
                    <a:pt x="26" y="204"/>
                  </a:lnTo>
                  <a:lnTo>
                    <a:pt x="24" y="206"/>
                  </a:lnTo>
                  <a:lnTo>
                    <a:pt x="24" y="206"/>
                  </a:lnTo>
                  <a:lnTo>
                    <a:pt x="18" y="211"/>
                  </a:lnTo>
                  <a:lnTo>
                    <a:pt x="18" y="211"/>
                  </a:lnTo>
                  <a:lnTo>
                    <a:pt x="15" y="211"/>
                  </a:lnTo>
                  <a:lnTo>
                    <a:pt x="15" y="209"/>
                  </a:lnTo>
                  <a:lnTo>
                    <a:pt x="15" y="211"/>
                  </a:lnTo>
                  <a:lnTo>
                    <a:pt x="13" y="213"/>
                  </a:lnTo>
                  <a:lnTo>
                    <a:pt x="13" y="215"/>
                  </a:lnTo>
                  <a:lnTo>
                    <a:pt x="11" y="215"/>
                  </a:lnTo>
                  <a:lnTo>
                    <a:pt x="11" y="215"/>
                  </a:lnTo>
                  <a:lnTo>
                    <a:pt x="11" y="215"/>
                  </a:lnTo>
                  <a:lnTo>
                    <a:pt x="9" y="217"/>
                  </a:lnTo>
                  <a:lnTo>
                    <a:pt x="9" y="217"/>
                  </a:lnTo>
                  <a:lnTo>
                    <a:pt x="4" y="224"/>
                  </a:lnTo>
                  <a:lnTo>
                    <a:pt x="2" y="226"/>
                  </a:lnTo>
                  <a:lnTo>
                    <a:pt x="0" y="228"/>
                  </a:lnTo>
                  <a:lnTo>
                    <a:pt x="0" y="228"/>
                  </a:lnTo>
                  <a:lnTo>
                    <a:pt x="2" y="228"/>
                  </a:lnTo>
                  <a:lnTo>
                    <a:pt x="4" y="228"/>
                  </a:lnTo>
                  <a:lnTo>
                    <a:pt x="4" y="228"/>
                  </a:lnTo>
                  <a:lnTo>
                    <a:pt x="9" y="224"/>
                  </a:lnTo>
                  <a:lnTo>
                    <a:pt x="13" y="222"/>
                  </a:lnTo>
                  <a:lnTo>
                    <a:pt x="13" y="220"/>
                  </a:lnTo>
                  <a:lnTo>
                    <a:pt x="15" y="220"/>
                  </a:lnTo>
                  <a:lnTo>
                    <a:pt x="18" y="220"/>
                  </a:lnTo>
                  <a:lnTo>
                    <a:pt x="20" y="220"/>
                  </a:lnTo>
                  <a:lnTo>
                    <a:pt x="22" y="220"/>
                  </a:lnTo>
                  <a:lnTo>
                    <a:pt x="24" y="220"/>
                  </a:lnTo>
                  <a:lnTo>
                    <a:pt x="24" y="220"/>
                  </a:lnTo>
                  <a:lnTo>
                    <a:pt x="29" y="220"/>
                  </a:lnTo>
                  <a:lnTo>
                    <a:pt x="35" y="222"/>
                  </a:lnTo>
                  <a:lnTo>
                    <a:pt x="37" y="222"/>
                  </a:lnTo>
                  <a:lnTo>
                    <a:pt x="42" y="220"/>
                  </a:lnTo>
                  <a:lnTo>
                    <a:pt x="44" y="220"/>
                  </a:lnTo>
                  <a:lnTo>
                    <a:pt x="46" y="222"/>
                  </a:lnTo>
                  <a:lnTo>
                    <a:pt x="49" y="222"/>
                  </a:lnTo>
                  <a:lnTo>
                    <a:pt x="51" y="222"/>
                  </a:lnTo>
                  <a:lnTo>
                    <a:pt x="53" y="222"/>
                  </a:lnTo>
                  <a:lnTo>
                    <a:pt x="53" y="222"/>
                  </a:lnTo>
                  <a:lnTo>
                    <a:pt x="57" y="222"/>
                  </a:lnTo>
                  <a:lnTo>
                    <a:pt x="57" y="222"/>
                  </a:lnTo>
                  <a:lnTo>
                    <a:pt x="62" y="222"/>
                  </a:lnTo>
                  <a:lnTo>
                    <a:pt x="64" y="222"/>
                  </a:lnTo>
                  <a:lnTo>
                    <a:pt x="64" y="222"/>
                  </a:lnTo>
                  <a:lnTo>
                    <a:pt x="66" y="222"/>
                  </a:lnTo>
                  <a:lnTo>
                    <a:pt x="66" y="222"/>
                  </a:lnTo>
                  <a:lnTo>
                    <a:pt x="69" y="222"/>
                  </a:lnTo>
                  <a:lnTo>
                    <a:pt x="69" y="222"/>
                  </a:lnTo>
                  <a:lnTo>
                    <a:pt x="69" y="222"/>
                  </a:lnTo>
                  <a:lnTo>
                    <a:pt x="69" y="222"/>
                  </a:lnTo>
                  <a:lnTo>
                    <a:pt x="69" y="224"/>
                  </a:lnTo>
                  <a:lnTo>
                    <a:pt x="71" y="224"/>
                  </a:lnTo>
                  <a:lnTo>
                    <a:pt x="73" y="224"/>
                  </a:lnTo>
                  <a:lnTo>
                    <a:pt x="73" y="224"/>
                  </a:lnTo>
                  <a:lnTo>
                    <a:pt x="75" y="222"/>
                  </a:lnTo>
                  <a:lnTo>
                    <a:pt x="75" y="220"/>
                  </a:lnTo>
                  <a:lnTo>
                    <a:pt x="75" y="217"/>
                  </a:lnTo>
                  <a:lnTo>
                    <a:pt x="75" y="217"/>
                  </a:lnTo>
                  <a:lnTo>
                    <a:pt x="77" y="215"/>
                  </a:lnTo>
                  <a:lnTo>
                    <a:pt x="80" y="215"/>
                  </a:lnTo>
                  <a:lnTo>
                    <a:pt x="82" y="215"/>
                  </a:lnTo>
                  <a:lnTo>
                    <a:pt x="84" y="215"/>
                  </a:lnTo>
                  <a:lnTo>
                    <a:pt x="86" y="217"/>
                  </a:lnTo>
                  <a:lnTo>
                    <a:pt x="95" y="222"/>
                  </a:lnTo>
                  <a:lnTo>
                    <a:pt x="97" y="222"/>
                  </a:lnTo>
                  <a:lnTo>
                    <a:pt x="100" y="222"/>
                  </a:lnTo>
                  <a:lnTo>
                    <a:pt x="104" y="222"/>
                  </a:lnTo>
                  <a:lnTo>
                    <a:pt x="104" y="222"/>
                  </a:lnTo>
                  <a:lnTo>
                    <a:pt x="106" y="224"/>
                  </a:lnTo>
                  <a:lnTo>
                    <a:pt x="108" y="226"/>
                  </a:lnTo>
                  <a:lnTo>
                    <a:pt x="111" y="226"/>
                  </a:lnTo>
                  <a:lnTo>
                    <a:pt x="111" y="226"/>
                  </a:lnTo>
                  <a:lnTo>
                    <a:pt x="113" y="226"/>
                  </a:lnTo>
                  <a:lnTo>
                    <a:pt x="113" y="226"/>
                  </a:lnTo>
                  <a:lnTo>
                    <a:pt x="117" y="226"/>
                  </a:lnTo>
                  <a:lnTo>
                    <a:pt x="117" y="228"/>
                  </a:lnTo>
                  <a:lnTo>
                    <a:pt x="119" y="228"/>
                  </a:lnTo>
                  <a:lnTo>
                    <a:pt x="122" y="228"/>
                  </a:lnTo>
                  <a:lnTo>
                    <a:pt x="124" y="228"/>
                  </a:lnTo>
                  <a:lnTo>
                    <a:pt x="124" y="226"/>
                  </a:lnTo>
                  <a:lnTo>
                    <a:pt x="124" y="226"/>
                  </a:lnTo>
                  <a:lnTo>
                    <a:pt x="126" y="226"/>
                  </a:lnTo>
                  <a:lnTo>
                    <a:pt x="126" y="226"/>
                  </a:lnTo>
                  <a:lnTo>
                    <a:pt x="128" y="226"/>
                  </a:lnTo>
                  <a:lnTo>
                    <a:pt x="128" y="226"/>
                  </a:lnTo>
                  <a:lnTo>
                    <a:pt x="128" y="226"/>
                  </a:lnTo>
                  <a:lnTo>
                    <a:pt x="131" y="226"/>
                  </a:lnTo>
                  <a:lnTo>
                    <a:pt x="131" y="226"/>
                  </a:lnTo>
                  <a:lnTo>
                    <a:pt x="133" y="226"/>
                  </a:lnTo>
                  <a:lnTo>
                    <a:pt x="133" y="226"/>
                  </a:lnTo>
                  <a:lnTo>
                    <a:pt x="133" y="224"/>
                  </a:lnTo>
                  <a:lnTo>
                    <a:pt x="133" y="224"/>
                  </a:lnTo>
                  <a:lnTo>
                    <a:pt x="135" y="226"/>
                  </a:lnTo>
                  <a:lnTo>
                    <a:pt x="135" y="226"/>
                  </a:lnTo>
                  <a:lnTo>
                    <a:pt x="137" y="226"/>
                  </a:lnTo>
                  <a:lnTo>
                    <a:pt x="139" y="226"/>
                  </a:lnTo>
                  <a:lnTo>
                    <a:pt x="139" y="228"/>
                  </a:lnTo>
                  <a:lnTo>
                    <a:pt x="146" y="233"/>
                  </a:lnTo>
                  <a:lnTo>
                    <a:pt x="150" y="235"/>
                  </a:lnTo>
                  <a:lnTo>
                    <a:pt x="159" y="237"/>
                  </a:lnTo>
                  <a:lnTo>
                    <a:pt x="168" y="240"/>
                  </a:lnTo>
                  <a:lnTo>
                    <a:pt x="168" y="240"/>
                  </a:lnTo>
                  <a:lnTo>
                    <a:pt x="170" y="240"/>
                  </a:lnTo>
                  <a:lnTo>
                    <a:pt x="173" y="244"/>
                  </a:lnTo>
                  <a:lnTo>
                    <a:pt x="173" y="244"/>
                  </a:lnTo>
                  <a:lnTo>
                    <a:pt x="175" y="246"/>
                  </a:lnTo>
                  <a:lnTo>
                    <a:pt x="175" y="248"/>
                  </a:lnTo>
                  <a:lnTo>
                    <a:pt x="175" y="248"/>
                  </a:lnTo>
                  <a:lnTo>
                    <a:pt x="175" y="248"/>
                  </a:lnTo>
                  <a:lnTo>
                    <a:pt x="177" y="248"/>
                  </a:lnTo>
                  <a:lnTo>
                    <a:pt x="177" y="248"/>
                  </a:lnTo>
                  <a:lnTo>
                    <a:pt x="179" y="248"/>
                  </a:lnTo>
                  <a:lnTo>
                    <a:pt x="182" y="248"/>
                  </a:lnTo>
                  <a:lnTo>
                    <a:pt x="182" y="248"/>
                  </a:lnTo>
                  <a:lnTo>
                    <a:pt x="184" y="246"/>
                  </a:lnTo>
                  <a:lnTo>
                    <a:pt x="184" y="246"/>
                  </a:lnTo>
                  <a:lnTo>
                    <a:pt x="186" y="246"/>
                  </a:lnTo>
                  <a:lnTo>
                    <a:pt x="193" y="248"/>
                  </a:lnTo>
                  <a:lnTo>
                    <a:pt x="195" y="248"/>
                  </a:lnTo>
                  <a:lnTo>
                    <a:pt x="195" y="248"/>
                  </a:lnTo>
                  <a:lnTo>
                    <a:pt x="195" y="248"/>
                  </a:lnTo>
                  <a:lnTo>
                    <a:pt x="195" y="248"/>
                  </a:lnTo>
                  <a:lnTo>
                    <a:pt x="197" y="248"/>
                  </a:lnTo>
                  <a:lnTo>
                    <a:pt x="201" y="248"/>
                  </a:lnTo>
                  <a:lnTo>
                    <a:pt x="201" y="248"/>
                  </a:lnTo>
                  <a:lnTo>
                    <a:pt x="204" y="246"/>
                  </a:lnTo>
                  <a:lnTo>
                    <a:pt x="204" y="246"/>
                  </a:lnTo>
                  <a:lnTo>
                    <a:pt x="204" y="246"/>
                  </a:lnTo>
                  <a:lnTo>
                    <a:pt x="206" y="246"/>
                  </a:lnTo>
                  <a:lnTo>
                    <a:pt x="206" y="246"/>
                  </a:lnTo>
                  <a:lnTo>
                    <a:pt x="208" y="248"/>
                  </a:lnTo>
                  <a:lnTo>
                    <a:pt x="210" y="248"/>
                  </a:lnTo>
                  <a:lnTo>
                    <a:pt x="210" y="248"/>
                  </a:lnTo>
                  <a:lnTo>
                    <a:pt x="213" y="248"/>
                  </a:lnTo>
                  <a:lnTo>
                    <a:pt x="213" y="248"/>
                  </a:lnTo>
                  <a:lnTo>
                    <a:pt x="213" y="248"/>
                  </a:lnTo>
                  <a:lnTo>
                    <a:pt x="215" y="248"/>
                  </a:lnTo>
                  <a:lnTo>
                    <a:pt x="215" y="248"/>
                  </a:lnTo>
                  <a:lnTo>
                    <a:pt x="215" y="248"/>
                  </a:lnTo>
                  <a:lnTo>
                    <a:pt x="217" y="248"/>
                  </a:lnTo>
                  <a:lnTo>
                    <a:pt x="224" y="248"/>
                  </a:lnTo>
                  <a:lnTo>
                    <a:pt x="226" y="248"/>
                  </a:lnTo>
                  <a:lnTo>
                    <a:pt x="226" y="248"/>
                  </a:lnTo>
                  <a:lnTo>
                    <a:pt x="230" y="246"/>
                  </a:lnTo>
                  <a:lnTo>
                    <a:pt x="232" y="246"/>
                  </a:lnTo>
                  <a:lnTo>
                    <a:pt x="232" y="246"/>
                  </a:lnTo>
                  <a:lnTo>
                    <a:pt x="232" y="246"/>
                  </a:lnTo>
                  <a:lnTo>
                    <a:pt x="235" y="244"/>
                  </a:lnTo>
                  <a:lnTo>
                    <a:pt x="235" y="246"/>
                  </a:lnTo>
                  <a:lnTo>
                    <a:pt x="235" y="246"/>
                  </a:lnTo>
                  <a:lnTo>
                    <a:pt x="235" y="246"/>
                  </a:lnTo>
                  <a:lnTo>
                    <a:pt x="235" y="248"/>
                  </a:lnTo>
                  <a:lnTo>
                    <a:pt x="237" y="251"/>
                  </a:lnTo>
                  <a:lnTo>
                    <a:pt x="239" y="251"/>
                  </a:lnTo>
                  <a:lnTo>
                    <a:pt x="239" y="251"/>
                  </a:lnTo>
                  <a:lnTo>
                    <a:pt x="239" y="253"/>
                  </a:lnTo>
                  <a:lnTo>
                    <a:pt x="239" y="255"/>
                  </a:lnTo>
                  <a:lnTo>
                    <a:pt x="239" y="255"/>
                  </a:lnTo>
                  <a:lnTo>
                    <a:pt x="241" y="257"/>
                  </a:lnTo>
                  <a:lnTo>
                    <a:pt x="241" y="257"/>
                  </a:lnTo>
                  <a:lnTo>
                    <a:pt x="244" y="257"/>
                  </a:lnTo>
                  <a:lnTo>
                    <a:pt x="246" y="257"/>
                  </a:lnTo>
                  <a:lnTo>
                    <a:pt x="246" y="257"/>
                  </a:lnTo>
                  <a:lnTo>
                    <a:pt x="248" y="260"/>
                  </a:lnTo>
                  <a:lnTo>
                    <a:pt x="248" y="260"/>
                  </a:lnTo>
                  <a:lnTo>
                    <a:pt x="250" y="260"/>
                  </a:lnTo>
                  <a:lnTo>
                    <a:pt x="250" y="260"/>
                  </a:lnTo>
                  <a:lnTo>
                    <a:pt x="250" y="260"/>
                  </a:lnTo>
                  <a:lnTo>
                    <a:pt x="252" y="260"/>
                  </a:lnTo>
                  <a:lnTo>
                    <a:pt x="252" y="260"/>
                  </a:lnTo>
                  <a:lnTo>
                    <a:pt x="252" y="262"/>
                  </a:lnTo>
                  <a:lnTo>
                    <a:pt x="252" y="262"/>
                  </a:lnTo>
                  <a:lnTo>
                    <a:pt x="252" y="262"/>
                  </a:lnTo>
                  <a:lnTo>
                    <a:pt x="252" y="264"/>
                  </a:lnTo>
                  <a:lnTo>
                    <a:pt x="252" y="264"/>
                  </a:lnTo>
                  <a:lnTo>
                    <a:pt x="252" y="264"/>
                  </a:lnTo>
                  <a:lnTo>
                    <a:pt x="255" y="266"/>
                  </a:lnTo>
                  <a:lnTo>
                    <a:pt x="257" y="268"/>
                  </a:lnTo>
                  <a:lnTo>
                    <a:pt x="259" y="273"/>
                  </a:lnTo>
                  <a:lnTo>
                    <a:pt x="261" y="279"/>
                  </a:lnTo>
                  <a:lnTo>
                    <a:pt x="261" y="284"/>
                  </a:lnTo>
                  <a:lnTo>
                    <a:pt x="261" y="286"/>
                  </a:lnTo>
                  <a:lnTo>
                    <a:pt x="259" y="291"/>
                  </a:lnTo>
                  <a:lnTo>
                    <a:pt x="259" y="291"/>
                  </a:lnTo>
                  <a:lnTo>
                    <a:pt x="259" y="293"/>
                  </a:lnTo>
                  <a:lnTo>
                    <a:pt x="259" y="293"/>
                  </a:lnTo>
                  <a:lnTo>
                    <a:pt x="259" y="293"/>
                  </a:lnTo>
                  <a:lnTo>
                    <a:pt x="259" y="293"/>
                  </a:lnTo>
                  <a:lnTo>
                    <a:pt x="259" y="293"/>
                  </a:lnTo>
                  <a:lnTo>
                    <a:pt x="259" y="295"/>
                  </a:lnTo>
                  <a:lnTo>
                    <a:pt x="259" y="295"/>
                  </a:lnTo>
                  <a:lnTo>
                    <a:pt x="259" y="295"/>
                  </a:lnTo>
                  <a:lnTo>
                    <a:pt x="261" y="295"/>
                  </a:lnTo>
                  <a:lnTo>
                    <a:pt x="261" y="297"/>
                  </a:lnTo>
                  <a:lnTo>
                    <a:pt x="261" y="299"/>
                  </a:lnTo>
                  <a:lnTo>
                    <a:pt x="261" y="302"/>
                  </a:lnTo>
                  <a:lnTo>
                    <a:pt x="261" y="304"/>
                  </a:lnTo>
                  <a:lnTo>
                    <a:pt x="263" y="306"/>
                  </a:lnTo>
                  <a:lnTo>
                    <a:pt x="263" y="306"/>
                  </a:lnTo>
                  <a:lnTo>
                    <a:pt x="266" y="308"/>
                  </a:lnTo>
                  <a:lnTo>
                    <a:pt x="266" y="308"/>
                  </a:lnTo>
                  <a:lnTo>
                    <a:pt x="266" y="308"/>
                  </a:lnTo>
                  <a:lnTo>
                    <a:pt x="266" y="310"/>
                  </a:lnTo>
                  <a:lnTo>
                    <a:pt x="266" y="313"/>
                  </a:lnTo>
                  <a:lnTo>
                    <a:pt x="266" y="317"/>
                  </a:lnTo>
                  <a:lnTo>
                    <a:pt x="266" y="319"/>
                  </a:lnTo>
                  <a:lnTo>
                    <a:pt x="263" y="319"/>
                  </a:lnTo>
                  <a:lnTo>
                    <a:pt x="263" y="319"/>
                  </a:lnTo>
                  <a:lnTo>
                    <a:pt x="263" y="319"/>
                  </a:lnTo>
                  <a:lnTo>
                    <a:pt x="263" y="319"/>
                  </a:lnTo>
                  <a:lnTo>
                    <a:pt x="263" y="322"/>
                  </a:lnTo>
                  <a:lnTo>
                    <a:pt x="261" y="322"/>
                  </a:lnTo>
                  <a:lnTo>
                    <a:pt x="261" y="322"/>
                  </a:lnTo>
                  <a:lnTo>
                    <a:pt x="261" y="322"/>
                  </a:lnTo>
                  <a:lnTo>
                    <a:pt x="263" y="324"/>
                  </a:lnTo>
                  <a:lnTo>
                    <a:pt x="263" y="324"/>
                  </a:lnTo>
                  <a:lnTo>
                    <a:pt x="263" y="324"/>
                  </a:lnTo>
                  <a:lnTo>
                    <a:pt x="263" y="324"/>
                  </a:lnTo>
                  <a:lnTo>
                    <a:pt x="263" y="324"/>
                  </a:lnTo>
                  <a:lnTo>
                    <a:pt x="266" y="324"/>
                  </a:lnTo>
                  <a:lnTo>
                    <a:pt x="266" y="326"/>
                  </a:lnTo>
                  <a:lnTo>
                    <a:pt x="268" y="328"/>
                  </a:lnTo>
                  <a:lnTo>
                    <a:pt x="268" y="328"/>
                  </a:lnTo>
                  <a:lnTo>
                    <a:pt x="268" y="328"/>
                  </a:lnTo>
                  <a:lnTo>
                    <a:pt x="268" y="328"/>
                  </a:lnTo>
                  <a:lnTo>
                    <a:pt x="268" y="326"/>
                  </a:lnTo>
                  <a:lnTo>
                    <a:pt x="268" y="328"/>
                  </a:lnTo>
                  <a:lnTo>
                    <a:pt x="268" y="328"/>
                  </a:lnTo>
                  <a:lnTo>
                    <a:pt x="268" y="328"/>
                  </a:lnTo>
                  <a:lnTo>
                    <a:pt x="268" y="328"/>
                  </a:lnTo>
                  <a:lnTo>
                    <a:pt x="268" y="330"/>
                  </a:lnTo>
                  <a:lnTo>
                    <a:pt x="270" y="330"/>
                  </a:lnTo>
                  <a:lnTo>
                    <a:pt x="270" y="330"/>
                  </a:lnTo>
                  <a:lnTo>
                    <a:pt x="270" y="333"/>
                  </a:lnTo>
                  <a:lnTo>
                    <a:pt x="270" y="333"/>
                  </a:lnTo>
                  <a:lnTo>
                    <a:pt x="272" y="335"/>
                  </a:lnTo>
                  <a:lnTo>
                    <a:pt x="272" y="337"/>
                  </a:lnTo>
                  <a:lnTo>
                    <a:pt x="272" y="337"/>
                  </a:lnTo>
                  <a:lnTo>
                    <a:pt x="275" y="337"/>
                  </a:lnTo>
                  <a:lnTo>
                    <a:pt x="275" y="337"/>
                  </a:lnTo>
                  <a:lnTo>
                    <a:pt x="275" y="337"/>
                  </a:lnTo>
                  <a:lnTo>
                    <a:pt x="275" y="337"/>
                  </a:lnTo>
                  <a:lnTo>
                    <a:pt x="277" y="339"/>
                  </a:lnTo>
                  <a:lnTo>
                    <a:pt x="277" y="339"/>
                  </a:lnTo>
                  <a:lnTo>
                    <a:pt x="277" y="339"/>
                  </a:lnTo>
                  <a:lnTo>
                    <a:pt x="277" y="339"/>
                  </a:lnTo>
                  <a:lnTo>
                    <a:pt x="279" y="339"/>
                  </a:lnTo>
                  <a:lnTo>
                    <a:pt x="279" y="342"/>
                  </a:lnTo>
                  <a:lnTo>
                    <a:pt x="279" y="342"/>
                  </a:lnTo>
                  <a:lnTo>
                    <a:pt x="281" y="342"/>
                  </a:lnTo>
                  <a:lnTo>
                    <a:pt x="281" y="342"/>
                  </a:lnTo>
                  <a:lnTo>
                    <a:pt x="281" y="342"/>
                  </a:lnTo>
                  <a:lnTo>
                    <a:pt x="281" y="344"/>
                  </a:lnTo>
                  <a:lnTo>
                    <a:pt x="281" y="344"/>
                  </a:lnTo>
                  <a:lnTo>
                    <a:pt x="281" y="344"/>
                  </a:lnTo>
                  <a:lnTo>
                    <a:pt x="281" y="348"/>
                  </a:lnTo>
                  <a:lnTo>
                    <a:pt x="281" y="348"/>
                  </a:lnTo>
                  <a:lnTo>
                    <a:pt x="281" y="350"/>
                  </a:lnTo>
                  <a:lnTo>
                    <a:pt x="281" y="350"/>
                  </a:lnTo>
                  <a:lnTo>
                    <a:pt x="281" y="350"/>
                  </a:lnTo>
                  <a:lnTo>
                    <a:pt x="281" y="350"/>
                  </a:lnTo>
                  <a:lnTo>
                    <a:pt x="283" y="350"/>
                  </a:lnTo>
                  <a:lnTo>
                    <a:pt x="283" y="350"/>
                  </a:lnTo>
                  <a:lnTo>
                    <a:pt x="283" y="353"/>
                  </a:lnTo>
                  <a:lnTo>
                    <a:pt x="283" y="353"/>
                  </a:lnTo>
                  <a:lnTo>
                    <a:pt x="283" y="353"/>
                  </a:lnTo>
                  <a:lnTo>
                    <a:pt x="286" y="357"/>
                  </a:lnTo>
                  <a:lnTo>
                    <a:pt x="286" y="357"/>
                  </a:lnTo>
                  <a:lnTo>
                    <a:pt x="286" y="357"/>
                  </a:lnTo>
                  <a:lnTo>
                    <a:pt x="286" y="357"/>
                  </a:lnTo>
                  <a:lnTo>
                    <a:pt x="288" y="357"/>
                  </a:lnTo>
                  <a:lnTo>
                    <a:pt x="288" y="359"/>
                  </a:lnTo>
                  <a:lnTo>
                    <a:pt x="288" y="359"/>
                  </a:lnTo>
                  <a:lnTo>
                    <a:pt x="288" y="359"/>
                  </a:lnTo>
                  <a:lnTo>
                    <a:pt x="288" y="359"/>
                  </a:lnTo>
                  <a:lnTo>
                    <a:pt x="290" y="359"/>
                  </a:lnTo>
                  <a:lnTo>
                    <a:pt x="290" y="359"/>
                  </a:lnTo>
                  <a:lnTo>
                    <a:pt x="290" y="359"/>
                  </a:lnTo>
                  <a:lnTo>
                    <a:pt x="290" y="361"/>
                  </a:lnTo>
                  <a:lnTo>
                    <a:pt x="290" y="361"/>
                  </a:lnTo>
                  <a:lnTo>
                    <a:pt x="290" y="361"/>
                  </a:lnTo>
                  <a:lnTo>
                    <a:pt x="288" y="364"/>
                  </a:lnTo>
                  <a:lnTo>
                    <a:pt x="288" y="364"/>
                  </a:lnTo>
                  <a:lnTo>
                    <a:pt x="288" y="364"/>
                  </a:lnTo>
                  <a:lnTo>
                    <a:pt x="288" y="364"/>
                  </a:lnTo>
                  <a:lnTo>
                    <a:pt x="288" y="364"/>
                  </a:lnTo>
                  <a:lnTo>
                    <a:pt x="288" y="366"/>
                  </a:lnTo>
                  <a:lnTo>
                    <a:pt x="288" y="366"/>
                  </a:lnTo>
                  <a:lnTo>
                    <a:pt x="288" y="366"/>
                  </a:lnTo>
                  <a:lnTo>
                    <a:pt x="288" y="366"/>
                  </a:lnTo>
                  <a:lnTo>
                    <a:pt x="288" y="366"/>
                  </a:lnTo>
                  <a:lnTo>
                    <a:pt x="286" y="368"/>
                  </a:lnTo>
                  <a:lnTo>
                    <a:pt x="286" y="368"/>
                  </a:lnTo>
                  <a:lnTo>
                    <a:pt x="286" y="368"/>
                  </a:lnTo>
                  <a:lnTo>
                    <a:pt x="286" y="368"/>
                  </a:lnTo>
                  <a:lnTo>
                    <a:pt x="286" y="368"/>
                  </a:lnTo>
                  <a:lnTo>
                    <a:pt x="286" y="368"/>
                  </a:lnTo>
                  <a:lnTo>
                    <a:pt x="286" y="370"/>
                  </a:lnTo>
                  <a:lnTo>
                    <a:pt x="286" y="373"/>
                  </a:lnTo>
                  <a:lnTo>
                    <a:pt x="286" y="373"/>
                  </a:lnTo>
                  <a:lnTo>
                    <a:pt x="286" y="375"/>
                  </a:lnTo>
                  <a:lnTo>
                    <a:pt x="286" y="375"/>
                  </a:lnTo>
                  <a:lnTo>
                    <a:pt x="286" y="375"/>
                  </a:lnTo>
                  <a:lnTo>
                    <a:pt x="286" y="375"/>
                  </a:lnTo>
                  <a:lnTo>
                    <a:pt x="283" y="375"/>
                  </a:lnTo>
                  <a:lnTo>
                    <a:pt x="283" y="375"/>
                  </a:lnTo>
                  <a:lnTo>
                    <a:pt x="283" y="377"/>
                  </a:lnTo>
                  <a:lnTo>
                    <a:pt x="283" y="377"/>
                  </a:lnTo>
                  <a:lnTo>
                    <a:pt x="283" y="377"/>
                  </a:lnTo>
                  <a:lnTo>
                    <a:pt x="283" y="377"/>
                  </a:lnTo>
                  <a:lnTo>
                    <a:pt x="283" y="377"/>
                  </a:lnTo>
                  <a:lnTo>
                    <a:pt x="283" y="379"/>
                  </a:lnTo>
                  <a:lnTo>
                    <a:pt x="283" y="379"/>
                  </a:lnTo>
                  <a:lnTo>
                    <a:pt x="283" y="381"/>
                  </a:lnTo>
                  <a:lnTo>
                    <a:pt x="283" y="384"/>
                  </a:lnTo>
                  <a:lnTo>
                    <a:pt x="283" y="384"/>
                  </a:lnTo>
                  <a:lnTo>
                    <a:pt x="283" y="384"/>
                  </a:lnTo>
                  <a:lnTo>
                    <a:pt x="283" y="386"/>
                  </a:lnTo>
                  <a:lnTo>
                    <a:pt x="283" y="386"/>
                  </a:lnTo>
                  <a:lnTo>
                    <a:pt x="286" y="386"/>
                  </a:lnTo>
                  <a:lnTo>
                    <a:pt x="286" y="386"/>
                  </a:lnTo>
                  <a:lnTo>
                    <a:pt x="290" y="388"/>
                  </a:lnTo>
                  <a:lnTo>
                    <a:pt x="292" y="388"/>
                  </a:lnTo>
                  <a:lnTo>
                    <a:pt x="292" y="388"/>
                  </a:lnTo>
                  <a:lnTo>
                    <a:pt x="295" y="388"/>
                  </a:lnTo>
                  <a:lnTo>
                    <a:pt x="297" y="386"/>
                  </a:lnTo>
                  <a:lnTo>
                    <a:pt x="299" y="388"/>
                  </a:lnTo>
                  <a:lnTo>
                    <a:pt x="303" y="388"/>
                  </a:lnTo>
                  <a:lnTo>
                    <a:pt x="303" y="386"/>
                  </a:lnTo>
                  <a:lnTo>
                    <a:pt x="303" y="384"/>
                  </a:lnTo>
                  <a:lnTo>
                    <a:pt x="306" y="384"/>
                  </a:lnTo>
                  <a:lnTo>
                    <a:pt x="308" y="386"/>
                  </a:lnTo>
                  <a:lnTo>
                    <a:pt x="310" y="386"/>
                  </a:lnTo>
                  <a:lnTo>
                    <a:pt x="317" y="386"/>
                  </a:lnTo>
                  <a:lnTo>
                    <a:pt x="317" y="386"/>
                  </a:lnTo>
                  <a:lnTo>
                    <a:pt x="317" y="386"/>
                  </a:lnTo>
                  <a:lnTo>
                    <a:pt x="317" y="386"/>
                  </a:lnTo>
                  <a:lnTo>
                    <a:pt x="317" y="386"/>
                  </a:lnTo>
                  <a:lnTo>
                    <a:pt x="319" y="386"/>
                  </a:lnTo>
                  <a:lnTo>
                    <a:pt x="321" y="386"/>
                  </a:lnTo>
                  <a:lnTo>
                    <a:pt x="321" y="388"/>
                  </a:lnTo>
                  <a:lnTo>
                    <a:pt x="323" y="388"/>
                  </a:lnTo>
                  <a:lnTo>
                    <a:pt x="323" y="388"/>
                  </a:lnTo>
                  <a:lnTo>
                    <a:pt x="323" y="388"/>
                  </a:lnTo>
                  <a:lnTo>
                    <a:pt x="323" y="388"/>
                  </a:lnTo>
                  <a:lnTo>
                    <a:pt x="323" y="388"/>
                  </a:lnTo>
                  <a:lnTo>
                    <a:pt x="326" y="388"/>
                  </a:lnTo>
                  <a:lnTo>
                    <a:pt x="326" y="388"/>
                  </a:lnTo>
                  <a:lnTo>
                    <a:pt x="328" y="388"/>
                  </a:lnTo>
                  <a:lnTo>
                    <a:pt x="330" y="388"/>
                  </a:lnTo>
                  <a:lnTo>
                    <a:pt x="330" y="386"/>
                  </a:lnTo>
                  <a:lnTo>
                    <a:pt x="330" y="386"/>
                  </a:lnTo>
                  <a:lnTo>
                    <a:pt x="330" y="388"/>
                  </a:lnTo>
                  <a:lnTo>
                    <a:pt x="330" y="388"/>
                  </a:lnTo>
                  <a:lnTo>
                    <a:pt x="332" y="388"/>
                  </a:lnTo>
                  <a:lnTo>
                    <a:pt x="332" y="388"/>
                  </a:lnTo>
                  <a:lnTo>
                    <a:pt x="332" y="388"/>
                  </a:lnTo>
                  <a:lnTo>
                    <a:pt x="332" y="388"/>
                  </a:lnTo>
                  <a:lnTo>
                    <a:pt x="332" y="388"/>
                  </a:lnTo>
                  <a:lnTo>
                    <a:pt x="334" y="388"/>
                  </a:lnTo>
                  <a:lnTo>
                    <a:pt x="334" y="386"/>
                  </a:lnTo>
                  <a:lnTo>
                    <a:pt x="337" y="386"/>
                  </a:lnTo>
                  <a:lnTo>
                    <a:pt x="337" y="386"/>
                  </a:lnTo>
                  <a:lnTo>
                    <a:pt x="337" y="386"/>
                  </a:lnTo>
                  <a:lnTo>
                    <a:pt x="337" y="388"/>
                  </a:lnTo>
                  <a:lnTo>
                    <a:pt x="337" y="388"/>
                  </a:lnTo>
                  <a:lnTo>
                    <a:pt x="339" y="388"/>
                  </a:lnTo>
                  <a:lnTo>
                    <a:pt x="339" y="388"/>
                  </a:lnTo>
                  <a:lnTo>
                    <a:pt x="339" y="388"/>
                  </a:lnTo>
                  <a:lnTo>
                    <a:pt x="339" y="390"/>
                  </a:lnTo>
                  <a:lnTo>
                    <a:pt x="339" y="390"/>
                  </a:lnTo>
                  <a:lnTo>
                    <a:pt x="339" y="390"/>
                  </a:lnTo>
                  <a:lnTo>
                    <a:pt x="339" y="390"/>
                  </a:lnTo>
                  <a:lnTo>
                    <a:pt x="343" y="392"/>
                  </a:lnTo>
                  <a:lnTo>
                    <a:pt x="343" y="392"/>
                  </a:lnTo>
                  <a:lnTo>
                    <a:pt x="343" y="392"/>
                  </a:lnTo>
                  <a:lnTo>
                    <a:pt x="343" y="392"/>
                  </a:lnTo>
                  <a:lnTo>
                    <a:pt x="343" y="395"/>
                  </a:lnTo>
                  <a:lnTo>
                    <a:pt x="343" y="395"/>
                  </a:lnTo>
                  <a:lnTo>
                    <a:pt x="341" y="397"/>
                  </a:lnTo>
                  <a:lnTo>
                    <a:pt x="341" y="397"/>
                  </a:lnTo>
                  <a:lnTo>
                    <a:pt x="339" y="397"/>
                  </a:lnTo>
                  <a:lnTo>
                    <a:pt x="339" y="399"/>
                  </a:lnTo>
                  <a:lnTo>
                    <a:pt x="339" y="399"/>
                  </a:lnTo>
                  <a:lnTo>
                    <a:pt x="339" y="401"/>
                  </a:lnTo>
                  <a:lnTo>
                    <a:pt x="341" y="401"/>
                  </a:lnTo>
                  <a:lnTo>
                    <a:pt x="341" y="404"/>
                  </a:lnTo>
                  <a:lnTo>
                    <a:pt x="339" y="404"/>
                  </a:lnTo>
                  <a:lnTo>
                    <a:pt x="339" y="404"/>
                  </a:lnTo>
                  <a:lnTo>
                    <a:pt x="339" y="404"/>
                  </a:lnTo>
                  <a:lnTo>
                    <a:pt x="339" y="406"/>
                  </a:lnTo>
                  <a:lnTo>
                    <a:pt x="339" y="408"/>
                  </a:lnTo>
                  <a:lnTo>
                    <a:pt x="339" y="410"/>
                  </a:lnTo>
                  <a:lnTo>
                    <a:pt x="339" y="410"/>
                  </a:lnTo>
                  <a:lnTo>
                    <a:pt x="339" y="410"/>
                  </a:lnTo>
                  <a:lnTo>
                    <a:pt x="339" y="412"/>
                  </a:lnTo>
                  <a:lnTo>
                    <a:pt x="337" y="412"/>
                  </a:lnTo>
                  <a:lnTo>
                    <a:pt x="337" y="412"/>
                  </a:lnTo>
                  <a:lnTo>
                    <a:pt x="337" y="412"/>
                  </a:lnTo>
                  <a:lnTo>
                    <a:pt x="337" y="412"/>
                  </a:lnTo>
                  <a:lnTo>
                    <a:pt x="337" y="412"/>
                  </a:lnTo>
                  <a:lnTo>
                    <a:pt x="337" y="412"/>
                  </a:lnTo>
                  <a:lnTo>
                    <a:pt x="337" y="415"/>
                  </a:lnTo>
                  <a:lnTo>
                    <a:pt x="337" y="417"/>
                  </a:lnTo>
                  <a:lnTo>
                    <a:pt x="339" y="417"/>
                  </a:lnTo>
                  <a:lnTo>
                    <a:pt x="339" y="417"/>
                  </a:lnTo>
                  <a:lnTo>
                    <a:pt x="339" y="419"/>
                  </a:lnTo>
                  <a:lnTo>
                    <a:pt x="343" y="419"/>
                  </a:lnTo>
                  <a:lnTo>
                    <a:pt x="343" y="419"/>
                  </a:lnTo>
                  <a:lnTo>
                    <a:pt x="343" y="419"/>
                  </a:lnTo>
                  <a:lnTo>
                    <a:pt x="343" y="419"/>
                  </a:lnTo>
                  <a:lnTo>
                    <a:pt x="343" y="419"/>
                  </a:lnTo>
                  <a:lnTo>
                    <a:pt x="343" y="417"/>
                  </a:lnTo>
                  <a:lnTo>
                    <a:pt x="343" y="417"/>
                  </a:lnTo>
                  <a:lnTo>
                    <a:pt x="345" y="417"/>
                  </a:lnTo>
                  <a:lnTo>
                    <a:pt x="345" y="417"/>
                  </a:lnTo>
                  <a:lnTo>
                    <a:pt x="345" y="417"/>
                  </a:lnTo>
                  <a:lnTo>
                    <a:pt x="345" y="417"/>
                  </a:lnTo>
                  <a:lnTo>
                    <a:pt x="345" y="415"/>
                  </a:lnTo>
                  <a:lnTo>
                    <a:pt x="345" y="415"/>
                  </a:lnTo>
                  <a:lnTo>
                    <a:pt x="345" y="415"/>
                  </a:lnTo>
                  <a:lnTo>
                    <a:pt x="345" y="412"/>
                  </a:lnTo>
                  <a:lnTo>
                    <a:pt x="345" y="412"/>
                  </a:lnTo>
                  <a:lnTo>
                    <a:pt x="345" y="412"/>
                  </a:lnTo>
                  <a:lnTo>
                    <a:pt x="345" y="412"/>
                  </a:lnTo>
                  <a:lnTo>
                    <a:pt x="345" y="412"/>
                  </a:lnTo>
                  <a:lnTo>
                    <a:pt x="345" y="412"/>
                  </a:lnTo>
                  <a:lnTo>
                    <a:pt x="348" y="410"/>
                  </a:lnTo>
                  <a:lnTo>
                    <a:pt x="348" y="410"/>
                  </a:lnTo>
                  <a:lnTo>
                    <a:pt x="348" y="410"/>
                  </a:lnTo>
                  <a:lnTo>
                    <a:pt x="348" y="410"/>
                  </a:lnTo>
                  <a:lnTo>
                    <a:pt x="350" y="410"/>
                  </a:lnTo>
                  <a:lnTo>
                    <a:pt x="350" y="410"/>
                  </a:lnTo>
                  <a:lnTo>
                    <a:pt x="350" y="410"/>
                  </a:lnTo>
                  <a:lnTo>
                    <a:pt x="352" y="410"/>
                  </a:lnTo>
                  <a:lnTo>
                    <a:pt x="352" y="410"/>
                  </a:lnTo>
                  <a:lnTo>
                    <a:pt x="354" y="410"/>
                  </a:lnTo>
                  <a:lnTo>
                    <a:pt x="354" y="410"/>
                  </a:lnTo>
                  <a:lnTo>
                    <a:pt x="354" y="412"/>
                  </a:lnTo>
                  <a:lnTo>
                    <a:pt x="354" y="412"/>
                  </a:lnTo>
                  <a:lnTo>
                    <a:pt x="354" y="412"/>
                  </a:lnTo>
                  <a:lnTo>
                    <a:pt x="354" y="412"/>
                  </a:lnTo>
                  <a:lnTo>
                    <a:pt x="354" y="412"/>
                  </a:lnTo>
                  <a:lnTo>
                    <a:pt x="354" y="412"/>
                  </a:lnTo>
                  <a:lnTo>
                    <a:pt x="354" y="415"/>
                  </a:lnTo>
                  <a:lnTo>
                    <a:pt x="357" y="415"/>
                  </a:lnTo>
                  <a:lnTo>
                    <a:pt x="357" y="415"/>
                  </a:lnTo>
                  <a:lnTo>
                    <a:pt x="357" y="415"/>
                  </a:lnTo>
                  <a:lnTo>
                    <a:pt x="359" y="415"/>
                  </a:lnTo>
                  <a:lnTo>
                    <a:pt x="359" y="415"/>
                  </a:lnTo>
                  <a:lnTo>
                    <a:pt x="359" y="415"/>
                  </a:lnTo>
                  <a:lnTo>
                    <a:pt x="359" y="415"/>
                  </a:lnTo>
                  <a:lnTo>
                    <a:pt x="359" y="415"/>
                  </a:lnTo>
                  <a:lnTo>
                    <a:pt x="361" y="415"/>
                  </a:lnTo>
                  <a:lnTo>
                    <a:pt x="361" y="415"/>
                  </a:lnTo>
                  <a:lnTo>
                    <a:pt x="363" y="415"/>
                  </a:lnTo>
                  <a:lnTo>
                    <a:pt x="363" y="419"/>
                  </a:lnTo>
                  <a:lnTo>
                    <a:pt x="365" y="419"/>
                  </a:lnTo>
                  <a:lnTo>
                    <a:pt x="365" y="421"/>
                  </a:lnTo>
                  <a:lnTo>
                    <a:pt x="365" y="426"/>
                  </a:lnTo>
                  <a:lnTo>
                    <a:pt x="365" y="426"/>
                  </a:lnTo>
                  <a:lnTo>
                    <a:pt x="365" y="426"/>
                  </a:lnTo>
                  <a:lnTo>
                    <a:pt x="365" y="428"/>
                  </a:lnTo>
                  <a:lnTo>
                    <a:pt x="365" y="428"/>
                  </a:lnTo>
                  <a:lnTo>
                    <a:pt x="365" y="428"/>
                  </a:lnTo>
                  <a:lnTo>
                    <a:pt x="368" y="430"/>
                  </a:lnTo>
                  <a:lnTo>
                    <a:pt x="368" y="430"/>
                  </a:lnTo>
                  <a:lnTo>
                    <a:pt x="368" y="430"/>
                  </a:lnTo>
                  <a:lnTo>
                    <a:pt x="370" y="430"/>
                  </a:lnTo>
                  <a:lnTo>
                    <a:pt x="372" y="432"/>
                  </a:lnTo>
                  <a:lnTo>
                    <a:pt x="374" y="432"/>
                  </a:lnTo>
                  <a:lnTo>
                    <a:pt x="374" y="432"/>
                  </a:lnTo>
                  <a:lnTo>
                    <a:pt x="374" y="432"/>
                  </a:lnTo>
                  <a:lnTo>
                    <a:pt x="374" y="432"/>
                  </a:lnTo>
                  <a:lnTo>
                    <a:pt x="374" y="430"/>
                  </a:lnTo>
                  <a:lnTo>
                    <a:pt x="374" y="430"/>
                  </a:lnTo>
                  <a:lnTo>
                    <a:pt x="376" y="430"/>
                  </a:lnTo>
                  <a:lnTo>
                    <a:pt x="376" y="430"/>
                  </a:lnTo>
                  <a:lnTo>
                    <a:pt x="376" y="430"/>
                  </a:lnTo>
                  <a:lnTo>
                    <a:pt x="376" y="430"/>
                  </a:lnTo>
                  <a:lnTo>
                    <a:pt x="376" y="430"/>
                  </a:lnTo>
                  <a:lnTo>
                    <a:pt x="376" y="430"/>
                  </a:lnTo>
                  <a:lnTo>
                    <a:pt x="376" y="432"/>
                  </a:lnTo>
                  <a:lnTo>
                    <a:pt x="374" y="435"/>
                  </a:lnTo>
                  <a:lnTo>
                    <a:pt x="374" y="435"/>
                  </a:lnTo>
                  <a:lnTo>
                    <a:pt x="374" y="437"/>
                  </a:lnTo>
                  <a:lnTo>
                    <a:pt x="374" y="437"/>
                  </a:lnTo>
                  <a:lnTo>
                    <a:pt x="374" y="437"/>
                  </a:lnTo>
                  <a:lnTo>
                    <a:pt x="374" y="437"/>
                  </a:lnTo>
                  <a:lnTo>
                    <a:pt x="374" y="435"/>
                  </a:lnTo>
                  <a:lnTo>
                    <a:pt x="379" y="430"/>
                  </a:lnTo>
                  <a:lnTo>
                    <a:pt x="379" y="430"/>
                  </a:lnTo>
                  <a:lnTo>
                    <a:pt x="383" y="428"/>
                  </a:lnTo>
                  <a:lnTo>
                    <a:pt x="385" y="426"/>
                  </a:lnTo>
                  <a:lnTo>
                    <a:pt x="388" y="417"/>
                  </a:lnTo>
                  <a:lnTo>
                    <a:pt x="388" y="417"/>
                  </a:lnTo>
                  <a:lnTo>
                    <a:pt x="385" y="417"/>
                  </a:lnTo>
                  <a:lnTo>
                    <a:pt x="385" y="417"/>
                  </a:lnTo>
                  <a:lnTo>
                    <a:pt x="385" y="419"/>
                  </a:lnTo>
                  <a:lnTo>
                    <a:pt x="383" y="419"/>
                  </a:lnTo>
                  <a:lnTo>
                    <a:pt x="383" y="419"/>
                  </a:lnTo>
                  <a:lnTo>
                    <a:pt x="381" y="419"/>
                  </a:lnTo>
                  <a:lnTo>
                    <a:pt x="379" y="419"/>
                  </a:lnTo>
                  <a:lnTo>
                    <a:pt x="376" y="417"/>
                  </a:lnTo>
                  <a:lnTo>
                    <a:pt x="376" y="417"/>
                  </a:lnTo>
                  <a:lnTo>
                    <a:pt x="376" y="415"/>
                  </a:lnTo>
                  <a:lnTo>
                    <a:pt x="376" y="417"/>
                  </a:lnTo>
                  <a:lnTo>
                    <a:pt x="376" y="417"/>
                  </a:lnTo>
                  <a:lnTo>
                    <a:pt x="379" y="417"/>
                  </a:lnTo>
                  <a:lnTo>
                    <a:pt x="379" y="415"/>
                  </a:lnTo>
                  <a:lnTo>
                    <a:pt x="379" y="415"/>
                  </a:lnTo>
                  <a:lnTo>
                    <a:pt x="379" y="415"/>
                  </a:lnTo>
                  <a:lnTo>
                    <a:pt x="379" y="415"/>
                  </a:lnTo>
                  <a:lnTo>
                    <a:pt x="381" y="412"/>
                  </a:lnTo>
                  <a:lnTo>
                    <a:pt x="383" y="415"/>
                  </a:lnTo>
                  <a:lnTo>
                    <a:pt x="383" y="415"/>
                  </a:lnTo>
                  <a:lnTo>
                    <a:pt x="381" y="415"/>
                  </a:lnTo>
                  <a:lnTo>
                    <a:pt x="381" y="415"/>
                  </a:lnTo>
                  <a:lnTo>
                    <a:pt x="379" y="415"/>
                  </a:lnTo>
                  <a:lnTo>
                    <a:pt x="379" y="417"/>
                  </a:lnTo>
                  <a:lnTo>
                    <a:pt x="383" y="417"/>
                  </a:lnTo>
                  <a:lnTo>
                    <a:pt x="385" y="415"/>
                  </a:lnTo>
                  <a:lnTo>
                    <a:pt x="388" y="410"/>
                  </a:lnTo>
                  <a:lnTo>
                    <a:pt x="388" y="408"/>
                  </a:lnTo>
                  <a:lnTo>
                    <a:pt x="388" y="408"/>
                  </a:lnTo>
                  <a:lnTo>
                    <a:pt x="390" y="408"/>
                  </a:lnTo>
                  <a:lnTo>
                    <a:pt x="390" y="408"/>
                  </a:lnTo>
                  <a:lnTo>
                    <a:pt x="392" y="406"/>
                  </a:lnTo>
                  <a:lnTo>
                    <a:pt x="392" y="404"/>
                  </a:lnTo>
                  <a:lnTo>
                    <a:pt x="408" y="392"/>
                  </a:lnTo>
                  <a:lnTo>
                    <a:pt x="410" y="390"/>
                  </a:lnTo>
                  <a:lnTo>
                    <a:pt x="412" y="390"/>
                  </a:lnTo>
                  <a:lnTo>
                    <a:pt x="414" y="388"/>
                  </a:lnTo>
                  <a:lnTo>
                    <a:pt x="414" y="388"/>
                  </a:lnTo>
                  <a:lnTo>
                    <a:pt x="414" y="388"/>
                  </a:lnTo>
                  <a:lnTo>
                    <a:pt x="416" y="388"/>
                  </a:lnTo>
                  <a:lnTo>
                    <a:pt x="419" y="388"/>
                  </a:lnTo>
                  <a:lnTo>
                    <a:pt x="421" y="386"/>
                  </a:lnTo>
                  <a:lnTo>
                    <a:pt x="421" y="388"/>
                  </a:lnTo>
                  <a:lnTo>
                    <a:pt x="441" y="375"/>
                  </a:lnTo>
                  <a:lnTo>
                    <a:pt x="443" y="373"/>
                  </a:lnTo>
                  <a:lnTo>
                    <a:pt x="445" y="370"/>
                  </a:lnTo>
                  <a:lnTo>
                    <a:pt x="445" y="368"/>
                  </a:lnTo>
                  <a:lnTo>
                    <a:pt x="447" y="368"/>
                  </a:lnTo>
                  <a:lnTo>
                    <a:pt x="447" y="368"/>
                  </a:lnTo>
                  <a:lnTo>
                    <a:pt x="450" y="366"/>
                  </a:lnTo>
                  <a:lnTo>
                    <a:pt x="450" y="366"/>
                  </a:lnTo>
                  <a:lnTo>
                    <a:pt x="450" y="366"/>
                  </a:lnTo>
                  <a:lnTo>
                    <a:pt x="452" y="366"/>
                  </a:lnTo>
                  <a:lnTo>
                    <a:pt x="454" y="366"/>
                  </a:lnTo>
                  <a:lnTo>
                    <a:pt x="454" y="364"/>
                  </a:lnTo>
                  <a:lnTo>
                    <a:pt x="452" y="364"/>
                  </a:lnTo>
                  <a:lnTo>
                    <a:pt x="452" y="361"/>
                  </a:lnTo>
                  <a:lnTo>
                    <a:pt x="454" y="361"/>
                  </a:lnTo>
                  <a:lnTo>
                    <a:pt x="454" y="359"/>
                  </a:lnTo>
                  <a:lnTo>
                    <a:pt x="456" y="357"/>
                  </a:lnTo>
                  <a:lnTo>
                    <a:pt x="458" y="355"/>
                  </a:lnTo>
                  <a:lnTo>
                    <a:pt x="463" y="350"/>
                  </a:lnTo>
                  <a:lnTo>
                    <a:pt x="472" y="346"/>
                  </a:lnTo>
                  <a:lnTo>
                    <a:pt x="483" y="339"/>
                  </a:lnTo>
                  <a:lnTo>
                    <a:pt x="492" y="335"/>
                  </a:lnTo>
                  <a:lnTo>
                    <a:pt x="496" y="333"/>
                  </a:lnTo>
                  <a:lnTo>
                    <a:pt x="498" y="333"/>
                  </a:lnTo>
                  <a:lnTo>
                    <a:pt x="498" y="333"/>
                  </a:lnTo>
                  <a:lnTo>
                    <a:pt x="498" y="335"/>
                  </a:lnTo>
                  <a:lnTo>
                    <a:pt x="498" y="335"/>
                  </a:lnTo>
                  <a:lnTo>
                    <a:pt x="498" y="335"/>
                  </a:lnTo>
                  <a:lnTo>
                    <a:pt x="498" y="333"/>
                  </a:lnTo>
                  <a:lnTo>
                    <a:pt x="498" y="333"/>
                  </a:lnTo>
                  <a:lnTo>
                    <a:pt x="498" y="330"/>
                  </a:lnTo>
                  <a:lnTo>
                    <a:pt x="498" y="330"/>
                  </a:lnTo>
                  <a:lnTo>
                    <a:pt x="496" y="330"/>
                  </a:lnTo>
                  <a:lnTo>
                    <a:pt x="496" y="330"/>
                  </a:lnTo>
                  <a:lnTo>
                    <a:pt x="496" y="330"/>
                  </a:lnTo>
                  <a:lnTo>
                    <a:pt x="496" y="328"/>
                  </a:lnTo>
                  <a:lnTo>
                    <a:pt x="496" y="328"/>
                  </a:lnTo>
                  <a:lnTo>
                    <a:pt x="494" y="328"/>
                  </a:lnTo>
                  <a:lnTo>
                    <a:pt x="494" y="328"/>
                  </a:lnTo>
                  <a:lnTo>
                    <a:pt x="494" y="328"/>
                  </a:lnTo>
                  <a:lnTo>
                    <a:pt x="494" y="326"/>
                  </a:lnTo>
                  <a:lnTo>
                    <a:pt x="494" y="326"/>
                  </a:lnTo>
                  <a:lnTo>
                    <a:pt x="496" y="328"/>
                  </a:lnTo>
                  <a:lnTo>
                    <a:pt x="496" y="326"/>
                  </a:lnTo>
                  <a:lnTo>
                    <a:pt x="496" y="326"/>
                  </a:lnTo>
                  <a:lnTo>
                    <a:pt x="496" y="326"/>
                  </a:lnTo>
                  <a:lnTo>
                    <a:pt x="498" y="326"/>
                  </a:lnTo>
                  <a:lnTo>
                    <a:pt x="498" y="324"/>
                  </a:lnTo>
                  <a:lnTo>
                    <a:pt x="498" y="324"/>
                  </a:lnTo>
                  <a:lnTo>
                    <a:pt x="498" y="322"/>
                  </a:lnTo>
                  <a:lnTo>
                    <a:pt x="501" y="324"/>
                  </a:lnTo>
                  <a:lnTo>
                    <a:pt x="501" y="324"/>
                  </a:lnTo>
                  <a:lnTo>
                    <a:pt x="501" y="324"/>
                  </a:lnTo>
                  <a:lnTo>
                    <a:pt x="501" y="324"/>
                  </a:lnTo>
                  <a:lnTo>
                    <a:pt x="501" y="324"/>
                  </a:lnTo>
                  <a:lnTo>
                    <a:pt x="503" y="326"/>
                  </a:lnTo>
                  <a:lnTo>
                    <a:pt x="505" y="326"/>
                  </a:lnTo>
                  <a:lnTo>
                    <a:pt x="505" y="326"/>
                  </a:lnTo>
                  <a:lnTo>
                    <a:pt x="505" y="328"/>
                  </a:lnTo>
                  <a:lnTo>
                    <a:pt x="505" y="328"/>
                  </a:lnTo>
                  <a:lnTo>
                    <a:pt x="505" y="328"/>
                  </a:lnTo>
                  <a:lnTo>
                    <a:pt x="507" y="330"/>
                  </a:lnTo>
                  <a:lnTo>
                    <a:pt x="507" y="330"/>
                  </a:lnTo>
                  <a:lnTo>
                    <a:pt x="505" y="333"/>
                  </a:lnTo>
                  <a:lnTo>
                    <a:pt x="503" y="333"/>
                  </a:lnTo>
                  <a:lnTo>
                    <a:pt x="503" y="333"/>
                  </a:lnTo>
                  <a:lnTo>
                    <a:pt x="505" y="335"/>
                  </a:lnTo>
                  <a:lnTo>
                    <a:pt x="507" y="333"/>
                  </a:lnTo>
                  <a:lnTo>
                    <a:pt x="507" y="333"/>
                  </a:lnTo>
                  <a:lnTo>
                    <a:pt x="509" y="330"/>
                  </a:lnTo>
                  <a:lnTo>
                    <a:pt x="509" y="330"/>
                  </a:lnTo>
                  <a:lnTo>
                    <a:pt x="512" y="330"/>
                  </a:lnTo>
                  <a:lnTo>
                    <a:pt x="512" y="330"/>
                  </a:lnTo>
                  <a:lnTo>
                    <a:pt x="512" y="333"/>
                  </a:lnTo>
                  <a:lnTo>
                    <a:pt x="514" y="333"/>
                  </a:lnTo>
                  <a:lnTo>
                    <a:pt x="514" y="333"/>
                  </a:lnTo>
                  <a:lnTo>
                    <a:pt x="514" y="330"/>
                  </a:lnTo>
                  <a:lnTo>
                    <a:pt x="514" y="330"/>
                  </a:lnTo>
                  <a:lnTo>
                    <a:pt x="514" y="328"/>
                  </a:lnTo>
                  <a:lnTo>
                    <a:pt x="514" y="328"/>
                  </a:lnTo>
                  <a:lnTo>
                    <a:pt x="514" y="326"/>
                  </a:lnTo>
                  <a:lnTo>
                    <a:pt x="516" y="324"/>
                  </a:lnTo>
                  <a:lnTo>
                    <a:pt x="518" y="322"/>
                  </a:lnTo>
                  <a:lnTo>
                    <a:pt x="516" y="322"/>
                  </a:lnTo>
                  <a:lnTo>
                    <a:pt x="516" y="322"/>
                  </a:lnTo>
                  <a:lnTo>
                    <a:pt x="514" y="326"/>
                  </a:lnTo>
                  <a:lnTo>
                    <a:pt x="512" y="326"/>
                  </a:lnTo>
                  <a:lnTo>
                    <a:pt x="512" y="326"/>
                  </a:lnTo>
                  <a:lnTo>
                    <a:pt x="509" y="326"/>
                  </a:lnTo>
                  <a:lnTo>
                    <a:pt x="509" y="326"/>
                  </a:lnTo>
                  <a:lnTo>
                    <a:pt x="512" y="324"/>
                  </a:lnTo>
                  <a:lnTo>
                    <a:pt x="514" y="324"/>
                  </a:lnTo>
                  <a:lnTo>
                    <a:pt x="514" y="322"/>
                  </a:lnTo>
                  <a:lnTo>
                    <a:pt x="516" y="319"/>
                  </a:lnTo>
                  <a:lnTo>
                    <a:pt x="516" y="319"/>
                  </a:lnTo>
                  <a:lnTo>
                    <a:pt x="516" y="319"/>
                  </a:lnTo>
                  <a:lnTo>
                    <a:pt x="516" y="322"/>
                  </a:lnTo>
                  <a:lnTo>
                    <a:pt x="518" y="319"/>
                  </a:lnTo>
                  <a:lnTo>
                    <a:pt x="521" y="319"/>
                  </a:lnTo>
                  <a:lnTo>
                    <a:pt x="523" y="319"/>
                  </a:lnTo>
                  <a:lnTo>
                    <a:pt x="523" y="319"/>
                  </a:lnTo>
                  <a:lnTo>
                    <a:pt x="525" y="319"/>
                  </a:lnTo>
                  <a:lnTo>
                    <a:pt x="525" y="317"/>
                  </a:lnTo>
                  <a:lnTo>
                    <a:pt x="525" y="317"/>
                  </a:lnTo>
                  <a:lnTo>
                    <a:pt x="527" y="315"/>
                  </a:lnTo>
                  <a:lnTo>
                    <a:pt x="529" y="315"/>
                  </a:lnTo>
                  <a:lnTo>
                    <a:pt x="536" y="313"/>
                  </a:lnTo>
                  <a:lnTo>
                    <a:pt x="540" y="313"/>
                  </a:lnTo>
                  <a:lnTo>
                    <a:pt x="540" y="313"/>
                  </a:lnTo>
                  <a:lnTo>
                    <a:pt x="543" y="313"/>
                  </a:lnTo>
                  <a:lnTo>
                    <a:pt x="543" y="315"/>
                  </a:lnTo>
                  <a:lnTo>
                    <a:pt x="547" y="315"/>
                  </a:lnTo>
                  <a:lnTo>
                    <a:pt x="552" y="315"/>
                  </a:lnTo>
                  <a:lnTo>
                    <a:pt x="552" y="315"/>
                  </a:lnTo>
                  <a:lnTo>
                    <a:pt x="554" y="315"/>
                  </a:lnTo>
                  <a:lnTo>
                    <a:pt x="554" y="315"/>
                  </a:lnTo>
                  <a:lnTo>
                    <a:pt x="554" y="317"/>
                  </a:lnTo>
                  <a:lnTo>
                    <a:pt x="554" y="317"/>
                  </a:lnTo>
                  <a:lnTo>
                    <a:pt x="556" y="317"/>
                  </a:lnTo>
                  <a:lnTo>
                    <a:pt x="558" y="317"/>
                  </a:lnTo>
                  <a:lnTo>
                    <a:pt x="560" y="317"/>
                  </a:lnTo>
                  <a:lnTo>
                    <a:pt x="560" y="319"/>
                  </a:lnTo>
                  <a:lnTo>
                    <a:pt x="563" y="319"/>
                  </a:lnTo>
                  <a:lnTo>
                    <a:pt x="563" y="319"/>
                  </a:lnTo>
                  <a:lnTo>
                    <a:pt x="565" y="319"/>
                  </a:lnTo>
                  <a:lnTo>
                    <a:pt x="565" y="319"/>
                  </a:lnTo>
                  <a:lnTo>
                    <a:pt x="567" y="319"/>
                  </a:lnTo>
                  <a:lnTo>
                    <a:pt x="567" y="319"/>
                  </a:lnTo>
                  <a:lnTo>
                    <a:pt x="567" y="319"/>
                  </a:lnTo>
                  <a:lnTo>
                    <a:pt x="569" y="319"/>
                  </a:lnTo>
                  <a:lnTo>
                    <a:pt x="569" y="317"/>
                  </a:lnTo>
                  <a:lnTo>
                    <a:pt x="571" y="317"/>
                  </a:lnTo>
                  <a:lnTo>
                    <a:pt x="571" y="315"/>
                  </a:lnTo>
                  <a:lnTo>
                    <a:pt x="571" y="313"/>
                  </a:lnTo>
                  <a:lnTo>
                    <a:pt x="569" y="313"/>
                  </a:lnTo>
                  <a:lnTo>
                    <a:pt x="571" y="310"/>
                  </a:lnTo>
                  <a:lnTo>
                    <a:pt x="571" y="310"/>
                  </a:lnTo>
                  <a:lnTo>
                    <a:pt x="569" y="310"/>
                  </a:lnTo>
                  <a:lnTo>
                    <a:pt x="569" y="310"/>
                  </a:lnTo>
                  <a:lnTo>
                    <a:pt x="569" y="308"/>
                  </a:lnTo>
                  <a:lnTo>
                    <a:pt x="569" y="308"/>
                  </a:lnTo>
                  <a:lnTo>
                    <a:pt x="569" y="308"/>
                  </a:lnTo>
                  <a:lnTo>
                    <a:pt x="567" y="306"/>
                  </a:lnTo>
                  <a:lnTo>
                    <a:pt x="569" y="304"/>
                  </a:lnTo>
                  <a:lnTo>
                    <a:pt x="569" y="304"/>
                  </a:lnTo>
                  <a:lnTo>
                    <a:pt x="569" y="304"/>
                  </a:lnTo>
                  <a:lnTo>
                    <a:pt x="569" y="302"/>
                  </a:lnTo>
                  <a:lnTo>
                    <a:pt x="571" y="302"/>
                  </a:lnTo>
                  <a:lnTo>
                    <a:pt x="574" y="302"/>
                  </a:lnTo>
                  <a:lnTo>
                    <a:pt x="574" y="302"/>
                  </a:lnTo>
                  <a:lnTo>
                    <a:pt x="576" y="299"/>
                  </a:lnTo>
                  <a:lnTo>
                    <a:pt x="576" y="299"/>
                  </a:lnTo>
                  <a:lnTo>
                    <a:pt x="578" y="299"/>
                  </a:lnTo>
                  <a:lnTo>
                    <a:pt x="578" y="299"/>
                  </a:lnTo>
                  <a:lnTo>
                    <a:pt x="578" y="297"/>
                  </a:lnTo>
                  <a:lnTo>
                    <a:pt x="580" y="299"/>
                  </a:lnTo>
                  <a:lnTo>
                    <a:pt x="580" y="299"/>
                  </a:lnTo>
                  <a:lnTo>
                    <a:pt x="583" y="299"/>
                  </a:lnTo>
                  <a:lnTo>
                    <a:pt x="583" y="299"/>
                  </a:lnTo>
                  <a:lnTo>
                    <a:pt x="585" y="299"/>
                  </a:lnTo>
                  <a:lnTo>
                    <a:pt x="585" y="297"/>
                  </a:lnTo>
                  <a:lnTo>
                    <a:pt x="585" y="297"/>
                  </a:lnTo>
                  <a:lnTo>
                    <a:pt x="585" y="295"/>
                  </a:lnTo>
                  <a:lnTo>
                    <a:pt x="585" y="295"/>
                  </a:lnTo>
                  <a:lnTo>
                    <a:pt x="587" y="295"/>
                  </a:lnTo>
                  <a:lnTo>
                    <a:pt x="587" y="295"/>
                  </a:lnTo>
                  <a:lnTo>
                    <a:pt x="589" y="295"/>
                  </a:lnTo>
                  <a:lnTo>
                    <a:pt x="589" y="293"/>
                  </a:lnTo>
                  <a:lnTo>
                    <a:pt x="589" y="293"/>
                  </a:lnTo>
                  <a:lnTo>
                    <a:pt x="589" y="291"/>
                  </a:lnTo>
                  <a:lnTo>
                    <a:pt x="589" y="293"/>
                  </a:lnTo>
                  <a:lnTo>
                    <a:pt x="591" y="293"/>
                  </a:lnTo>
                  <a:lnTo>
                    <a:pt x="591" y="293"/>
                  </a:lnTo>
                  <a:lnTo>
                    <a:pt x="591" y="293"/>
                  </a:lnTo>
                  <a:lnTo>
                    <a:pt x="594" y="293"/>
                  </a:lnTo>
                  <a:lnTo>
                    <a:pt x="594" y="293"/>
                  </a:lnTo>
                  <a:lnTo>
                    <a:pt x="594" y="293"/>
                  </a:lnTo>
                  <a:lnTo>
                    <a:pt x="594" y="293"/>
                  </a:lnTo>
                  <a:lnTo>
                    <a:pt x="596" y="293"/>
                  </a:lnTo>
                  <a:lnTo>
                    <a:pt x="596" y="291"/>
                  </a:lnTo>
                  <a:lnTo>
                    <a:pt x="598" y="291"/>
                  </a:lnTo>
                  <a:lnTo>
                    <a:pt x="600" y="288"/>
                  </a:lnTo>
                  <a:lnTo>
                    <a:pt x="598" y="288"/>
                  </a:lnTo>
                  <a:lnTo>
                    <a:pt x="598" y="288"/>
                  </a:lnTo>
                  <a:lnTo>
                    <a:pt x="596" y="286"/>
                  </a:lnTo>
                  <a:lnTo>
                    <a:pt x="596" y="286"/>
                  </a:lnTo>
                  <a:lnTo>
                    <a:pt x="598" y="286"/>
                  </a:lnTo>
                  <a:lnTo>
                    <a:pt x="598" y="286"/>
                  </a:lnTo>
                  <a:lnTo>
                    <a:pt x="600" y="286"/>
                  </a:lnTo>
                  <a:lnTo>
                    <a:pt x="600" y="284"/>
                  </a:lnTo>
                  <a:lnTo>
                    <a:pt x="600" y="284"/>
                  </a:lnTo>
                  <a:lnTo>
                    <a:pt x="600" y="284"/>
                  </a:lnTo>
                  <a:lnTo>
                    <a:pt x="603" y="284"/>
                  </a:lnTo>
                  <a:lnTo>
                    <a:pt x="603" y="284"/>
                  </a:lnTo>
                  <a:lnTo>
                    <a:pt x="603" y="284"/>
                  </a:lnTo>
                  <a:lnTo>
                    <a:pt x="603" y="282"/>
                  </a:lnTo>
                  <a:lnTo>
                    <a:pt x="607" y="279"/>
                  </a:lnTo>
                  <a:lnTo>
                    <a:pt x="607" y="279"/>
                  </a:lnTo>
                  <a:lnTo>
                    <a:pt x="607" y="282"/>
                  </a:lnTo>
                  <a:lnTo>
                    <a:pt x="609" y="282"/>
                  </a:lnTo>
                  <a:lnTo>
                    <a:pt x="609" y="282"/>
                  </a:lnTo>
                  <a:lnTo>
                    <a:pt x="609" y="282"/>
                  </a:lnTo>
                  <a:lnTo>
                    <a:pt x="611" y="282"/>
                  </a:lnTo>
                  <a:lnTo>
                    <a:pt x="611" y="282"/>
                  </a:lnTo>
                  <a:lnTo>
                    <a:pt x="611" y="284"/>
                  </a:lnTo>
                  <a:lnTo>
                    <a:pt x="611" y="284"/>
                  </a:lnTo>
                  <a:lnTo>
                    <a:pt x="614" y="284"/>
                  </a:lnTo>
                  <a:lnTo>
                    <a:pt x="614" y="282"/>
                  </a:lnTo>
                  <a:lnTo>
                    <a:pt x="614" y="282"/>
                  </a:lnTo>
                  <a:lnTo>
                    <a:pt x="616" y="284"/>
                  </a:lnTo>
                  <a:lnTo>
                    <a:pt x="618" y="282"/>
                  </a:lnTo>
                  <a:lnTo>
                    <a:pt x="618" y="282"/>
                  </a:lnTo>
                  <a:lnTo>
                    <a:pt x="620" y="282"/>
                  </a:lnTo>
                  <a:lnTo>
                    <a:pt x="620" y="282"/>
                  </a:lnTo>
                  <a:lnTo>
                    <a:pt x="618" y="279"/>
                  </a:lnTo>
                  <a:lnTo>
                    <a:pt x="618" y="279"/>
                  </a:lnTo>
                  <a:lnTo>
                    <a:pt x="616" y="277"/>
                  </a:lnTo>
                  <a:lnTo>
                    <a:pt x="616" y="277"/>
                  </a:lnTo>
                  <a:lnTo>
                    <a:pt x="616" y="275"/>
                  </a:lnTo>
                  <a:lnTo>
                    <a:pt x="616" y="275"/>
                  </a:lnTo>
                  <a:lnTo>
                    <a:pt x="614" y="277"/>
                  </a:lnTo>
                  <a:lnTo>
                    <a:pt x="614" y="277"/>
                  </a:lnTo>
                  <a:lnTo>
                    <a:pt x="614" y="277"/>
                  </a:lnTo>
                  <a:lnTo>
                    <a:pt x="614" y="277"/>
                  </a:lnTo>
                  <a:lnTo>
                    <a:pt x="611" y="275"/>
                  </a:lnTo>
                  <a:lnTo>
                    <a:pt x="611" y="271"/>
                  </a:lnTo>
                  <a:lnTo>
                    <a:pt x="609" y="271"/>
                  </a:lnTo>
                  <a:lnTo>
                    <a:pt x="609" y="271"/>
                  </a:lnTo>
                  <a:lnTo>
                    <a:pt x="609" y="271"/>
                  </a:lnTo>
                  <a:lnTo>
                    <a:pt x="609" y="271"/>
                  </a:lnTo>
                  <a:lnTo>
                    <a:pt x="609" y="268"/>
                  </a:lnTo>
                  <a:lnTo>
                    <a:pt x="611" y="266"/>
                  </a:lnTo>
                  <a:lnTo>
                    <a:pt x="611" y="266"/>
                  </a:lnTo>
                  <a:lnTo>
                    <a:pt x="611" y="266"/>
                  </a:lnTo>
                  <a:lnTo>
                    <a:pt x="614" y="266"/>
                  </a:lnTo>
                  <a:lnTo>
                    <a:pt x="614" y="266"/>
                  </a:lnTo>
                  <a:lnTo>
                    <a:pt x="614" y="264"/>
                  </a:lnTo>
                  <a:lnTo>
                    <a:pt x="614" y="264"/>
                  </a:lnTo>
                  <a:lnTo>
                    <a:pt x="614" y="262"/>
                  </a:lnTo>
                  <a:lnTo>
                    <a:pt x="614" y="262"/>
                  </a:lnTo>
                  <a:lnTo>
                    <a:pt x="614" y="260"/>
                  </a:lnTo>
                  <a:lnTo>
                    <a:pt x="614" y="260"/>
                  </a:lnTo>
                  <a:lnTo>
                    <a:pt x="616" y="255"/>
                  </a:lnTo>
                  <a:lnTo>
                    <a:pt x="616" y="255"/>
                  </a:lnTo>
                  <a:lnTo>
                    <a:pt x="616" y="253"/>
                  </a:lnTo>
                  <a:lnTo>
                    <a:pt x="616" y="253"/>
                  </a:lnTo>
                  <a:lnTo>
                    <a:pt x="616" y="253"/>
                  </a:lnTo>
                  <a:lnTo>
                    <a:pt x="616" y="253"/>
                  </a:lnTo>
                  <a:lnTo>
                    <a:pt x="616" y="251"/>
                  </a:lnTo>
                  <a:lnTo>
                    <a:pt x="616" y="251"/>
                  </a:lnTo>
                  <a:lnTo>
                    <a:pt x="618" y="251"/>
                  </a:lnTo>
                  <a:lnTo>
                    <a:pt x="618" y="251"/>
                  </a:lnTo>
                  <a:lnTo>
                    <a:pt x="618" y="251"/>
                  </a:lnTo>
                  <a:lnTo>
                    <a:pt x="618" y="251"/>
                  </a:lnTo>
                  <a:lnTo>
                    <a:pt x="620" y="248"/>
                  </a:lnTo>
                  <a:lnTo>
                    <a:pt x="620" y="248"/>
                  </a:lnTo>
                  <a:lnTo>
                    <a:pt x="620" y="248"/>
                  </a:lnTo>
                  <a:lnTo>
                    <a:pt x="620" y="248"/>
                  </a:lnTo>
                  <a:lnTo>
                    <a:pt x="620" y="246"/>
                  </a:lnTo>
                  <a:lnTo>
                    <a:pt x="622" y="246"/>
                  </a:lnTo>
                  <a:lnTo>
                    <a:pt x="625" y="246"/>
                  </a:lnTo>
                  <a:lnTo>
                    <a:pt x="625" y="246"/>
                  </a:lnTo>
                  <a:lnTo>
                    <a:pt x="627" y="246"/>
                  </a:lnTo>
                  <a:lnTo>
                    <a:pt x="629" y="244"/>
                  </a:lnTo>
                  <a:lnTo>
                    <a:pt x="631" y="244"/>
                  </a:lnTo>
                  <a:lnTo>
                    <a:pt x="631" y="244"/>
                  </a:lnTo>
                  <a:lnTo>
                    <a:pt x="631" y="242"/>
                  </a:lnTo>
                  <a:lnTo>
                    <a:pt x="631" y="242"/>
                  </a:lnTo>
                  <a:lnTo>
                    <a:pt x="631" y="244"/>
                  </a:lnTo>
                  <a:lnTo>
                    <a:pt x="634" y="244"/>
                  </a:lnTo>
                  <a:lnTo>
                    <a:pt x="634" y="244"/>
                  </a:lnTo>
                  <a:lnTo>
                    <a:pt x="636" y="244"/>
                  </a:lnTo>
                  <a:lnTo>
                    <a:pt x="638" y="242"/>
                  </a:lnTo>
                  <a:lnTo>
                    <a:pt x="640" y="242"/>
                  </a:lnTo>
                  <a:lnTo>
                    <a:pt x="640" y="242"/>
                  </a:lnTo>
                  <a:lnTo>
                    <a:pt x="640" y="242"/>
                  </a:lnTo>
                  <a:lnTo>
                    <a:pt x="640" y="242"/>
                  </a:lnTo>
                  <a:lnTo>
                    <a:pt x="640" y="242"/>
                  </a:lnTo>
                  <a:lnTo>
                    <a:pt x="640" y="242"/>
                  </a:lnTo>
                  <a:lnTo>
                    <a:pt x="640" y="242"/>
                  </a:lnTo>
                  <a:lnTo>
                    <a:pt x="640" y="242"/>
                  </a:lnTo>
                  <a:lnTo>
                    <a:pt x="642" y="242"/>
                  </a:lnTo>
                  <a:lnTo>
                    <a:pt x="645" y="242"/>
                  </a:lnTo>
                  <a:lnTo>
                    <a:pt x="645" y="242"/>
                  </a:lnTo>
                  <a:lnTo>
                    <a:pt x="645" y="242"/>
                  </a:lnTo>
                  <a:lnTo>
                    <a:pt x="647" y="242"/>
                  </a:lnTo>
                  <a:lnTo>
                    <a:pt x="647" y="242"/>
                  </a:lnTo>
                  <a:lnTo>
                    <a:pt x="647" y="242"/>
                  </a:lnTo>
                  <a:lnTo>
                    <a:pt x="651" y="240"/>
                  </a:lnTo>
                  <a:lnTo>
                    <a:pt x="653" y="240"/>
                  </a:lnTo>
                  <a:lnTo>
                    <a:pt x="653" y="237"/>
                  </a:lnTo>
                  <a:lnTo>
                    <a:pt x="653" y="237"/>
                  </a:lnTo>
                  <a:lnTo>
                    <a:pt x="656" y="235"/>
                  </a:lnTo>
                  <a:lnTo>
                    <a:pt x="656" y="235"/>
                  </a:lnTo>
                  <a:lnTo>
                    <a:pt x="656" y="235"/>
                  </a:lnTo>
                  <a:lnTo>
                    <a:pt x="656" y="235"/>
                  </a:lnTo>
                  <a:lnTo>
                    <a:pt x="656" y="233"/>
                  </a:lnTo>
                  <a:lnTo>
                    <a:pt x="656" y="233"/>
                  </a:lnTo>
                  <a:lnTo>
                    <a:pt x="658" y="231"/>
                  </a:lnTo>
                  <a:lnTo>
                    <a:pt x="658" y="231"/>
                  </a:lnTo>
                  <a:lnTo>
                    <a:pt x="658" y="231"/>
                  </a:lnTo>
                  <a:lnTo>
                    <a:pt x="660" y="231"/>
                  </a:lnTo>
                  <a:lnTo>
                    <a:pt x="660" y="228"/>
                  </a:lnTo>
                  <a:lnTo>
                    <a:pt x="660" y="228"/>
                  </a:lnTo>
                  <a:lnTo>
                    <a:pt x="660" y="228"/>
                  </a:lnTo>
                  <a:lnTo>
                    <a:pt x="662" y="228"/>
                  </a:lnTo>
                  <a:lnTo>
                    <a:pt x="662" y="228"/>
                  </a:lnTo>
                  <a:lnTo>
                    <a:pt x="662" y="228"/>
                  </a:lnTo>
                  <a:close/>
                  <a:moveTo>
                    <a:pt x="585" y="326"/>
                  </a:moveTo>
                  <a:lnTo>
                    <a:pt x="585" y="324"/>
                  </a:lnTo>
                  <a:lnTo>
                    <a:pt x="585" y="324"/>
                  </a:lnTo>
                  <a:lnTo>
                    <a:pt x="585" y="324"/>
                  </a:lnTo>
                  <a:lnTo>
                    <a:pt x="580" y="324"/>
                  </a:lnTo>
                  <a:lnTo>
                    <a:pt x="580" y="322"/>
                  </a:lnTo>
                  <a:lnTo>
                    <a:pt x="580" y="319"/>
                  </a:lnTo>
                  <a:lnTo>
                    <a:pt x="583" y="319"/>
                  </a:lnTo>
                  <a:lnTo>
                    <a:pt x="583" y="315"/>
                  </a:lnTo>
                  <a:lnTo>
                    <a:pt x="583" y="313"/>
                  </a:lnTo>
                  <a:lnTo>
                    <a:pt x="578" y="310"/>
                  </a:lnTo>
                  <a:lnTo>
                    <a:pt x="578" y="310"/>
                  </a:lnTo>
                  <a:lnTo>
                    <a:pt x="578" y="310"/>
                  </a:lnTo>
                  <a:lnTo>
                    <a:pt x="576" y="310"/>
                  </a:lnTo>
                  <a:lnTo>
                    <a:pt x="576" y="310"/>
                  </a:lnTo>
                  <a:lnTo>
                    <a:pt x="576" y="310"/>
                  </a:lnTo>
                  <a:lnTo>
                    <a:pt x="576" y="310"/>
                  </a:lnTo>
                  <a:lnTo>
                    <a:pt x="576" y="313"/>
                  </a:lnTo>
                  <a:lnTo>
                    <a:pt x="576" y="313"/>
                  </a:lnTo>
                  <a:lnTo>
                    <a:pt x="574" y="315"/>
                  </a:lnTo>
                  <a:lnTo>
                    <a:pt x="574" y="317"/>
                  </a:lnTo>
                  <a:lnTo>
                    <a:pt x="569" y="322"/>
                  </a:lnTo>
                  <a:lnTo>
                    <a:pt x="567" y="322"/>
                  </a:lnTo>
                  <a:lnTo>
                    <a:pt x="567" y="322"/>
                  </a:lnTo>
                  <a:lnTo>
                    <a:pt x="567" y="324"/>
                  </a:lnTo>
                  <a:lnTo>
                    <a:pt x="567" y="326"/>
                  </a:lnTo>
                  <a:lnTo>
                    <a:pt x="569" y="328"/>
                  </a:lnTo>
                  <a:lnTo>
                    <a:pt x="571" y="328"/>
                  </a:lnTo>
                  <a:lnTo>
                    <a:pt x="574" y="326"/>
                  </a:lnTo>
                  <a:lnTo>
                    <a:pt x="578" y="326"/>
                  </a:lnTo>
                  <a:lnTo>
                    <a:pt x="578" y="326"/>
                  </a:lnTo>
                  <a:lnTo>
                    <a:pt x="578" y="326"/>
                  </a:lnTo>
                  <a:lnTo>
                    <a:pt x="580" y="326"/>
                  </a:lnTo>
                  <a:lnTo>
                    <a:pt x="580" y="328"/>
                  </a:lnTo>
                  <a:lnTo>
                    <a:pt x="580" y="328"/>
                  </a:lnTo>
                  <a:lnTo>
                    <a:pt x="580" y="330"/>
                  </a:lnTo>
                  <a:lnTo>
                    <a:pt x="583" y="330"/>
                  </a:lnTo>
                  <a:lnTo>
                    <a:pt x="583" y="330"/>
                  </a:lnTo>
                  <a:lnTo>
                    <a:pt x="583" y="330"/>
                  </a:lnTo>
                  <a:lnTo>
                    <a:pt x="583" y="328"/>
                  </a:lnTo>
                  <a:lnTo>
                    <a:pt x="583" y="328"/>
                  </a:lnTo>
                  <a:lnTo>
                    <a:pt x="585" y="328"/>
                  </a:lnTo>
                  <a:lnTo>
                    <a:pt x="585" y="328"/>
                  </a:lnTo>
                  <a:lnTo>
                    <a:pt x="585" y="328"/>
                  </a:lnTo>
                  <a:lnTo>
                    <a:pt x="583" y="326"/>
                  </a:lnTo>
                  <a:lnTo>
                    <a:pt x="583" y="326"/>
                  </a:lnTo>
                  <a:lnTo>
                    <a:pt x="583" y="326"/>
                  </a:lnTo>
                  <a:lnTo>
                    <a:pt x="585" y="326"/>
                  </a:lnTo>
                  <a:close/>
                </a:path>
              </a:pathLst>
            </a:custGeom>
            <a:solidFill>
              <a:srgbClr val="D6D9ED"/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36A14014-9846-4D51-99CE-B1A35EB0BA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11" y="2904"/>
              <a:ext cx="401" cy="279"/>
            </a:xfrm>
            <a:custGeom>
              <a:avLst/>
              <a:gdLst>
                <a:gd name="T0" fmla="*/ 386 w 401"/>
                <a:gd name="T1" fmla="*/ 33 h 279"/>
                <a:gd name="T2" fmla="*/ 397 w 401"/>
                <a:gd name="T3" fmla="*/ 115 h 279"/>
                <a:gd name="T4" fmla="*/ 390 w 401"/>
                <a:gd name="T5" fmla="*/ 131 h 279"/>
                <a:gd name="T6" fmla="*/ 392 w 401"/>
                <a:gd name="T7" fmla="*/ 146 h 279"/>
                <a:gd name="T8" fmla="*/ 386 w 401"/>
                <a:gd name="T9" fmla="*/ 118 h 279"/>
                <a:gd name="T10" fmla="*/ 386 w 401"/>
                <a:gd name="T11" fmla="*/ 100 h 279"/>
                <a:gd name="T12" fmla="*/ 390 w 401"/>
                <a:gd name="T13" fmla="*/ 93 h 279"/>
                <a:gd name="T14" fmla="*/ 383 w 401"/>
                <a:gd name="T15" fmla="*/ 78 h 279"/>
                <a:gd name="T16" fmla="*/ 379 w 401"/>
                <a:gd name="T17" fmla="*/ 56 h 279"/>
                <a:gd name="T18" fmla="*/ 372 w 401"/>
                <a:gd name="T19" fmla="*/ 25 h 279"/>
                <a:gd name="T20" fmla="*/ 370 w 401"/>
                <a:gd name="T21" fmla="*/ 7 h 279"/>
                <a:gd name="T22" fmla="*/ 386 w 401"/>
                <a:gd name="T23" fmla="*/ 7 h 279"/>
                <a:gd name="T24" fmla="*/ 352 w 401"/>
                <a:gd name="T25" fmla="*/ 2 h 279"/>
                <a:gd name="T26" fmla="*/ 346 w 401"/>
                <a:gd name="T27" fmla="*/ 2 h 279"/>
                <a:gd name="T28" fmla="*/ 319 w 401"/>
                <a:gd name="T29" fmla="*/ 18 h 279"/>
                <a:gd name="T30" fmla="*/ 288 w 401"/>
                <a:gd name="T31" fmla="*/ 5 h 279"/>
                <a:gd name="T32" fmla="*/ 264 w 401"/>
                <a:gd name="T33" fmla="*/ 5 h 279"/>
                <a:gd name="T34" fmla="*/ 255 w 401"/>
                <a:gd name="T35" fmla="*/ 9 h 279"/>
                <a:gd name="T36" fmla="*/ 239 w 401"/>
                <a:gd name="T37" fmla="*/ 2 h 279"/>
                <a:gd name="T38" fmla="*/ 228 w 401"/>
                <a:gd name="T39" fmla="*/ 18 h 279"/>
                <a:gd name="T40" fmla="*/ 217 w 401"/>
                <a:gd name="T41" fmla="*/ 22 h 279"/>
                <a:gd name="T42" fmla="*/ 208 w 401"/>
                <a:gd name="T43" fmla="*/ 22 h 279"/>
                <a:gd name="T44" fmla="*/ 199 w 401"/>
                <a:gd name="T45" fmla="*/ 25 h 279"/>
                <a:gd name="T46" fmla="*/ 188 w 401"/>
                <a:gd name="T47" fmla="*/ 40 h 279"/>
                <a:gd name="T48" fmla="*/ 177 w 401"/>
                <a:gd name="T49" fmla="*/ 60 h 279"/>
                <a:gd name="T50" fmla="*/ 162 w 401"/>
                <a:gd name="T51" fmla="*/ 51 h 279"/>
                <a:gd name="T52" fmla="*/ 126 w 401"/>
                <a:gd name="T53" fmla="*/ 42 h 279"/>
                <a:gd name="T54" fmla="*/ 89 w 401"/>
                <a:gd name="T55" fmla="*/ 36 h 279"/>
                <a:gd name="T56" fmla="*/ 55 w 401"/>
                <a:gd name="T57" fmla="*/ 31 h 279"/>
                <a:gd name="T58" fmla="*/ 29 w 401"/>
                <a:gd name="T59" fmla="*/ 25 h 279"/>
                <a:gd name="T60" fmla="*/ 7 w 401"/>
                <a:gd name="T61" fmla="*/ 45 h 279"/>
                <a:gd name="T62" fmla="*/ 7 w 401"/>
                <a:gd name="T63" fmla="*/ 64 h 279"/>
                <a:gd name="T64" fmla="*/ 0 w 401"/>
                <a:gd name="T65" fmla="*/ 96 h 279"/>
                <a:gd name="T66" fmla="*/ 13 w 401"/>
                <a:gd name="T67" fmla="*/ 98 h 279"/>
                <a:gd name="T68" fmla="*/ 36 w 401"/>
                <a:gd name="T69" fmla="*/ 89 h 279"/>
                <a:gd name="T70" fmla="*/ 58 w 401"/>
                <a:gd name="T71" fmla="*/ 93 h 279"/>
                <a:gd name="T72" fmla="*/ 64 w 401"/>
                <a:gd name="T73" fmla="*/ 102 h 279"/>
                <a:gd name="T74" fmla="*/ 82 w 401"/>
                <a:gd name="T75" fmla="*/ 102 h 279"/>
                <a:gd name="T76" fmla="*/ 100 w 401"/>
                <a:gd name="T77" fmla="*/ 102 h 279"/>
                <a:gd name="T78" fmla="*/ 106 w 401"/>
                <a:gd name="T79" fmla="*/ 107 h 279"/>
                <a:gd name="T80" fmla="*/ 122 w 401"/>
                <a:gd name="T81" fmla="*/ 104 h 279"/>
                <a:gd name="T82" fmla="*/ 137 w 401"/>
                <a:gd name="T83" fmla="*/ 122 h 279"/>
                <a:gd name="T84" fmla="*/ 153 w 401"/>
                <a:gd name="T85" fmla="*/ 124 h 279"/>
                <a:gd name="T86" fmla="*/ 164 w 401"/>
                <a:gd name="T87" fmla="*/ 127 h 279"/>
                <a:gd name="T88" fmla="*/ 182 w 401"/>
                <a:gd name="T89" fmla="*/ 135 h 279"/>
                <a:gd name="T90" fmla="*/ 199 w 401"/>
                <a:gd name="T91" fmla="*/ 149 h 279"/>
                <a:gd name="T92" fmla="*/ 217 w 401"/>
                <a:gd name="T93" fmla="*/ 175 h 279"/>
                <a:gd name="T94" fmla="*/ 239 w 401"/>
                <a:gd name="T95" fmla="*/ 197 h 279"/>
                <a:gd name="T96" fmla="*/ 273 w 401"/>
                <a:gd name="T97" fmla="*/ 202 h 279"/>
                <a:gd name="T98" fmla="*/ 293 w 401"/>
                <a:gd name="T99" fmla="*/ 204 h 279"/>
                <a:gd name="T100" fmla="*/ 304 w 401"/>
                <a:gd name="T101" fmla="*/ 215 h 279"/>
                <a:gd name="T102" fmla="*/ 290 w 401"/>
                <a:gd name="T103" fmla="*/ 224 h 279"/>
                <a:gd name="T104" fmla="*/ 286 w 401"/>
                <a:gd name="T105" fmla="*/ 231 h 279"/>
                <a:gd name="T106" fmla="*/ 279 w 401"/>
                <a:gd name="T107" fmla="*/ 257 h 279"/>
                <a:gd name="T108" fmla="*/ 270 w 401"/>
                <a:gd name="T109" fmla="*/ 266 h 279"/>
                <a:gd name="T110" fmla="*/ 279 w 401"/>
                <a:gd name="T111" fmla="*/ 275 h 279"/>
                <a:gd name="T112" fmla="*/ 288 w 401"/>
                <a:gd name="T113" fmla="*/ 266 h 279"/>
                <a:gd name="T114" fmla="*/ 361 w 401"/>
                <a:gd name="T115" fmla="*/ 217 h 279"/>
                <a:gd name="T116" fmla="*/ 366 w 401"/>
                <a:gd name="T117" fmla="*/ 204 h 279"/>
                <a:gd name="T118" fmla="*/ 370 w 401"/>
                <a:gd name="T119" fmla="*/ 200 h 279"/>
                <a:gd name="T120" fmla="*/ 381 w 401"/>
                <a:gd name="T121" fmla="*/ 184 h 279"/>
                <a:gd name="T122" fmla="*/ 386 w 401"/>
                <a:gd name="T123" fmla="*/ 153 h 279"/>
                <a:gd name="T124" fmla="*/ 383 w 401"/>
                <a:gd name="T125" fmla="*/ 133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01" h="279">
                  <a:moveTo>
                    <a:pt x="383" y="20"/>
                  </a:moveTo>
                  <a:lnTo>
                    <a:pt x="383" y="20"/>
                  </a:lnTo>
                  <a:lnTo>
                    <a:pt x="381" y="22"/>
                  </a:lnTo>
                  <a:lnTo>
                    <a:pt x="381" y="22"/>
                  </a:lnTo>
                  <a:lnTo>
                    <a:pt x="381" y="22"/>
                  </a:lnTo>
                  <a:lnTo>
                    <a:pt x="379" y="25"/>
                  </a:lnTo>
                  <a:lnTo>
                    <a:pt x="379" y="25"/>
                  </a:lnTo>
                  <a:lnTo>
                    <a:pt x="379" y="25"/>
                  </a:lnTo>
                  <a:lnTo>
                    <a:pt x="377" y="27"/>
                  </a:lnTo>
                  <a:lnTo>
                    <a:pt x="377" y="27"/>
                  </a:lnTo>
                  <a:lnTo>
                    <a:pt x="377" y="27"/>
                  </a:lnTo>
                  <a:lnTo>
                    <a:pt x="381" y="29"/>
                  </a:lnTo>
                  <a:lnTo>
                    <a:pt x="381" y="31"/>
                  </a:lnTo>
                  <a:lnTo>
                    <a:pt x="383" y="33"/>
                  </a:lnTo>
                  <a:lnTo>
                    <a:pt x="383" y="36"/>
                  </a:lnTo>
                  <a:lnTo>
                    <a:pt x="386" y="36"/>
                  </a:lnTo>
                  <a:lnTo>
                    <a:pt x="386" y="36"/>
                  </a:lnTo>
                  <a:lnTo>
                    <a:pt x="386" y="36"/>
                  </a:lnTo>
                  <a:lnTo>
                    <a:pt x="386" y="36"/>
                  </a:lnTo>
                  <a:lnTo>
                    <a:pt x="386" y="33"/>
                  </a:lnTo>
                  <a:lnTo>
                    <a:pt x="386" y="33"/>
                  </a:lnTo>
                  <a:lnTo>
                    <a:pt x="386" y="31"/>
                  </a:lnTo>
                  <a:lnTo>
                    <a:pt x="388" y="31"/>
                  </a:lnTo>
                  <a:lnTo>
                    <a:pt x="388" y="29"/>
                  </a:lnTo>
                  <a:lnTo>
                    <a:pt x="390" y="27"/>
                  </a:lnTo>
                  <a:lnTo>
                    <a:pt x="390" y="25"/>
                  </a:lnTo>
                  <a:lnTo>
                    <a:pt x="392" y="22"/>
                  </a:lnTo>
                  <a:lnTo>
                    <a:pt x="392" y="22"/>
                  </a:lnTo>
                  <a:lnTo>
                    <a:pt x="392" y="20"/>
                  </a:lnTo>
                  <a:lnTo>
                    <a:pt x="392" y="20"/>
                  </a:lnTo>
                  <a:lnTo>
                    <a:pt x="392" y="20"/>
                  </a:lnTo>
                  <a:lnTo>
                    <a:pt x="390" y="16"/>
                  </a:lnTo>
                  <a:lnTo>
                    <a:pt x="390" y="16"/>
                  </a:lnTo>
                  <a:lnTo>
                    <a:pt x="388" y="16"/>
                  </a:lnTo>
                  <a:lnTo>
                    <a:pt x="388" y="16"/>
                  </a:lnTo>
                  <a:lnTo>
                    <a:pt x="388" y="18"/>
                  </a:lnTo>
                  <a:lnTo>
                    <a:pt x="386" y="20"/>
                  </a:lnTo>
                  <a:lnTo>
                    <a:pt x="383" y="20"/>
                  </a:lnTo>
                  <a:close/>
                  <a:moveTo>
                    <a:pt x="401" y="120"/>
                  </a:moveTo>
                  <a:lnTo>
                    <a:pt x="401" y="118"/>
                  </a:lnTo>
                  <a:lnTo>
                    <a:pt x="399" y="115"/>
                  </a:lnTo>
                  <a:lnTo>
                    <a:pt x="397" y="115"/>
                  </a:lnTo>
                  <a:lnTo>
                    <a:pt x="397" y="115"/>
                  </a:lnTo>
                  <a:lnTo>
                    <a:pt x="397" y="118"/>
                  </a:lnTo>
                  <a:lnTo>
                    <a:pt x="392" y="118"/>
                  </a:lnTo>
                  <a:lnTo>
                    <a:pt x="390" y="118"/>
                  </a:lnTo>
                  <a:lnTo>
                    <a:pt x="390" y="120"/>
                  </a:lnTo>
                  <a:lnTo>
                    <a:pt x="390" y="120"/>
                  </a:lnTo>
                  <a:lnTo>
                    <a:pt x="390" y="122"/>
                  </a:lnTo>
                  <a:lnTo>
                    <a:pt x="390" y="122"/>
                  </a:lnTo>
                  <a:lnTo>
                    <a:pt x="390" y="122"/>
                  </a:lnTo>
                  <a:lnTo>
                    <a:pt x="390" y="124"/>
                  </a:lnTo>
                  <a:lnTo>
                    <a:pt x="390" y="124"/>
                  </a:lnTo>
                  <a:lnTo>
                    <a:pt x="390" y="124"/>
                  </a:lnTo>
                  <a:lnTo>
                    <a:pt x="390" y="127"/>
                  </a:lnTo>
                  <a:lnTo>
                    <a:pt x="390" y="127"/>
                  </a:lnTo>
                  <a:lnTo>
                    <a:pt x="390" y="127"/>
                  </a:lnTo>
                  <a:lnTo>
                    <a:pt x="390" y="127"/>
                  </a:lnTo>
                  <a:lnTo>
                    <a:pt x="392" y="127"/>
                  </a:lnTo>
                  <a:lnTo>
                    <a:pt x="392" y="129"/>
                  </a:lnTo>
                  <a:lnTo>
                    <a:pt x="392" y="129"/>
                  </a:lnTo>
                  <a:lnTo>
                    <a:pt x="392" y="129"/>
                  </a:lnTo>
                  <a:lnTo>
                    <a:pt x="390" y="131"/>
                  </a:lnTo>
                  <a:lnTo>
                    <a:pt x="390" y="131"/>
                  </a:lnTo>
                  <a:lnTo>
                    <a:pt x="388" y="131"/>
                  </a:lnTo>
                  <a:lnTo>
                    <a:pt x="390" y="131"/>
                  </a:lnTo>
                  <a:lnTo>
                    <a:pt x="390" y="133"/>
                  </a:lnTo>
                  <a:lnTo>
                    <a:pt x="390" y="135"/>
                  </a:lnTo>
                  <a:lnTo>
                    <a:pt x="388" y="138"/>
                  </a:lnTo>
                  <a:lnTo>
                    <a:pt x="388" y="138"/>
                  </a:lnTo>
                  <a:lnTo>
                    <a:pt x="388" y="140"/>
                  </a:lnTo>
                  <a:lnTo>
                    <a:pt x="388" y="142"/>
                  </a:lnTo>
                  <a:lnTo>
                    <a:pt x="388" y="144"/>
                  </a:lnTo>
                  <a:lnTo>
                    <a:pt x="388" y="151"/>
                  </a:lnTo>
                  <a:lnTo>
                    <a:pt x="388" y="151"/>
                  </a:lnTo>
                  <a:lnTo>
                    <a:pt x="388" y="151"/>
                  </a:lnTo>
                  <a:lnTo>
                    <a:pt x="388" y="151"/>
                  </a:lnTo>
                  <a:lnTo>
                    <a:pt x="388" y="151"/>
                  </a:lnTo>
                  <a:lnTo>
                    <a:pt x="390" y="149"/>
                  </a:lnTo>
                  <a:lnTo>
                    <a:pt x="390" y="149"/>
                  </a:lnTo>
                  <a:lnTo>
                    <a:pt x="390" y="149"/>
                  </a:lnTo>
                  <a:lnTo>
                    <a:pt x="392" y="146"/>
                  </a:lnTo>
                  <a:lnTo>
                    <a:pt x="392" y="146"/>
                  </a:lnTo>
                  <a:lnTo>
                    <a:pt x="392" y="146"/>
                  </a:lnTo>
                  <a:lnTo>
                    <a:pt x="392" y="142"/>
                  </a:lnTo>
                  <a:lnTo>
                    <a:pt x="392" y="142"/>
                  </a:lnTo>
                  <a:lnTo>
                    <a:pt x="394" y="135"/>
                  </a:lnTo>
                  <a:lnTo>
                    <a:pt x="397" y="135"/>
                  </a:lnTo>
                  <a:lnTo>
                    <a:pt x="397" y="133"/>
                  </a:lnTo>
                  <a:lnTo>
                    <a:pt x="399" y="133"/>
                  </a:lnTo>
                  <a:lnTo>
                    <a:pt x="399" y="131"/>
                  </a:lnTo>
                  <a:lnTo>
                    <a:pt x="399" y="131"/>
                  </a:lnTo>
                  <a:lnTo>
                    <a:pt x="399" y="129"/>
                  </a:lnTo>
                  <a:lnTo>
                    <a:pt x="399" y="127"/>
                  </a:lnTo>
                  <a:lnTo>
                    <a:pt x="399" y="127"/>
                  </a:lnTo>
                  <a:lnTo>
                    <a:pt x="399" y="127"/>
                  </a:lnTo>
                  <a:lnTo>
                    <a:pt x="399" y="124"/>
                  </a:lnTo>
                  <a:lnTo>
                    <a:pt x="399" y="124"/>
                  </a:lnTo>
                  <a:lnTo>
                    <a:pt x="401" y="122"/>
                  </a:lnTo>
                  <a:lnTo>
                    <a:pt x="401" y="120"/>
                  </a:lnTo>
                  <a:lnTo>
                    <a:pt x="401" y="120"/>
                  </a:lnTo>
                  <a:close/>
                  <a:moveTo>
                    <a:pt x="381" y="120"/>
                  </a:moveTo>
                  <a:lnTo>
                    <a:pt x="383" y="120"/>
                  </a:lnTo>
                  <a:lnTo>
                    <a:pt x="383" y="118"/>
                  </a:lnTo>
                  <a:lnTo>
                    <a:pt x="386" y="118"/>
                  </a:lnTo>
                  <a:lnTo>
                    <a:pt x="386" y="118"/>
                  </a:lnTo>
                  <a:lnTo>
                    <a:pt x="386" y="118"/>
                  </a:lnTo>
                  <a:lnTo>
                    <a:pt x="386" y="115"/>
                  </a:lnTo>
                  <a:lnTo>
                    <a:pt x="386" y="115"/>
                  </a:lnTo>
                  <a:lnTo>
                    <a:pt x="386" y="115"/>
                  </a:lnTo>
                  <a:lnTo>
                    <a:pt x="388" y="113"/>
                  </a:lnTo>
                  <a:lnTo>
                    <a:pt x="388" y="113"/>
                  </a:lnTo>
                  <a:lnTo>
                    <a:pt x="388" y="113"/>
                  </a:lnTo>
                  <a:lnTo>
                    <a:pt x="388" y="115"/>
                  </a:lnTo>
                  <a:lnTo>
                    <a:pt x="388" y="111"/>
                  </a:lnTo>
                  <a:lnTo>
                    <a:pt x="388" y="109"/>
                  </a:lnTo>
                  <a:lnTo>
                    <a:pt x="388" y="109"/>
                  </a:lnTo>
                  <a:lnTo>
                    <a:pt x="383" y="109"/>
                  </a:lnTo>
                  <a:lnTo>
                    <a:pt x="383" y="109"/>
                  </a:lnTo>
                  <a:lnTo>
                    <a:pt x="383" y="109"/>
                  </a:lnTo>
                  <a:lnTo>
                    <a:pt x="383" y="104"/>
                  </a:lnTo>
                  <a:lnTo>
                    <a:pt x="383" y="104"/>
                  </a:lnTo>
                  <a:lnTo>
                    <a:pt x="383" y="102"/>
                  </a:lnTo>
                  <a:lnTo>
                    <a:pt x="383" y="102"/>
                  </a:lnTo>
                  <a:lnTo>
                    <a:pt x="383" y="102"/>
                  </a:lnTo>
                  <a:lnTo>
                    <a:pt x="386" y="100"/>
                  </a:lnTo>
                  <a:lnTo>
                    <a:pt x="388" y="100"/>
                  </a:lnTo>
                  <a:lnTo>
                    <a:pt x="388" y="100"/>
                  </a:lnTo>
                  <a:lnTo>
                    <a:pt x="390" y="98"/>
                  </a:lnTo>
                  <a:lnTo>
                    <a:pt x="390" y="98"/>
                  </a:lnTo>
                  <a:lnTo>
                    <a:pt x="390" y="98"/>
                  </a:lnTo>
                  <a:lnTo>
                    <a:pt x="390" y="100"/>
                  </a:lnTo>
                  <a:lnTo>
                    <a:pt x="390" y="100"/>
                  </a:lnTo>
                  <a:lnTo>
                    <a:pt x="390" y="100"/>
                  </a:lnTo>
                  <a:lnTo>
                    <a:pt x="390" y="102"/>
                  </a:lnTo>
                  <a:lnTo>
                    <a:pt x="390" y="102"/>
                  </a:lnTo>
                  <a:lnTo>
                    <a:pt x="392" y="102"/>
                  </a:lnTo>
                  <a:lnTo>
                    <a:pt x="392" y="100"/>
                  </a:lnTo>
                  <a:lnTo>
                    <a:pt x="392" y="100"/>
                  </a:lnTo>
                  <a:lnTo>
                    <a:pt x="392" y="100"/>
                  </a:lnTo>
                  <a:lnTo>
                    <a:pt x="392" y="98"/>
                  </a:lnTo>
                  <a:lnTo>
                    <a:pt x="392" y="98"/>
                  </a:lnTo>
                  <a:lnTo>
                    <a:pt x="392" y="98"/>
                  </a:lnTo>
                  <a:lnTo>
                    <a:pt x="394" y="96"/>
                  </a:lnTo>
                  <a:lnTo>
                    <a:pt x="392" y="96"/>
                  </a:lnTo>
                  <a:lnTo>
                    <a:pt x="392" y="93"/>
                  </a:lnTo>
                  <a:lnTo>
                    <a:pt x="390" y="93"/>
                  </a:lnTo>
                  <a:lnTo>
                    <a:pt x="390" y="93"/>
                  </a:lnTo>
                  <a:lnTo>
                    <a:pt x="390" y="96"/>
                  </a:lnTo>
                  <a:lnTo>
                    <a:pt x="388" y="96"/>
                  </a:lnTo>
                  <a:lnTo>
                    <a:pt x="388" y="96"/>
                  </a:lnTo>
                  <a:lnTo>
                    <a:pt x="388" y="96"/>
                  </a:lnTo>
                  <a:lnTo>
                    <a:pt x="386" y="96"/>
                  </a:lnTo>
                  <a:lnTo>
                    <a:pt x="386" y="96"/>
                  </a:lnTo>
                  <a:lnTo>
                    <a:pt x="383" y="91"/>
                  </a:lnTo>
                  <a:lnTo>
                    <a:pt x="383" y="91"/>
                  </a:lnTo>
                  <a:lnTo>
                    <a:pt x="386" y="91"/>
                  </a:lnTo>
                  <a:lnTo>
                    <a:pt x="386" y="87"/>
                  </a:lnTo>
                  <a:lnTo>
                    <a:pt x="386" y="87"/>
                  </a:lnTo>
                  <a:lnTo>
                    <a:pt x="386" y="84"/>
                  </a:lnTo>
                  <a:lnTo>
                    <a:pt x="386" y="82"/>
                  </a:lnTo>
                  <a:lnTo>
                    <a:pt x="386" y="82"/>
                  </a:lnTo>
                  <a:lnTo>
                    <a:pt x="386" y="82"/>
                  </a:lnTo>
                  <a:lnTo>
                    <a:pt x="383" y="82"/>
                  </a:lnTo>
                  <a:lnTo>
                    <a:pt x="383" y="82"/>
                  </a:lnTo>
                  <a:lnTo>
                    <a:pt x="383" y="80"/>
                  </a:lnTo>
                  <a:lnTo>
                    <a:pt x="383" y="78"/>
                  </a:lnTo>
                  <a:lnTo>
                    <a:pt x="383" y="78"/>
                  </a:lnTo>
                  <a:lnTo>
                    <a:pt x="383" y="78"/>
                  </a:lnTo>
                  <a:lnTo>
                    <a:pt x="383" y="76"/>
                  </a:lnTo>
                  <a:lnTo>
                    <a:pt x="383" y="76"/>
                  </a:lnTo>
                  <a:lnTo>
                    <a:pt x="383" y="76"/>
                  </a:lnTo>
                  <a:lnTo>
                    <a:pt x="383" y="76"/>
                  </a:lnTo>
                  <a:lnTo>
                    <a:pt x="383" y="71"/>
                  </a:lnTo>
                  <a:lnTo>
                    <a:pt x="383" y="71"/>
                  </a:lnTo>
                  <a:lnTo>
                    <a:pt x="383" y="69"/>
                  </a:lnTo>
                  <a:lnTo>
                    <a:pt x="383" y="69"/>
                  </a:lnTo>
                  <a:lnTo>
                    <a:pt x="386" y="67"/>
                  </a:lnTo>
                  <a:lnTo>
                    <a:pt x="386" y="67"/>
                  </a:lnTo>
                  <a:lnTo>
                    <a:pt x="386" y="67"/>
                  </a:lnTo>
                  <a:lnTo>
                    <a:pt x="386" y="64"/>
                  </a:lnTo>
                  <a:lnTo>
                    <a:pt x="386" y="64"/>
                  </a:lnTo>
                  <a:lnTo>
                    <a:pt x="386" y="64"/>
                  </a:lnTo>
                  <a:lnTo>
                    <a:pt x="383" y="64"/>
                  </a:lnTo>
                  <a:lnTo>
                    <a:pt x="383" y="64"/>
                  </a:lnTo>
                  <a:lnTo>
                    <a:pt x="379" y="62"/>
                  </a:lnTo>
                  <a:lnTo>
                    <a:pt x="379" y="62"/>
                  </a:lnTo>
                  <a:lnTo>
                    <a:pt x="379" y="60"/>
                  </a:lnTo>
                  <a:lnTo>
                    <a:pt x="379" y="56"/>
                  </a:lnTo>
                  <a:lnTo>
                    <a:pt x="379" y="49"/>
                  </a:lnTo>
                  <a:lnTo>
                    <a:pt x="379" y="47"/>
                  </a:lnTo>
                  <a:lnTo>
                    <a:pt x="383" y="38"/>
                  </a:lnTo>
                  <a:lnTo>
                    <a:pt x="383" y="38"/>
                  </a:lnTo>
                  <a:lnTo>
                    <a:pt x="383" y="36"/>
                  </a:lnTo>
                  <a:lnTo>
                    <a:pt x="383" y="36"/>
                  </a:lnTo>
                  <a:lnTo>
                    <a:pt x="381" y="36"/>
                  </a:lnTo>
                  <a:lnTo>
                    <a:pt x="381" y="36"/>
                  </a:lnTo>
                  <a:lnTo>
                    <a:pt x="381" y="33"/>
                  </a:lnTo>
                  <a:lnTo>
                    <a:pt x="381" y="33"/>
                  </a:lnTo>
                  <a:lnTo>
                    <a:pt x="381" y="31"/>
                  </a:lnTo>
                  <a:lnTo>
                    <a:pt x="381" y="31"/>
                  </a:lnTo>
                  <a:lnTo>
                    <a:pt x="377" y="29"/>
                  </a:lnTo>
                  <a:lnTo>
                    <a:pt x="375" y="29"/>
                  </a:lnTo>
                  <a:lnTo>
                    <a:pt x="375" y="27"/>
                  </a:lnTo>
                  <a:lnTo>
                    <a:pt x="372" y="27"/>
                  </a:lnTo>
                  <a:lnTo>
                    <a:pt x="370" y="27"/>
                  </a:lnTo>
                  <a:lnTo>
                    <a:pt x="370" y="25"/>
                  </a:lnTo>
                  <a:lnTo>
                    <a:pt x="372" y="25"/>
                  </a:lnTo>
                  <a:lnTo>
                    <a:pt x="372" y="25"/>
                  </a:lnTo>
                  <a:lnTo>
                    <a:pt x="372" y="25"/>
                  </a:lnTo>
                  <a:lnTo>
                    <a:pt x="372" y="22"/>
                  </a:lnTo>
                  <a:lnTo>
                    <a:pt x="372" y="22"/>
                  </a:lnTo>
                  <a:lnTo>
                    <a:pt x="372" y="22"/>
                  </a:lnTo>
                  <a:lnTo>
                    <a:pt x="372" y="22"/>
                  </a:lnTo>
                  <a:lnTo>
                    <a:pt x="372" y="20"/>
                  </a:lnTo>
                  <a:lnTo>
                    <a:pt x="372" y="20"/>
                  </a:lnTo>
                  <a:lnTo>
                    <a:pt x="372" y="18"/>
                  </a:lnTo>
                  <a:lnTo>
                    <a:pt x="372" y="18"/>
                  </a:lnTo>
                  <a:lnTo>
                    <a:pt x="372" y="16"/>
                  </a:lnTo>
                  <a:lnTo>
                    <a:pt x="372" y="16"/>
                  </a:lnTo>
                  <a:lnTo>
                    <a:pt x="372" y="16"/>
                  </a:lnTo>
                  <a:lnTo>
                    <a:pt x="372" y="16"/>
                  </a:lnTo>
                  <a:lnTo>
                    <a:pt x="372" y="14"/>
                  </a:lnTo>
                  <a:lnTo>
                    <a:pt x="372" y="14"/>
                  </a:lnTo>
                  <a:lnTo>
                    <a:pt x="370" y="14"/>
                  </a:lnTo>
                  <a:lnTo>
                    <a:pt x="370" y="14"/>
                  </a:lnTo>
                  <a:lnTo>
                    <a:pt x="370" y="14"/>
                  </a:lnTo>
                  <a:lnTo>
                    <a:pt x="370" y="11"/>
                  </a:lnTo>
                  <a:lnTo>
                    <a:pt x="370" y="11"/>
                  </a:lnTo>
                  <a:lnTo>
                    <a:pt x="370" y="9"/>
                  </a:lnTo>
                  <a:lnTo>
                    <a:pt x="370" y="7"/>
                  </a:lnTo>
                  <a:lnTo>
                    <a:pt x="370" y="7"/>
                  </a:lnTo>
                  <a:lnTo>
                    <a:pt x="372" y="9"/>
                  </a:lnTo>
                  <a:lnTo>
                    <a:pt x="372" y="9"/>
                  </a:lnTo>
                  <a:lnTo>
                    <a:pt x="372" y="11"/>
                  </a:lnTo>
                  <a:lnTo>
                    <a:pt x="372" y="11"/>
                  </a:lnTo>
                  <a:lnTo>
                    <a:pt x="372" y="14"/>
                  </a:lnTo>
                  <a:lnTo>
                    <a:pt x="375" y="16"/>
                  </a:lnTo>
                  <a:lnTo>
                    <a:pt x="375" y="18"/>
                  </a:lnTo>
                  <a:lnTo>
                    <a:pt x="375" y="18"/>
                  </a:lnTo>
                  <a:lnTo>
                    <a:pt x="375" y="20"/>
                  </a:lnTo>
                  <a:lnTo>
                    <a:pt x="377" y="20"/>
                  </a:lnTo>
                  <a:lnTo>
                    <a:pt x="379" y="20"/>
                  </a:lnTo>
                  <a:lnTo>
                    <a:pt x="379" y="20"/>
                  </a:lnTo>
                  <a:lnTo>
                    <a:pt x="381" y="20"/>
                  </a:lnTo>
                  <a:lnTo>
                    <a:pt x="381" y="18"/>
                  </a:lnTo>
                  <a:lnTo>
                    <a:pt x="381" y="18"/>
                  </a:lnTo>
                  <a:lnTo>
                    <a:pt x="383" y="18"/>
                  </a:lnTo>
                  <a:lnTo>
                    <a:pt x="386" y="16"/>
                  </a:lnTo>
                  <a:lnTo>
                    <a:pt x="386" y="16"/>
                  </a:lnTo>
                  <a:lnTo>
                    <a:pt x="386" y="14"/>
                  </a:lnTo>
                  <a:lnTo>
                    <a:pt x="386" y="7"/>
                  </a:lnTo>
                  <a:lnTo>
                    <a:pt x="383" y="7"/>
                  </a:lnTo>
                  <a:lnTo>
                    <a:pt x="383" y="5"/>
                  </a:lnTo>
                  <a:lnTo>
                    <a:pt x="383" y="2"/>
                  </a:lnTo>
                  <a:lnTo>
                    <a:pt x="386" y="0"/>
                  </a:lnTo>
                  <a:lnTo>
                    <a:pt x="386" y="0"/>
                  </a:lnTo>
                  <a:lnTo>
                    <a:pt x="386" y="0"/>
                  </a:lnTo>
                  <a:lnTo>
                    <a:pt x="383" y="0"/>
                  </a:lnTo>
                  <a:lnTo>
                    <a:pt x="383" y="0"/>
                  </a:lnTo>
                  <a:lnTo>
                    <a:pt x="381" y="0"/>
                  </a:lnTo>
                  <a:lnTo>
                    <a:pt x="361" y="0"/>
                  </a:lnTo>
                  <a:lnTo>
                    <a:pt x="361" y="0"/>
                  </a:lnTo>
                  <a:lnTo>
                    <a:pt x="361" y="0"/>
                  </a:lnTo>
                  <a:lnTo>
                    <a:pt x="361" y="0"/>
                  </a:lnTo>
                  <a:lnTo>
                    <a:pt x="361" y="2"/>
                  </a:lnTo>
                  <a:lnTo>
                    <a:pt x="359" y="2"/>
                  </a:lnTo>
                  <a:lnTo>
                    <a:pt x="357" y="2"/>
                  </a:lnTo>
                  <a:lnTo>
                    <a:pt x="357" y="2"/>
                  </a:lnTo>
                  <a:lnTo>
                    <a:pt x="355" y="2"/>
                  </a:lnTo>
                  <a:lnTo>
                    <a:pt x="355" y="2"/>
                  </a:lnTo>
                  <a:lnTo>
                    <a:pt x="352" y="2"/>
                  </a:lnTo>
                  <a:lnTo>
                    <a:pt x="352" y="2"/>
                  </a:lnTo>
                  <a:lnTo>
                    <a:pt x="352" y="2"/>
                  </a:lnTo>
                  <a:lnTo>
                    <a:pt x="352" y="2"/>
                  </a:lnTo>
                  <a:lnTo>
                    <a:pt x="352" y="2"/>
                  </a:lnTo>
                  <a:lnTo>
                    <a:pt x="352" y="2"/>
                  </a:lnTo>
                  <a:lnTo>
                    <a:pt x="352" y="2"/>
                  </a:lnTo>
                  <a:lnTo>
                    <a:pt x="350" y="2"/>
                  </a:lnTo>
                  <a:lnTo>
                    <a:pt x="350" y="2"/>
                  </a:lnTo>
                  <a:lnTo>
                    <a:pt x="348" y="2"/>
                  </a:lnTo>
                  <a:lnTo>
                    <a:pt x="348" y="2"/>
                  </a:lnTo>
                  <a:lnTo>
                    <a:pt x="348" y="2"/>
                  </a:lnTo>
                  <a:lnTo>
                    <a:pt x="348" y="2"/>
                  </a:lnTo>
                  <a:lnTo>
                    <a:pt x="348" y="2"/>
                  </a:lnTo>
                  <a:lnTo>
                    <a:pt x="348" y="2"/>
                  </a:lnTo>
                  <a:lnTo>
                    <a:pt x="348" y="2"/>
                  </a:lnTo>
                  <a:lnTo>
                    <a:pt x="348" y="2"/>
                  </a:lnTo>
                  <a:lnTo>
                    <a:pt x="348" y="0"/>
                  </a:lnTo>
                  <a:lnTo>
                    <a:pt x="348" y="0"/>
                  </a:lnTo>
                  <a:lnTo>
                    <a:pt x="348" y="0"/>
                  </a:lnTo>
                  <a:lnTo>
                    <a:pt x="346" y="0"/>
                  </a:lnTo>
                  <a:lnTo>
                    <a:pt x="346" y="0"/>
                  </a:lnTo>
                  <a:lnTo>
                    <a:pt x="346" y="2"/>
                  </a:lnTo>
                  <a:lnTo>
                    <a:pt x="346" y="2"/>
                  </a:lnTo>
                  <a:lnTo>
                    <a:pt x="346" y="2"/>
                  </a:lnTo>
                  <a:lnTo>
                    <a:pt x="346" y="2"/>
                  </a:lnTo>
                  <a:lnTo>
                    <a:pt x="346" y="2"/>
                  </a:lnTo>
                  <a:lnTo>
                    <a:pt x="344" y="2"/>
                  </a:lnTo>
                  <a:lnTo>
                    <a:pt x="341" y="2"/>
                  </a:lnTo>
                  <a:lnTo>
                    <a:pt x="339" y="5"/>
                  </a:lnTo>
                  <a:lnTo>
                    <a:pt x="337" y="5"/>
                  </a:lnTo>
                  <a:lnTo>
                    <a:pt x="337" y="7"/>
                  </a:lnTo>
                  <a:lnTo>
                    <a:pt x="335" y="9"/>
                  </a:lnTo>
                  <a:lnTo>
                    <a:pt x="335" y="9"/>
                  </a:lnTo>
                  <a:lnTo>
                    <a:pt x="335" y="11"/>
                  </a:lnTo>
                  <a:lnTo>
                    <a:pt x="328" y="14"/>
                  </a:lnTo>
                  <a:lnTo>
                    <a:pt x="324" y="16"/>
                  </a:lnTo>
                  <a:lnTo>
                    <a:pt x="324" y="16"/>
                  </a:lnTo>
                  <a:lnTo>
                    <a:pt x="321" y="16"/>
                  </a:lnTo>
                  <a:lnTo>
                    <a:pt x="321" y="16"/>
                  </a:lnTo>
                  <a:lnTo>
                    <a:pt x="321" y="16"/>
                  </a:lnTo>
                  <a:lnTo>
                    <a:pt x="321" y="16"/>
                  </a:lnTo>
                  <a:lnTo>
                    <a:pt x="321" y="18"/>
                  </a:lnTo>
                  <a:lnTo>
                    <a:pt x="319" y="18"/>
                  </a:lnTo>
                  <a:lnTo>
                    <a:pt x="319" y="20"/>
                  </a:lnTo>
                  <a:lnTo>
                    <a:pt x="317" y="20"/>
                  </a:lnTo>
                  <a:lnTo>
                    <a:pt x="315" y="20"/>
                  </a:lnTo>
                  <a:lnTo>
                    <a:pt x="312" y="20"/>
                  </a:lnTo>
                  <a:lnTo>
                    <a:pt x="312" y="20"/>
                  </a:lnTo>
                  <a:lnTo>
                    <a:pt x="306" y="18"/>
                  </a:lnTo>
                  <a:lnTo>
                    <a:pt x="301" y="16"/>
                  </a:lnTo>
                  <a:lnTo>
                    <a:pt x="301" y="14"/>
                  </a:lnTo>
                  <a:lnTo>
                    <a:pt x="301" y="14"/>
                  </a:lnTo>
                  <a:lnTo>
                    <a:pt x="301" y="14"/>
                  </a:lnTo>
                  <a:lnTo>
                    <a:pt x="299" y="11"/>
                  </a:lnTo>
                  <a:lnTo>
                    <a:pt x="295" y="9"/>
                  </a:lnTo>
                  <a:lnTo>
                    <a:pt x="295" y="7"/>
                  </a:lnTo>
                  <a:lnTo>
                    <a:pt x="293" y="7"/>
                  </a:lnTo>
                  <a:lnTo>
                    <a:pt x="293" y="7"/>
                  </a:lnTo>
                  <a:lnTo>
                    <a:pt x="293" y="5"/>
                  </a:lnTo>
                  <a:lnTo>
                    <a:pt x="290" y="5"/>
                  </a:lnTo>
                  <a:lnTo>
                    <a:pt x="290" y="5"/>
                  </a:lnTo>
                  <a:lnTo>
                    <a:pt x="288" y="5"/>
                  </a:lnTo>
                  <a:lnTo>
                    <a:pt x="288" y="5"/>
                  </a:lnTo>
                  <a:lnTo>
                    <a:pt x="288" y="5"/>
                  </a:lnTo>
                  <a:lnTo>
                    <a:pt x="286" y="2"/>
                  </a:lnTo>
                  <a:lnTo>
                    <a:pt x="286" y="2"/>
                  </a:lnTo>
                  <a:lnTo>
                    <a:pt x="286" y="2"/>
                  </a:lnTo>
                  <a:lnTo>
                    <a:pt x="286" y="2"/>
                  </a:lnTo>
                  <a:lnTo>
                    <a:pt x="284" y="2"/>
                  </a:lnTo>
                  <a:lnTo>
                    <a:pt x="281" y="2"/>
                  </a:lnTo>
                  <a:lnTo>
                    <a:pt x="281" y="2"/>
                  </a:lnTo>
                  <a:lnTo>
                    <a:pt x="281" y="5"/>
                  </a:lnTo>
                  <a:lnTo>
                    <a:pt x="279" y="5"/>
                  </a:lnTo>
                  <a:lnTo>
                    <a:pt x="273" y="5"/>
                  </a:lnTo>
                  <a:lnTo>
                    <a:pt x="270" y="5"/>
                  </a:lnTo>
                  <a:lnTo>
                    <a:pt x="270" y="5"/>
                  </a:lnTo>
                  <a:lnTo>
                    <a:pt x="268" y="7"/>
                  </a:lnTo>
                  <a:lnTo>
                    <a:pt x="268" y="7"/>
                  </a:lnTo>
                  <a:lnTo>
                    <a:pt x="268" y="7"/>
                  </a:lnTo>
                  <a:lnTo>
                    <a:pt x="266" y="5"/>
                  </a:lnTo>
                  <a:lnTo>
                    <a:pt x="266" y="5"/>
                  </a:lnTo>
                  <a:lnTo>
                    <a:pt x="266" y="5"/>
                  </a:lnTo>
                  <a:lnTo>
                    <a:pt x="266" y="5"/>
                  </a:lnTo>
                  <a:lnTo>
                    <a:pt x="264" y="5"/>
                  </a:lnTo>
                  <a:lnTo>
                    <a:pt x="264" y="5"/>
                  </a:lnTo>
                  <a:lnTo>
                    <a:pt x="262" y="5"/>
                  </a:lnTo>
                  <a:lnTo>
                    <a:pt x="262" y="5"/>
                  </a:lnTo>
                  <a:lnTo>
                    <a:pt x="259" y="5"/>
                  </a:lnTo>
                  <a:lnTo>
                    <a:pt x="259" y="5"/>
                  </a:lnTo>
                  <a:lnTo>
                    <a:pt x="259" y="7"/>
                  </a:lnTo>
                  <a:lnTo>
                    <a:pt x="259" y="7"/>
                  </a:lnTo>
                  <a:lnTo>
                    <a:pt x="257" y="7"/>
                  </a:lnTo>
                  <a:lnTo>
                    <a:pt x="257" y="7"/>
                  </a:lnTo>
                  <a:lnTo>
                    <a:pt x="257" y="7"/>
                  </a:lnTo>
                  <a:lnTo>
                    <a:pt x="257" y="9"/>
                  </a:lnTo>
                  <a:lnTo>
                    <a:pt x="257" y="9"/>
                  </a:lnTo>
                  <a:lnTo>
                    <a:pt x="257" y="9"/>
                  </a:lnTo>
                  <a:lnTo>
                    <a:pt x="257" y="9"/>
                  </a:lnTo>
                  <a:lnTo>
                    <a:pt x="257" y="9"/>
                  </a:lnTo>
                  <a:lnTo>
                    <a:pt x="257" y="11"/>
                  </a:lnTo>
                  <a:lnTo>
                    <a:pt x="257" y="11"/>
                  </a:lnTo>
                  <a:lnTo>
                    <a:pt x="257" y="11"/>
                  </a:lnTo>
                  <a:lnTo>
                    <a:pt x="255" y="11"/>
                  </a:lnTo>
                  <a:lnTo>
                    <a:pt x="255" y="9"/>
                  </a:lnTo>
                  <a:lnTo>
                    <a:pt x="255" y="9"/>
                  </a:lnTo>
                  <a:lnTo>
                    <a:pt x="255" y="9"/>
                  </a:lnTo>
                  <a:lnTo>
                    <a:pt x="255" y="7"/>
                  </a:lnTo>
                  <a:lnTo>
                    <a:pt x="255" y="7"/>
                  </a:lnTo>
                  <a:lnTo>
                    <a:pt x="255" y="7"/>
                  </a:lnTo>
                  <a:lnTo>
                    <a:pt x="255" y="7"/>
                  </a:lnTo>
                  <a:lnTo>
                    <a:pt x="253" y="7"/>
                  </a:lnTo>
                  <a:lnTo>
                    <a:pt x="253" y="7"/>
                  </a:lnTo>
                  <a:lnTo>
                    <a:pt x="253" y="7"/>
                  </a:lnTo>
                  <a:lnTo>
                    <a:pt x="250" y="7"/>
                  </a:lnTo>
                  <a:lnTo>
                    <a:pt x="250" y="7"/>
                  </a:lnTo>
                  <a:lnTo>
                    <a:pt x="250" y="5"/>
                  </a:lnTo>
                  <a:lnTo>
                    <a:pt x="248" y="5"/>
                  </a:lnTo>
                  <a:lnTo>
                    <a:pt x="248" y="5"/>
                  </a:lnTo>
                  <a:lnTo>
                    <a:pt x="248" y="5"/>
                  </a:lnTo>
                  <a:lnTo>
                    <a:pt x="248" y="5"/>
                  </a:lnTo>
                  <a:lnTo>
                    <a:pt x="248" y="5"/>
                  </a:lnTo>
                  <a:lnTo>
                    <a:pt x="246" y="2"/>
                  </a:lnTo>
                  <a:lnTo>
                    <a:pt x="242" y="2"/>
                  </a:lnTo>
                  <a:lnTo>
                    <a:pt x="242" y="2"/>
                  </a:lnTo>
                  <a:lnTo>
                    <a:pt x="242" y="2"/>
                  </a:lnTo>
                  <a:lnTo>
                    <a:pt x="239" y="2"/>
                  </a:lnTo>
                  <a:lnTo>
                    <a:pt x="239" y="2"/>
                  </a:lnTo>
                  <a:lnTo>
                    <a:pt x="239" y="2"/>
                  </a:lnTo>
                  <a:lnTo>
                    <a:pt x="239" y="2"/>
                  </a:lnTo>
                  <a:lnTo>
                    <a:pt x="237" y="2"/>
                  </a:lnTo>
                  <a:lnTo>
                    <a:pt x="239" y="2"/>
                  </a:lnTo>
                  <a:lnTo>
                    <a:pt x="239" y="2"/>
                  </a:lnTo>
                  <a:lnTo>
                    <a:pt x="239" y="2"/>
                  </a:lnTo>
                  <a:lnTo>
                    <a:pt x="239" y="5"/>
                  </a:lnTo>
                  <a:lnTo>
                    <a:pt x="242" y="5"/>
                  </a:lnTo>
                  <a:lnTo>
                    <a:pt x="242" y="5"/>
                  </a:lnTo>
                  <a:lnTo>
                    <a:pt x="242" y="5"/>
                  </a:lnTo>
                  <a:lnTo>
                    <a:pt x="239" y="5"/>
                  </a:lnTo>
                  <a:lnTo>
                    <a:pt x="239" y="5"/>
                  </a:lnTo>
                  <a:lnTo>
                    <a:pt x="237" y="7"/>
                  </a:lnTo>
                  <a:lnTo>
                    <a:pt x="235" y="7"/>
                  </a:lnTo>
                  <a:lnTo>
                    <a:pt x="235" y="7"/>
                  </a:lnTo>
                  <a:lnTo>
                    <a:pt x="235" y="7"/>
                  </a:lnTo>
                  <a:lnTo>
                    <a:pt x="233" y="11"/>
                  </a:lnTo>
                  <a:lnTo>
                    <a:pt x="233" y="14"/>
                  </a:lnTo>
                  <a:lnTo>
                    <a:pt x="233" y="14"/>
                  </a:lnTo>
                  <a:lnTo>
                    <a:pt x="231" y="16"/>
                  </a:lnTo>
                  <a:lnTo>
                    <a:pt x="228" y="18"/>
                  </a:lnTo>
                  <a:lnTo>
                    <a:pt x="228" y="18"/>
                  </a:lnTo>
                  <a:lnTo>
                    <a:pt x="228" y="20"/>
                  </a:lnTo>
                  <a:lnTo>
                    <a:pt x="228" y="20"/>
                  </a:lnTo>
                  <a:lnTo>
                    <a:pt x="228" y="20"/>
                  </a:lnTo>
                  <a:lnTo>
                    <a:pt x="228" y="20"/>
                  </a:lnTo>
                  <a:lnTo>
                    <a:pt x="226" y="20"/>
                  </a:lnTo>
                  <a:lnTo>
                    <a:pt x="226" y="20"/>
                  </a:lnTo>
                  <a:lnTo>
                    <a:pt x="226" y="20"/>
                  </a:lnTo>
                  <a:lnTo>
                    <a:pt x="226" y="20"/>
                  </a:lnTo>
                  <a:lnTo>
                    <a:pt x="224" y="20"/>
                  </a:lnTo>
                  <a:lnTo>
                    <a:pt x="224" y="20"/>
                  </a:lnTo>
                  <a:lnTo>
                    <a:pt x="224" y="20"/>
                  </a:lnTo>
                  <a:lnTo>
                    <a:pt x="222" y="22"/>
                  </a:lnTo>
                  <a:lnTo>
                    <a:pt x="219" y="22"/>
                  </a:lnTo>
                  <a:lnTo>
                    <a:pt x="219" y="22"/>
                  </a:lnTo>
                  <a:lnTo>
                    <a:pt x="219" y="22"/>
                  </a:lnTo>
                  <a:lnTo>
                    <a:pt x="219" y="22"/>
                  </a:lnTo>
                  <a:lnTo>
                    <a:pt x="219" y="22"/>
                  </a:lnTo>
                  <a:lnTo>
                    <a:pt x="217" y="22"/>
                  </a:lnTo>
                  <a:lnTo>
                    <a:pt x="217" y="22"/>
                  </a:lnTo>
                  <a:lnTo>
                    <a:pt x="217" y="22"/>
                  </a:lnTo>
                  <a:lnTo>
                    <a:pt x="217" y="22"/>
                  </a:lnTo>
                  <a:lnTo>
                    <a:pt x="217" y="25"/>
                  </a:lnTo>
                  <a:lnTo>
                    <a:pt x="215" y="25"/>
                  </a:lnTo>
                  <a:lnTo>
                    <a:pt x="215" y="25"/>
                  </a:lnTo>
                  <a:lnTo>
                    <a:pt x="215" y="25"/>
                  </a:lnTo>
                  <a:lnTo>
                    <a:pt x="215" y="25"/>
                  </a:lnTo>
                  <a:lnTo>
                    <a:pt x="215" y="22"/>
                  </a:lnTo>
                  <a:lnTo>
                    <a:pt x="215" y="22"/>
                  </a:lnTo>
                  <a:lnTo>
                    <a:pt x="215" y="22"/>
                  </a:lnTo>
                  <a:lnTo>
                    <a:pt x="215" y="22"/>
                  </a:lnTo>
                  <a:lnTo>
                    <a:pt x="215" y="22"/>
                  </a:lnTo>
                  <a:lnTo>
                    <a:pt x="213" y="22"/>
                  </a:lnTo>
                  <a:lnTo>
                    <a:pt x="213" y="22"/>
                  </a:lnTo>
                  <a:lnTo>
                    <a:pt x="213" y="22"/>
                  </a:lnTo>
                  <a:lnTo>
                    <a:pt x="213" y="22"/>
                  </a:lnTo>
                  <a:lnTo>
                    <a:pt x="211" y="22"/>
                  </a:lnTo>
                  <a:lnTo>
                    <a:pt x="211" y="22"/>
                  </a:lnTo>
                  <a:lnTo>
                    <a:pt x="211" y="22"/>
                  </a:lnTo>
                  <a:lnTo>
                    <a:pt x="211" y="22"/>
                  </a:lnTo>
                  <a:lnTo>
                    <a:pt x="211" y="22"/>
                  </a:lnTo>
                  <a:lnTo>
                    <a:pt x="208" y="22"/>
                  </a:lnTo>
                  <a:lnTo>
                    <a:pt x="208" y="20"/>
                  </a:lnTo>
                  <a:lnTo>
                    <a:pt x="208" y="20"/>
                  </a:lnTo>
                  <a:lnTo>
                    <a:pt x="208" y="20"/>
                  </a:lnTo>
                  <a:lnTo>
                    <a:pt x="208" y="20"/>
                  </a:lnTo>
                  <a:lnTo>
                    <a:pt x="208" y="20"/>
                  </a:lnTo>
                  <a:lnTo>
                    <a:pt x="206" y="20"/>
                  </a:lnTo>
                  <a:lnTo>
                    <a:pt x="206" y="22"/>
                  </a:lnTo>
                  <a:lnTo>
                    <a:pt x="206" y="22"/>
                  </a:lnTo>
                  <a:lnTo>
                    <a:pt x="204" y="22"/>
                  </a:lnTo>
                  <a:lnTo>
                    <a:pt x="204" y="22"/>
                  </a:lnTo>
                  <a:lnTo>
                    <a:pt x="204" y="20"/>
                  </a:lnTo>
                  <a:lnTo>
                    <a:pt x="204" y="20"/>
                  </a:lnTo>
                  <a:lnTo>
                    <a:pt x="204" y="20"/>
                  </a:lnTo>
                  <a:lnTo>
                    <a:pt x="204" y="20"/>
                  </a:lnTo>
                  <a:lnTo>
                    <a:pt x="202" y="20"/>
                  </a:lnTo>
                  <a:lnTo>
                    <a:pt x="202" y="22"/>
                  </a:lnTo>
                  <a:lnTo>
                    <a:pt x="202" y="22"/>
                  </a:lnTo>
                  <a:lnTo>
                    <a:pt x="199" y="25"/>
                  </a:lnTo>
                  <a:lnTo>
                    <a:pt x="199" y="25"/>
                  </a:lnTo>
                  <a:lnTo>
                    <a:pt x="199" y="25"/>
                  </a:lnTo>
                  <a:lnTo>
                    <a:pt x="199" y="25"/>
                  </a:lnTo>
                  <a:lnTo>
                    <a:pt x="195" y="27"/>
                  </a:lnTo>
                  <a:lnTo>
                    <a:pt x="193" y="27"/>
                  </a:lnTo>
                  <a:lnTo>
                    <a:pt x="193" y="27"/>
                  </a:lnTo>
                  <a:lnTo>
                    <a:pt x="193" y="29"/>
                  </a:lnTo>
                  <a:lnTo>
                    <a:pt x="191" y="29"/>
                  </a:lnTo>
                  <a:lnTo>
                    <a:pt x="191" y="29"/>
                  </a:lnTo>
                  <a:lnTo>
                    <a:pt x="191" y="29"/>
                  </a:lnTo>
                  <a:lnTo>
                    <a:pt x="191" y="31"/>
                  </a:lnTo>
                  <a:lnTo>
                    <a:pt x="191" y="31"/>
                  </a:lnTo>
                  <a:lnTo>
                    <a:pt x="191" y="33"/>
                  </a:lnTo>
                  <a:lnTo>
                    <a:pt x="188" y="33"/>
                  </a:lnTo>
                  <a:lnTo>
                    <a:pt x="188" y="33"/>
                  </a:lnTo>
                  <a:lnTo>
                    <a:pt x="188" y="36"/>
                  </a:lnTo>
                  <a:lnTo>
                    <a:pt x="188" y="36"/>
                  </a:lnTo>
                  <a:lnTo>
                    <a:pt x="186" y="36"/>
                  </a:lnTo>
                  <a:lnTo>
                    <a:pt x="186" y="38"/>
                  </a:lnTo>
                  <a:lnTo>
                    <a:pt x="186" y="38"/>
                  </a:lnTo>
                  <a:lnTo>
                    <a:pt x="186" y="38"/>
                  </a:lnTo>
                  <a:lnTo>
                    <a:pt x="188" y="38"/>
                  </a:lnTo>
                  <a:lnTo>
                    <a:pt x="188" y="40"/>
                  </a:lnTo>
                  <a:lnTo>
                    <a:pt x="188" y="40"/>
                  </a:lnTo>
                  <a:lnTo>
                    <a:pt x="188" y="40"/>
                  </a:lnTo>
                  <a:lnTo>
                    <a:pt x="188" y="40"/>
                  </a:lnTo>
                  <a:lnTo>
                    <a:pt x="188" y="42"/>
                  </a:lnTo>
                  <a:lnTo>
                    <a:pt x="188" y="42"/>
                  </a:lnTo>
                  <a:lnTo>
                    <a:pt x="188" y="42"/>
                  </a:lnTo>
                  <a:lnTo>
                    <a:pt x="191" y="47"/>
                  </a:lnTo>
                  <a:lnTo>
                    <a:pt x="191" y="49"/>
                  </a:lnTo>
                  <a:lnTo>
                    <a:pt x="191" y="49"/>
                  </a:lnTo>
                  <a:lnTo>
                    <a:pt x="191" y="49"/>
                  </a:lnTo>
                  <a:lnTo>
                    <a:pt x="191" y="51"/>
                  </a:lnTo>
                  <a:lnTo>
                    <a:pt x="191" y="53"/>
                  </a:lnTo>
                  <a:lnTo>
                    <a:pt x="188" y="56"/>
                  </a:lnTo>
                  <a:lnTo>
                    <a:pt x="186" y="56"/>
                  </a:lnTo>
                  <a:lnTo>
                    <a:pt x="186" y="56"/>
                  </a:lnTo>
                  <a:lnTo>
                    <a:pt x="184" y="56"/>
                  </a:lnTo>
                  <a:lnTo>
                    <a:pt x="180" y="56"/>
                  </a:lnTo>
                  <a:lnTo>
                    <a:pt x="180" y="58"/>
                  </a:lnTo>
                  <a:lnTo>
                    <a:pt x="180" y="58"/>
                  </a:lnTo>
                  <a:lnTo>
                    <a:pt x="180" y="58"/>
                  </a:lnTo>
                  <a:lnTo>
                    <a:pt x="177" y="58"/>
                  </a:lnTo>
                  <a:lnTo>
                    <a:pt x="177" y="60"/>
                  </a:lnTo>
                  <a:lnTo>
                    <a:pt x="177" y="58"/>
                  </a:lnTo>
                  <a:lnTo>
                    <a:pt x="177" y="58"/>
                  </a:lnTo>
                  <a:lnTo>
                    <a:pt x="177" y="58"/>
                  </a:lnTo>
                  <a:lnTo>
                    <a:pt x="175" y="56"/>
                  </a:lnTo>
                  <a:lnTo>
                    <a:pt x="175" y="56"/>
                  </a:lnTo>
                  <a:lnTo>
                    <a:pt x="175" y="56"/>
                  </a:lnTo>
                  <a:lnTo>
                    <a:pt x="175" y="53"/>
                  </a:lnTo>
                  <a:lnTo>
                    <a:pt x="173" y="53"/>
                  </a:lnTo>
                  <a:lnTo>
                    <a:pt x="173" y="53"/>
                  </a:lnTo>
                  <a:lnTo>
                    <a:pt x="173" y="53"/>
                  </a:lnTo>
                  <a:lnTo>
                    <a:pt x="173" y="53"/>
                  </a:lnTo>
                  <a:lnTo>
                    <a:pt x="173" y="53"/>
                  </a:lnTo>
                  <a:lnTo>
                    <a:pt x="173" y="51"/>
                  </a:lnTo>
                  <a:lnTo>
                    <a:pt x="173" y="51"/>
                  </a:lnTo>
                  <a:lnTo>
                    <a:pt x="173" y="51"/>
                  </a:lnTo>
                  <a:lnTo>
                    <a:pt x="173" y="51"/>
                  </a:lnTo>
                  <a:lnTo>
                    <a:pt x="173" y="51"/>
                  </a:lnTo>
                  <a:lnTo>
                    <a:pt x="171" y="51"/>
                  </a:lnTo>
                  <a:lnTo>
                    <a:pt x="171" y="51"/>
                  </a:lnTo>
                  <a:lnTo>
                    <a:pt x="164" y="51"/>
                  </a:lnTo>
                  <a:lnTo>
                    <a:pt x="162" y="51"/>
                  </a:lnTo>
                  <a:lnTo>
                    <a:pt x="162" y="51"/>
                  </a:lnTo>
                  <a:lnTo>
                    <a:pt x="162" y="49"/>
                  </a:lnTo>
                  <a:lnTo>
                    <a:pt x="162" y="49"/>
                  </a:lnTo>
                  <a:lnTo>
                    <a:pt x="162" y="49"/>
                  </a:lnTo>
                  <a:lnTo>
                    <a:pt x="160" y="49"/>
                  </a:lnTo>
                  <a:lnTo>
                    <a:pt x="160" y="49"/>
                  </a:lnTo>
                  <a:lnTo>
                    <a:pt x="160" y="49"/>
                  </a:lnTo>
                  <a:lnTo>
                    <a:pt x="157" y="51"/>
                  </a:lnTo>
                  <a:lnTo>
                    <a:pt x="157" y="51"/>
                  </a:lnTo>
                  <a:lnTo>
                    <a:pt x="157" y="51"/>
                  </a:lnTo>
                  <a:lnTo>
                    <a:pt x="144" y="51"/>
                  </a:lnTo>
                  <a:lnTo>
                    <a:pt x="140" y="49"/>
                  </a:lnTo>
                  <a:lnTo>
                    <a:pt x="137" y="49"/>
                  </a:lnTo>
                  <a:lnTo>
                    <a:pt x="135" y="49"/>
                  </a:lnTo>
                  <a:lnTo>
                    <a:pt x="135" y="49"/>
                  </a:lnTo>
                  <a:lnTo>
                    <a:pt x="133" y="49"/>
                  </a:lnTo>
                  <a:lnTo>
                    <a:pt x="133" y="49"/>
                  </a:lnTo>
                  <a:lnTo>
                    <a:pt x="133" y="47"/>
                  </a:lnTo>
                  <a:lnTo>
                    <a:pt x="129" y="45"/>
                  </a:lnTo>
                  <a:lnTo>
                    <a:pt x="126" y="45"/>
                  </a:lnTo>
                  <a:lnTo>
                    <a:pt x="126" y="42"/>
                  </a:lnTo>
                  <a:lnTo>
                    <a:pt x="126" y="42"/>
                  </a:lnTo>
                  <a:lnTo>
                    <a:pt x="126" y="42"/>
                  </a:lnTo>
                  <a:lnTo>
                    <a:pt x="126" y="40"/>
                  </a:lnTo>
                  <a:lnTo>
                    <a:pt x="122" y="38"/>
                  </a:lnTo>
                  <a:lnTo>
                    <a:pt x="122" y="38"/>
                  </a:lnTo>
                  <a:lnTo>
                    <a:pt x="120" y="38"/>
                  </a:lnTo>
                  <a:lnTo>
                    <a:pt x="120" y="38"/>
                  </a:lnTo>
                  <a:lnTo>
                    <a:pt x="118" y="38"/>
                  </a:lnTo>
                  <a:lnTo>
                    <a:pt x="118" y="38"/>
                  </a:lnTo>
                  <a:lnTo>
                    <a:pt x="115" y="38"/>
                  </a:lnTo>
                  <a:lnTo>
                    <a:pt x="113" y="38"/>
                  </a:lnTo>
                  <a:lnTo>
                    <a:pt x="111" y="38"/>
                  </a:lnTo>
                  <a:lnTo>
                    <a:pt x="111" y="38"/>
                  </a:lnTo>
                  <a:lnTo>
                    <a:pt x="109" y="38"/>
                  </a:lnTo>
                  <a:lnTo>
                    <a:pt x="106" y="36"/>
                  </a:lnTo>
                  <a:lnTo>
                    <a:pt x="102" y="38"/>
                  </a:lnTo>
                  <a:lnTo>
                    <a:pt x="102" y="36"/>
                  </a:lnTo>
                  <a:lnTo>
                    <a:pt x="100" y="36"/>
                  </a:lnTo>
                  <a:lnTo>
                    <a:pt x="98" y="36"/>
                  </a:lnTo>
                  <a:lnTo>
                    <a:pt x="95" y="33"/>
                  </a:lnTo>
                  <a:lnTo>
                    <a:pt x="89" y="36"/>
                  </a:lnTo>
                  <a:lnTo>
                    <a:pt x="89" y="33"/>
                  </a:lnTo>
                  <a:lnTo>
                    <a:pt x="89" y="33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75" y="29"/>
                  </a:lnTo>
                  <a:lnTo>
                    <a:pt x="73" y="29"/>
                  </a:lnTo>
                  <a:lnTo>
                    <a:pt x="73" y="29"/>
                  </a:lnTo>
                  <a:lnTo>
                    <a:pt x="71" y="29"/>
                  </a:lnTo>
                  <a:lnTo>
                    <a:pt x="71" y="31"/>
                  </a:lnTo>
                  <a:lnTo>
                    <a:pt x="69" y="31"/>
                  </a:lnTo>
                  <a:lnTo>
                    <a:pt x="67" y="31"/>
                  </a:lnTo>
                  <a:lnTo>
                    <a:pt x="64" y="31"/>
                  </a:lnTo>
                  <a:lnTo>
                    <a:pt x="64" y="31"/>
                  </a:lnTo>
                  <a:lnTo>
                    <a:pt x="64" y="31"/>
                  </a:lnTo>
                  <a:lnTo>
                    <a:pt x="64" y="31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58" y="31"/>
                  </a:lnTo>
                  <a:lnTo>
                    <a:pt x="55" y="31"/>
                  </a:lnTo>
                  <a:lnTo>
                    <a:pt x="53" y="31"/>
                  </a:lnTo>
                  <a:lnTo>
                    <a:pt x="53" y="31"/>
                  </a:lnTo>
                  <a:lnTo>
                    <a:pt x="53" y="31"/>
                  </a:lnTo>
                  <a:lnTo>
                    <a:pt x="51" y="31"/>
                  </a:lnTo>
                  <a:lnTo>
                    <a:pt x="51" y="31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49" y="29"/>
                  </a:lnTo>
                  <a:lnTo>
                    <a:pt x="47" y="27"/>
                  </a:lnTo>
                  <a:lnTo>
                    <a:pt x="44" y="25"/>
                  </a:lnTo>
                  <a:lnTo>
                    <a:pt x="44" y="25"/>
                  </a:lnTo>
                  <a:lnTo>
                    <a:pt x="42" y="25"/>
                  </a:lnTo>
                  <a:lnTo>
                    <a:pt x="42" y="25"/>
                  </a:lnTo>
                  <a:lnTo>
                    <a:pt x="42" y="25"/>
                  </a:lnTo>
                  <a:lnTo>
                    <a:pt x="40" y="22"/>
                  </a:lnTo>
                  <a:lnTo>
                    <a:pt x="38" y="22"/>
                  </a:lnTo>
                  <a:lnTo>
                    <a:pt x="36" y="20"/>
                  </a:lnTo>
                  <a:lnTo>
                    <a:pt x="36" y="22"/>
                  </a:lnTo>
                  <a:lnTo>
                    <a:pt x="33" y="22"/>
                  </a:lnTo>
                  <a:lnTo>
                    <a:pt x="33" y="22"/>
                  </a:lnTo>
                  <a:lnTo>
                    <a:pt x="29" y="25"/>
                  </a:lnTo>
                  <a:lnTo>
                    <a:pt x="27" y="25"/>
                  </a:lnTo>
                  <a:lnTo>
                    <a:pt x="27" y="25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22" y="25"/>
                  </a:lnTo>
                  <a:lnTo>
                    <a:pt x="18" y="22"/>
                  </a:lnTo>
                  <a:lnTo>
                    <a:pt x="16" y="22"/>
                  </a:lnTo>
                  <a:lnTo>
                    <a:pt x="16" y="22"/>
                  </a:lnTo>
                  <a:lnTo>
                    <a:pt x="13" y="22"/>
                  </a:lnTo>
                  <a:lnTo>
                    <a:pt x="13" y="22"/>
                  </a:lnTo>
                  <a:lnTo>
                    <a:pt x="13" y="25"/>
                  </a:lnTo>
                  <a:lnTo>
                    <a:pt x="9" y="29"/>
                  </a:lnTo>
                  <a:lnTo>
                    <a:pt x="9" y="31"/>
                  </a:lnTo>
                  <a:lnTo>
                    <a:pt x="9" y="40"/>
                  </a:lnTo>
                  <a:lnTo>
                    <a:pt x="9" y="42"/>
                  </a:lnTo>
                  <a:lnTo>
                    <a:pt x="9" y="42"/>
                  </a:lnTo>
                  <a:lnTo>
                    <a:pt x="9" y="42"/>
                  </a:lnTo>
                  <a:lnTo>
                    <a:pt x="7" y="45"/>
                  </a:lnTo>
                  <a:lnTo>
                    <a:pt x="7" y="45"/>
                  </a:lnTo>
                  <a:lnTo>
                    <a:pt x="7" y="45"/>
                  </a:lnTo>
                  <a:lnTo>
                    <a:pt x="9" y="47"/>
                  </a:lnTo>
                  <a:lnTo>
                    <a:pt x="9" y="47"/>
                  </a:lnTo>
                  <a:lnTo>
                    <a:pt x="9" y="47"/>
                  </a:lnTo>
                  <a:lnTo>
                    <a:pt x="9" y="47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6"/>
                  </a:lnTo>
                  <a:lnTo>
                    <a:pt x="7" y="56"/>
                  </a:lnTo>
                  <a:lnTo>
                    <a:pt x="7" y="58"/>
                  </a:lnTo>
                  <a:lnTo>
                    <a:pt x="7" y="58"/>
                  </a:lnTo>
                  <a:lnTo>
                    <a:pt x="7" y="58"/>
                  </a:lnTo>
                  <a:lnTo>
                    <a:pt x="5" y="58"/>
                  </a:lnTo>
                  <a:lnTo>
                    <a:pt x="5" y="60"/>
                  </a:lnTo>
                  <a:lnTo>
                    <a:pt x="5" y="60"/>
                  </a:lnTo>
                  <a:lnTo>
                    <a:pt x="7" y="62"/>
                  </a:lnTo>
                  <a:lnTo>
                    <a:pt x="7" y="62"/>
                  </a:lnTo>
                  <a:lnTo>
                    <a:pt x="7" y="62"/>
                  </a:lnTo>
                  <a:lnTo>
                    <a:pt x="7" y="62"/>
                  </a:lnTo>
                  <a:lnTo>
                    <a:pt x="7" y="64"/>
                  </a:lnTo>
                  <a:lnTo>
                    <a:pt x="7" y="64"/>
                  </a:lnTo>
                  <a:lnTo>
                    <a:pt x="7" y="64"/>
                  </a:lnTo>
                  <a:lnTo>
                    <a:pt x="7" y="64"/>
                  </a:lnTo>
                  <a:lnTo>
                    <a:pt x="7" y="64"/>
                  </a:lnTo>
                  <a:lnTo>
                    <a:pt x="9" y="69"/>
                  </a:lnTo>
                  <a:lnTo>
                    <a:pt x="9" y="73"/>
                  </a:lnTo>
                  <a:lnTo>
                    <a:pt x="9" y="76"/>
                  </a:lnTo>
                  <a:lnTo>
                    <a:pt x="9" y="78"/>
                  </a:lnTo>
                  <a:lnTo>
                    <a:pt x="5" y="84"/>
                  </a:lnTo>
                  <a:lnTo>
                    <a:pt x="5" y="87"/>
                  </a:lnTo>
                  <a:lnTo>
                    <a:pt x="5" y="87"/>
                  </a:lnTo>
                  <a:lnTo>
                    <a:pt x="2" y="87"/>
                  </a:lnTo>
                  <a:lnTo>
                    <a:pt x="2" y="87"/>
                  </a:lnTo>
                  <a:lnTo>
                    <a:pt x="2" y="87"/>
                  </a:lnTo>
                  <a:lnTo>
                    <a:pt x="2" y="89"/>
                  </a:lnTo>
                  <a:lnTo>
                    <a:pt x="2" y="91"/>
                  </a:lnTo>
                  <a:lnTo>
                    <a:pt x="2" y="91"/>
                  </a:lnTo>
                  <a:lnTo>
                    <a:pt x="0" y="91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2" y="93"/>
                  </a:lnTo>
                  <a:lnTo>
                    <a:pt x="2" y="96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2" y="96"/>
                  </a:lnTo>
                  <a:lnTo>
                    <a:pt x="2" y="96"/>
                  </a:lnTo>
                  <a:lnTo>
                    <a:pt x="2" y="96"/>
                  </a:lnTo>
                  <a:lnTo>
                    <a:pt x="5" y="96"/>
                  </a:lnTo>
                  <a:lnTo>
                    <a:pt x="5" y="96"/>
                  </a:lnTo>
                  <a:lnTo>
                    <a:pt x="5" y="96"/>
                  </a:lnTo>
                  <a:lnTo>
                    <a:pt x="5" y="98"/>
                  </a:lnTo>
                  <a:lnTo>
                    <a:pt x="7" y="98"/>
                  </a:lnTo>
                  <a:lnTo>
                    <a:pt x="7" y="98"/>
                  </a:lnTo>
                  <a:lnTo>
                    <a:pt x="7" y="98"/>
                  </a:lnTo>
                  <a:lnTo>
                    <a:pt x="7" y="98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1" y="96"/>
                  </a:lnTo>
                  <a:lnTo>
                    <a:pt x="11" y="96"/>
                  </a:lnTo>
                  <a:lnTo>
                    <a:pt x="11" y="96"/>
                  </a:lnTo>
                  <a:lnTo>
                    <a:pt x="13" y="98"/>
                  </a:lnTo>
                  <a:lnTo>
                    <a:pt x="13" y="98"/>
                  </a:lnTo>
                  <a:lnTo>
                    <a:pt x="13" y="100"/>
                  </a:lnTo>
                  <a:lnTo>
                    <a:pt x="16" y="100"/>
                  </a:lnTo>
                  <a:lnTo>
                    <a:pt x="18" y="98"/>
                  </a:lnTo>
                  <a:lnTo>
                    <a:pt x="18" y="98"/>
                  </a:lnTo>
                  <a:lnTo>
                    <a:pt x="20" y="98"/>
                  </a:lnTo>
                  <a:lnTo>
                    <a:pt x="24" y="100"/>
                  </a:lnTo>
                  <a:lnTo>
                    <a:pt x="24" y="100"/>
                  </a:lnTo>
                  <a:lnTo>
                    <a:pt x="24" y="98"/>
                  </a:lnTo>
                  <a:lnTo>
                    <a:pt x="24" y="96"/>
                  </a:lnTo>
                  <a:lnTo>
                    <a:pt x="24" y="93"/>
                  </a:lnTo>
                  <a:lnTo>
                    <a:pt x="27" y="93"/>
                  </a:lnTo>
                  <a:lnTo>
                    <a:pt x="27" y="93"/>
                  </a:lnTo>
                  <a:lnTo>
                    <a:pt x="27" y="93"/>
                  </a:lnTo>
                  <a:lnTo>
                    <a:pt x="29" y="93"/>
                  </a:lnTo>
                  <a:lnTo>
                    <a:pt x="29" y="96"/>
                  </a:lnTo>
                  <a:lnTo>
                    <a:pt x="29" y="96"/>
                  </a:lnTo>
                  <a:lnTo>
                    <a:pt x="31" y="93"/>
                  </a:lnTo>
                  <a:lnTo>
                    <a:pt x="31" y="93"/>
                  </a:lnTo>
                  <a:lnTo>
                    <a:pt x="31" y="93"/>
                  </a:lnTo>
                  <a:lnTo>
                    <a:pt x="33" y="91"/>
                  </a:lnTo>
                  <a:lnTo>
                    <a:pt x="36" y="89"/>
                  </a:lnTo>
                  <a:lnTo>
                    <a:pt x="38" y="91"/>
                  </a:lnTo>
                  <a:lnTo>
                    <a:pt x="40" y="91"/>
                  </a:lnTo>
                  <a:lnTo>
                    <a:pt x="40" y="91"/>
                  </a:lnTo>
                  <a:lnTo>
                    <a:pt x="42" y="93"/>
                  </a:lnTo>
                  <a:lnTo>
                    <a:pt x="40" y="96"/>
                  </a:lnTo>
                  <a:lnTo>
                    <a:pt x="38" y="100"/>
                  </a:lnTo>
                  <a:lnTo>
                    <a:pt x="40" y="100"/>
                  </a:lnTo>
                  <a:lnTo>
                    <a:pt x="44" y="98"/>
                  </a:lnTo>
                  <a:lnTo>
                    <a:pt x="47" y="96"/>
                  </a:lnTo>
                  <a:lnTo>
                    <a:pt x="47" y="98"/>
                  </a:lnTo>
                  <a:lnTo>
                    <a:pt x="49" y="98"/>
                  </a:lnTo>
                  <a:lnTo>
                    <a:pt x="49" y="98"/>
                  </a:lnTo>
                  <a:lnTo>
                    <a:pt x="49" y="98"/>
                  </a:lnTo>
                  <a:lnTo>
                    <a:pt x="51" y="96"/>
                  </a:lnTo>
                  <a:lnTo>
                    <a:pt x="51" y="93"/>
                  </a:lnTo>
                  <a:lnTo>
                    <a:pt x="53" y="96"/>
                  </a:lnTo>
                  <a:lnTo>
                    <a:pt x="53" y="96"/>
                  </a:lnTo>
                  <a:lnTo>
                    <a:pt x="55" y="96"/>
                  </a:lnTo>
                  <a:lnTo>
                    <a:pt x="58" y="96"/>
                  </a:lnTo>
                  <a:lnTo>
                    <a:pt x="58" y="93"/>
                  </a:lnTo>
                  <a:lnTo>
                    <a:pt x="58" y="93"/>
                  </a:lnTo>
                  <a:lnTo>
                    <a:pt x="58" y="91"/>
                  </a:lnTo>
                  <a:lnTo>
                    <a:pt x="60" y="91"/>
                  </a:lnTo>
                  <a:lnTo>
                    <a:pt x="60" y="91"/>
                  </a:lnTo>
                  <a:lnTo>
                    <a:pt x="62" y="91"/>
                  </a:lnTo>
                  <a:lnTo>
                    <a:pt x="62" y="91"/>
                  </a:lnTo>
                  <a:lnTo>
                    <a:pt x="60" y="93"/>
                  </a:lnTo>
                  <a:lnTo>
                    <a:pt x="60" y="93"/>
                  </a:lnTo>
                  <a:lnTo>
                    <a:pt x="60" y="93"/>
                  </a:lnTo>
                  <a:lnTo>
                    <a:pt x="60" y="96"/>
                  </a:lnTo>
                  <a:lnTo>
                    <a:pt x="60" y="96"/>
                  </a:lnTo>
                  <a:lnTo>
                    <a:pt x="62" y="96"/>
                  </a:lnTo>
                  <a:lnTo>
                    <a:pt x="62" y="96"/>
                  </a:lnTo>
                  <a:lnTo>
                    <a:pt x="62" y="96"/>
                  </a:lnTo>
                  <a:lnTo>
                    <a:pt x="62" y="98"/>
                  </a:lnTo>
                  <a:lnTo>
                    <a:pt x="62" y="98"/>
                  </a:lnTo>
                  <a:lnTo>
                    <a:pt x="62" y="100"/>
                  </a:lnTo>
                  <a:lnTo>
                    <a:pt x="62" y="100"/>
                  </a:lnTo>
                  <a:lnTo>
                    <a:pt x="62" y="100"/>
                  </a:lnTo>
                  <a:lnTo>
                    <a:pt x="62" y="102"/>
                  </a:lnTo>
                  <a:lnTo>
                    <a:pt x="62" y="102"/>
                  </a:lnTo>
                  <a:lnTo>
                    <a:pt x="64" y="102"/>
                  </a:lnTo>
                  <a:lnTo>
                    <a:pt x="64" y="100"/>
                  </a:lnTo>
                  <a:lnTo>
                    <a:pt x="64" y="100"/>
                  </a:lnTo>
                  <a:lnTo>
                    <a:pt x="64" y="98"/>
                  </a:lnTo>
                  <a:lnTo>
                    <a:pt x="67" y="96"/>
                  </a:lnTo>
                  <a:lnTo>
                    <a:pt x="67" y="98"/>
                  </a:lnTo>
                  <a:lnTo>
                    <a:pt x="67" y="100"/>
                  </a:lnTo>
                  <a:lnTo>
                    <a:pt x="67" y="100"/>
                  </a:lnTo>
                  <a:lnTo>
                    <a:pt x="69" y="100"/>
                  </a:lnTo>
                  <a:lnTo>
                    <a:pt x="69" y="98"/>
                  </a:lnTo>
                  <a:lnTo>
                    <a:pt x="71" y="98"/>
                  </a:lnTo>
                  <a:lnTo>
                    <a:pt x="71" y="96"/>
                  </a:lnTo>
                  <a:lnTo>
                    <a:pt x="73" y="96"/>
                  </a:lnTo>
                  <a:lnTo>
                    <a:pt x="73" y="98"/>
                  </a:lnTo>
                  <a:lnTo>
                    <a:pt x="75" y="100"/>
                  </a:lnTo>
                  <a:lnTo>
                    <a:pt x="75" y="100"/>
                  </a:lnTo>
                  <a:lnTo>
                    <a:pt x="78" y="100"/>
                  </a:lnTo>
                  <a:lnTo>
                    <a:pt x="78" y="102"/>
                  </a:lnTo>
                  <a:lnTo>
                    <a:pt x="80" y="104"/>
                  </a:lnTo>
                  <a:lnTo>
                    <a:pt x="82" y="102"/>
                  </a:lnTo>
                  <a:lnTo>
                    <a:pt x="82" y="102"/>
                  </a:lnTo>
                  <a:lnTo>
                    <a:pt x="82" y="102"/>
                  </a:lnTo>
                  <a:lnTo>
                    <a:pt x="84" y="104"/>
                  </a:lnTo>
                  <a:lnTo>
                    <a:pt x="84" y="107"/>
                  </a:lnTo>
                  <a:lnTo>
                    <a:pt x="84" y="104"/>
                  </a:lnTo>
                  <a:lnTo>
                    <a:pt x="84" y="104"/>
                  </a:lnTo>
                  <a:lnTo>
                    <a:pt x="86" y="104"/>
                  </a:lnTo>
                  <a:lnTo>
                    <a:pt x="86" y="104"/>
                  </a:lnTo>
                  <a:lnTo>
                    <a:pt x="89" y="104"/>
                  </a:lnTo>
                  <a:lnTo>
                    <a:pt x="89" y="104"/>
                  </a:lnTo>
                  <a:lnTo>
                    <a:pt x="91" y="104"/>
                  </a:lnTo>
                  <a:lnTo>
                    <a:pt x="93" y="104"/>
                  </a:lnTo>
                  <a:lnTo>
                    <a:pt x="93" y="102"/>
                  </a:lnTo>
                  <a:lnTo>
                    <a:pt x="95" y="102"/>
                  </a:lnTo>
                  <a:lnTo>
                    <a:pt x="95" y="102"/>
                  </a:lnTo>
                  <a:lnTo>
                    <a:pt x="95" y="102"/>
                  </a:lnTo>
                  <a:lnTo>
                    <a:pt x="95" y="104"/>
                  </a:lnTo>
                  <a:lnTo>
                    <a:pt x="95" y="104"/>
                  </a:lnTo>
                  <a:lnTo>
                    <a:pt x="98" y="104"/>
                  </a:lnTo>
                  <a:lnTo>
                    <a:pt x="100" y="104"/>
                  </a:lnTo>
                  <a:lnTo>
                    <a:pt x="100" y="104"/>
                  </a:lnTo>
                  <a:lnTo>
                    <a:pt x="100" y="102"/>
                  </a:lnTo>
                  <a:lnTo>
                    <a:pt x="100" y="102"/>
                  </a:lnTo>
                  <a:lnTo>
                    <a:pt x="102" y="102"/>
                  </a:lnTo>
                  <a:lnTo>
                    <a:pt x="102" y="100"/>
                  </a:lnTo>
                  <a:lnTo>
                    <a:pt x="102" y="100"/>
                  </a:lnTo>
                  <a:lnTo>
                    <a:pt x="102" y="102"/>
                  </a:lnTo>
                  <a:lnTo>
                    <a:pt x="102" y="102"/>
                  </a:lnTo>
                  <a:lnTo>
                    <a:pt x="102" y="102"/>
                  </a:lnTo>
                  <a:lnTo>
                    <a:pt x="102" y="102"/>
                  </a:lnTo>
                  <a:lnTo>
                    <a:pt x="104" y="104"/>
                  </a:lnTo>
                  <a:lnTo>
                    <a:pt x="104" y="104"/>
                  </a:lnTo>
                  <a:lnTo>
                    <a:pt x="104" y="104"/>
                  </a:lnTo>
                  <a:lnTo>
                    <a:pt x="104" y="104"/>
                  </a:lnTo>
                  <a:lnTo>
                    <a:pt x="104" y="104"/>
                  </a:lnTo>
                  <a:lnTo>
                    <a:pt x="104" y="104"/>
                  </a:lnTo>
                  <a:lnTo>
                    <a:pt x="104" y="102"/>
                  </a:lnTo>
                  <a:lnTo>
                    <a:pt x="104" y="102"/>
                  </a:lnTo>
                  <a:lnTo>
                    <a:pt x="106" y="102"/>
                  </a:lnTo>
                  <a:lnTo>
                    <a:pt x="106" y="104"/>
                  </a:lnTo>
                  <a:lnTo>
                    <a:pt x="106" y="104"/>
                  </a:lnTo>
                  <a:lnTo>
                    <a:pt x="106" y="107"/>
                  </a:lnTo>
                  <a:lnTo>
                    <a:pt x="106" y="107"/>
                  </a:lnTo>
                  <a:lnTo>
                    <a:pt x="106" y="107"/>
                  </a:lnTo>
                  <a:lnTo>
                    <a:pt x="109" y="107"/>
                  </a:lnTo>
                  <a:lnTo>
                    <a:pt x="111" y="107"/>
                  </a:lnTo>
                  <a:lnTo>
                    <a:pt x="111" y="107"/>
                  </a:lnTo>
                  <a:lnTo>
                    <a:pt x="111" y="107"/>
                  </a:lnTo>
                  <a:lnTo>
                    <a:pt x="111" y="107"/>
                  </a:lnTo>
                  <a:lnTo>
                    <a:pt x="113" y="107"/>
                  </a:lnTo>
                  <a:lnTo>
                    <a:pt x="113" y="107"/>
                  </a:lnTo>
                  <a:lnTo>
                    <a:pt x="113" y="104"/>
                  </a:lnTo>
                  <a:lnTo>
                    <a:pt x="113" y="104"/>
                  </a:lnTo>
                  <a:lnTo>
                    <a:pt x="113" y="104"/>
                  </a:lnTo>
                  <a:lnTo>
                    <a:pt x="115" y="102"/>
                  </a:lnTo>
                  <a:lnTo>
                    <a:pt x="118" y="104"/>
                  </a:lnTo>
                  <a:lnTo>
                    <a:pt x="118" y="104"/>
                  </a:lnTo>
                  <a:lnTo>
                    <a:pt x="118" y="104"/>
                  </a:lnTo>
                  <a:lnTo>
                    <a:pt x="115" y="104"/>
                  </a:lnTo>
                  <a:lnTo>
                    <a:pt x="115" y="107"/>
                  </a:lnTo>
                  <a:lnTo>
                    <a:pt x="115" y="107"/>
                  </a:lnTo>
                  <a:lnTo>
                    <a:pt x="118" y="109"/>
                  </a:lnTo>
                  <a:lnTo>
                    <a:pt x="118" y="109"/>
                  </a:lnTo>
                  <a:lnTo>
                    <a:pt x="120" y="107"/>
                  </a:lnTo>
                  <a:lnTo>
                    <a:pt x="122" y="104"/>
                  </a:lnTo>
                  <a:lnTo>
                    <a:pt x="122" y="107"/>
                  </a:lnTo>
                  <a:lnTo>
                    <a:pt x="124" y="107"/>
                  </a:lnTo>
                  <a:lnTo>
                    <a:pt x="124" y="107"/>
                  </a:lnTo>
                  <a:lnTo>
                    <a:pt x="126" y="107"/>
                  </a:lnTo>
                  <a:lnTo>
                    <a:pt x="126" y="109"/>
                  </a:lnTo>
                  <a:lnTo>
                    <a:pt x="126" y="109"/>
                  </a:lnTo>
                  <a:lnTo>
                    <a:pt x="126" y="111"/>
                  </a:lnTo>
                  <a:lnTo>
                    <a:pt x="129" y="111"/>
                  </a:lnTo>
                  <a:lnTo>
                    <a:pt x="133" y="111"/>
                  </a:lnTo>
                  <a:lnTo>
                    <a:pt x="133" y="111"/>
                  </a:lnTo>
                  <a:lnTo>
                    <a:pt x="133" y="111"/>
                  </a:lnTo>
                  <a:lnTo>
                    <a:pt x="133" y="111"/>
                  </a:lnTo>
                  <a:lnTo>
                    <a:pt x="135" y="113"/>
                  </a:lnTo>
                  <a:lnTo>
                    <a:pt x="137" y="113"/>
                  </a:lnTo>
                  <a:lnTo>
                    <a:pt x="140" y="115"/>
                  </a:lnTo>
                  <a:lnTo>
                    <a:pt x="137" y="115"/>
                  </a:lnTo>
                  <a:lnTo>
                    <a:pt x="135" y="115"/>
                  </a:lnTo>
                  <a:lnTo>
                    <a:pt x="135" y="115"/>
                  </a:lnTo>
                  <a:lnTo>
                    <a:pt x="140" y="118"/>
                  </a:lnTo>
                  <a:lnTo>
                    <a:pt x="140" y="120"/>
                  </a:lnTo>
                  <a:lnTo>
                    <a:pt x="137" y="122"/>
                  </a:lnTo>
                  <a:lnTo>
                    <a:pt x="140" y="122"/>
                  </a:lnTo>
                  <a:lnTo>
                    <a:pt x="140" y="122"/>
                  </a:lnTo>
                  <a:lnTo>
                    <a:pt x="140" y="120"/>
                  </a:lnTo>
                  <a:lnTo>
                    <a:pt x="142" y="120"/>
                  </a:lnTo>
                  <a:lnTo>
                    <a:pt x="142" y="122"/>
                  </a:lnTo>
                  <a:lnTo>
                    <a:pt x="142" y="124"/>
                  </a:lnTo>
                  <a:lnTo>
                    <a:pt x="144" y="124"/>
                  </a:lnTo>
                  <a:lnTo>
                    <a:pt x="144" y="127"/>
                  </a:lnTo>
                  <a:lnTo>
                    <a:pt x="144" y="124"/>
                  </a:lnTo>
                  <a:lnTo>
                    <a:pt x="146" y="122"/>
                  </a:lnTo>
                  <a:lnTo>
                    <a:pt x="146" y="122"/>
                  </a:lnTo>
                  <a:lnTo>
                    <a:pt x="146" y="122"/>
                  </a:lnTo>
                  <a:lnTo>
                    <a:pt x="146" y="124"/>
                  </a:lnTo>
                  <a:lnTo>
                    <a:pt x="146" y="124"/>
                  </a:lnTo>
                  <a:lnTo>
                    <a:pt x="146" y="124"/>
                  </a:lnTo>
                  <a:lnTo>
                    <a:pt x="149" y="127"/>
                  </a:lnTo>
                  <a:lnTo>
                    <a:pt x="149" y="127"/>
                  </a:lnTo>
                  <a:lnTo>
                    <a:pt x="151" y="127"/>
                  </a:lnTo>
                  <a:lnTo>
                    <a:pt x="151" y="124"/>
                  </a:lnTo>
                  <a:lnTo>
                    <a:pt x="151" y="124"/>
                  </a:lnTo>
                  <a:lnTo>
                    <a:pt x="153" y="124"/>
                  </a:lnTo>
                  <a:lnTo>
                    <a:pt x="155" y="124"/>
                  </a:lnTo>
                  <a:lnTo>
                    <a:pt x="155" y="124"/>
                  </a:lnTo>
                  <a:lnTo>
                    <a:pt x="155" y="124"/>
                  </a:lnTo>
                  <a:lnTo>
                    <a:pt x="155" y="124"/>
                  </a:lnTo>
                  <a:lnTo>
                    <a:pt x="157" y="124"/>
                  </a:lnTo>
                  <a:lnTo>
                    <a:pt x="157" y="124"/>
                  </a:lnTo>
                  <a:lnTo>
                    <a:pt x="157" y="122"/>
                  </a:lnTo>
                  <a:lnTo>
                    <a:pt x="160" y="122"/>
                  </a:lnTo>
                  <a:lnTo>
                    <a:pt x="160" y="122"/>
                  </a:lnTo>
                  <a:lnTo>
                    <a:pt x="160" y="122"/>
                  </a:lnTo>
                  <a:lnTo>
                    <a:pt x="160" y="124"/>
                  </a:lnTo>
                  <a:lnTo>
                    <a:pt x="160" y="124"/>
                  </a:lnTo>
                  <a:lnTo>
                    <a:pt x="162" y="124"/>
                  </a:lnTo>
                  <a:lnTo>
                    <a:pt x="162" y="124"/>
                  </a:lnTo>
                  <a:lnTo>
                    <a:pt x="162" y="124"/>
                  </a:lnTo>
                  <a:lnTo>
                    <a:pt x="162" y="124"/>
                  </a:lnTo>
                  <a:lnTo>
                    <a:pt x="164" y="124"/>
                  </a:lnTo>
                  <a:lnTo>
                    <a:pt x="164" y="124"/>
                  </a:lnTo>
                  <a:lnTo>
                    <a:pt x="164" y="127"/>
                  </a:lnTo>
                  <a:lnTo>
                    <a:pt x="164" y="127"/>
                  </a:lnTo>
                  <a:lnTo>
                    <a:pt x="164" y="127"/>
                  </a:lnTo>
                  <a:lnTo>
                    <a:pt x="166" y="127"/>
                  </a:lnTo>
                  <a:lnTo>
                    <a:pt x="168" y="127"/>
                  </a:lnTo>
                  <a:lnTo>
                    <a:pt x="166" y="129"/>
                  </a:lnTo>
                  <a:lnTo>
                    <a:pt x="166" y="129"/>
                  </a:lnTo>
                  <a:lnTo>
                    <a:pt x="168" y="131"/>
                  </a:lnTo>
                  <a:lnTo>
                    <a:pt x="168" y="131"/>
                  </a:lnTo>
                  <a:lnTo>
                    <a:pt x="171" y="129"/>
                  </a:lnTo>
                  <a:lnTo>
                    <a:pt x="173" y="129"/>
                  </a:lnTo>
                  <a:lnTo>
                    <a:pt x="175" y="129"/>
                  </a:lnTo>
                  <a:lnTo>
                    <a:pt x="175" y="131"/>
                  </a:lnTo>
                  <a:lnTo>
                    <a:pt x="175" y="131"/>
                  </a:lnTo>
                  <a:lnTo>
                    <a:pt x="175" y="133"/>
                  </a:lnTo>
                  <a:lnTo>
                    <a:pt x="177" y="133"/>
                  </a:lnTo>
                  <a:lnTo>
                    <a:pt x="177" y="133"/>
                  </a:lnTo>
                  <a:lnTo>
                    <a:pt x="177" y="133"/>
                  </a:lnTo>
                  <a:lnTo>
                    <a:pt x="180" y="135"/>
                  </a:lnTo>
                  <a:lnTo>
                    <a:pt x="180" y="135"/>
                  </a:lnTo>
                  <a:lnTo>
                    <a:pt x="180" y="135"/>
                  </a:lnTo>
                  <a:lnTo>
                    <a:pt x="180" y="135"/>
                  </a:lnTo>
                  <a:lnTo>
                    <a:pt x="180" y="138"/>
                  </a:lnTo>
                  <a:lnTo>
                    <a:pt x="182" y="135"/>
                  </a:lnTo>
                  <a:lnTo>
                    <a:pt x="184" y="135"/>
                  </a:lnTo>
                  <a:lnTo>
                    <a:pt x="184" y="135"/>
                  </a:lnTo>
                  <a:lnTo>
                    <a:pt x="184" y="138"/>
                  </a:lnTo>
                  <a:lnTo>
                    <a:pt x="184" y="138"/>
                  </a:lnTo>
                  <a:lnTo>
                    <a:pt x="186" y="138"/>
                  </a:lnTo>
                  <a:lnTo>
                    <a:pt x="188" y="140"/>
                  </a:lnTo>
                  <a:lnTo>
                    <a:pt x="188" y="140"/>
                  </a:lnTo>
                  <a:lnTo>
                    <a:pt x="188" y="140"/>
                  </a:lnTo>
                  <a:lnTo>
                    <a:pt x="186" y="142"/>
                  </a:lnTo>
                  <a:lnTo>
                    <a:pt x="186" y="142"/>
                  </a:lnTo>
                  <a:lnTo>
                    <a:pt x="188" y="142"/>
                  </a:lnTo>
                  <a:lnTo>
                    <a:pt x="188" y="142"/>
                  </a:lnTo>
                  <a:lnTo>
                    <a:pt x="188" y="144"/>
                  </a:lnTo>
                  <a:lnTo>
                    <a:pt x="193" y="146"/>
                  </a:lnTo>
                  <a:lnTo>
                    <a:pt x="193" y="146"/>
                  </a:lnTo>
                  <a:lnTo>
                    <a:pt x="193" y="146"/>
                  </a:lnTo>
                  <a:lnTo>
                    <a:pt x="193" y="146"/>
                  </a:lnTo>
                  <a:lnTo>
                    <a:pt x="195" y="146"/>
                  </a:lnTo>
                  <a:lnTo>
                    <a:pt x="195" y="146"/>
                  </a:lnTo>
                  <a:lnTo>
                    <a:pt x="197" y="149"/>
                  </a:lnTo>
                  <a:lnTo>
                    <a:pt x="199" y="149"/>
                  </a:lnTo>
                  <a:lnTo>
                    <a:pt x="202" y="151"/>
                  </a:lnTo>
                  <a:lnTo>
                    <a:pt x="202" y="151"/>
                  </a:lnTo>
                  <a:lnTo>
                    <a:pt x="202" y="151"/>
                  </a:lnTo>
                  <a:lnTo>
                    <a:pt x="204" y="151"/>
                  </a:lnTo>
                  <a:lnTo>
                    <a:pt x="204" y="153"/>
                  </a:lnTo>
                  <a:lnTo>
                    <a:pt x="204" y="155"/>
                  </a:lnTo>
                  <a:lnTo>
                    <a:pt x="208" y="160"/>
                  </a:lnTo>
                  <a:lnTo>
                    <a:pt x="211" y="162"/>
                  </a:lnTo>
                  <a:lnTo>
                    <a:pt x="211" y="162"/>
                  </a:lnTo>
                  <a:lnTo>
                    <a:pt x="213" y="162"/>
                  </a:lnTo>
                  <a:lnTo>
                    <a:pt x="215" y="166"/>
                  </a:lnTo>
                  <a:lnTo>
                    <a:pt x="217" y="169"/>
                  </a:lnTo>
                  <a:lnTo>
                    <a:pt x="217" y="169"/>
                  </a:lnTo>
                  <a:lnTo>
                    <a:pt x="217" y="171"/>
                  </a:lnTo>
                  <a:lnTo>
                    <a:pt x="217" y="171"/>
                  </a:lnTo>
                  <a:lnTo>
                    <a:pt x="217" y="173"/>
                  </a:lnTo>
                  <a:lnTo>
                    <a:pt x="217" y="173"/>
                  </a:lnTo>
                  <a:lnTo>
                    <a:pt x="217" y="173"/>
                  </a:lnTo>
                  <a:lnTo>
                    <a:pt x="217" y="173"/>
                  </a:lnTo>
                  <a:lnTo>
                    <a:pt x="217" y="175"/>
                  </a:lnTo>
                  <a:lnTo>
                    <a:pt x="217" y="175"/>
                  </a:lnTo>
                  <a:lnTo>
                    <a:pt x="219" y="177"/>
                  </a:lnTo>
                  <a:lnTo>
                    <a:pt x="219" y="175"/>
                  </a:lnTo>
                  <a:lnTo>
                    <a:pt x="219" y="175"/>
                  </a:lnTo>
                  <a:lnTo>
                    <a:pt x="222" y="175"/>
                  </a:lnTo>
                  <a:lnTo>
                    <a:pt x="222" y="175"/>
                  </a:lnTo>
                  <a:lnTo>
                    <a:pt x="222" y="177"/>
                  </a:lnTo>
                  <a:lnTo>
                    <a:pt x="224" y="177"/>
                  </a:lnTo>
                  <a:lnTo>
                    <a:pt x="224" y="177"/>
                  </a:lnTo>
                  <a:lnTo>
                    <a:pt x="226" y="177"/>
                  </a:lnTo>
                  <a:lnTo>
                    <a:pt x="226" y="184"/>
                  </a:lnTo>
                  <a:lnTo>
                    <a:pt x="228" y="184"/>
                  </a:lnTo>
                  <a:lnTo>
                    <a:pt x="228" y="186"/>
                  </a:lnTo>
                  <a:lnTo>
                    <a:pt x="231" y="186"/>
                  </a:lnTo>
                  <a:lnTo>
                    <a:pt x="231" y="186"/>
                  </a:lnTo>
                  <a:lnTo>
                    <a:pt x="231" y="189"/>
                  </a:lnTo>
                  <a:lnTo>
                    <a:pt x="233" y="191"/>
                  </a:lnTo>
                  <a:lnTo>
                    <a:pt x="235" y="193"/>
                  </a:lnTo>
                  <a:lnTo>
                    <a:pt x="235" y="195"/>
                  </a:lnTo>
                  <a:lnTo>
                    <a:pt x="237" y="197"/>
                  </a:lnTo>
                  <a:lnTo>
                    <a:pt x="237" y="197"/>
                  </a:lnTo>
                  <a:lnTo>
                    <a:pt x="239" y="197"/>
                  </a:lnTo>
                  <a:lnTo>
                    <a:pt x="242" y="200"/>
                  </a:lnTo>
                  <a:lnTo>
                    <a:pt x="244" y="200"/>
                  </a:lnTo>
                  <a:lnTo>
                    <a:pt x="244" y="200"/>
                  </a:lnTo>
                  <a:lnTo>
                    <a:pt x="246" y="200"/>
                  </a:lnTo>
                  <a:lnTo>
                    <a:pt x="246" y="200"/>
                  </a:lnTo>
                  <a:lnTo>
                    <a:pt x="248" y="200"/>
                  </a:lnTo>
                  <a:lnTo>
                    <a:pt x="248" y="200"/>
                  </a:lnTo>
                  <a:lnTo>
                    <a:pt x="248" y="200"/>
                  </a:lnTo>
                  <a:lnTo>
                    <a:pt x="253" y="200"/>
                  </a:lnTo>
                  <a:lnTo>
                    <a:pt x="255" y="202"/>
                  </a:lnTo>
                  <a:lnTo>
                    <a:pt x="257" y="202"/>
                  </a:lnTo>
                  <a:lnTo>
                    <a:pt x="257" y="202"/>
                  </a:lnTo>
                  <a:lnTo>
                    <a:pt x="259" y="202"/>
                  </a:lnTo>
                  <a:lnTo>
                    <a:pt x="266" y="202"/>
                  </a:lnTo>
                  <a:lnTo>
                    <a:pt x="268" y="204"/>
                  </a:lnTo>
                  <a:lnTo>
                    <a:pt x="268" y="204"/>
                  </a:lnTo>
                  <a:lnTo>
                    <a:pt x="270" y="206"/>
                  </a:lnTo>
                  <a:lnTo>
                    <a:pt x="270" y="206"/>
                  </a:lnTo>
                  <a:lnTo>
                    <a:pt x="270" y="204"/>
                  </a:lnTo>
                  <a:lnTo>
                    <a:pt x="270" y="204"/>
                  </a:lnTo>
                  <a:lnTo>
                    <a:pt x="273" y="202"/>
                  </a:lnTo>
                  <a:lnTo>
                    <a:pt x="273" y="202"/>
                  </a:lnTo>
                  <a:lnTo>
                    <a:pt x="273" y="204"/>
                  </a:lnTo>
                  <a:lnTo>
                    <a:pt x="273" y="204"/>
                  </a:lnTo>
                  <a:lnTo>
                    <a:pt x="275" y="204"/>
                  </a:lnTo>
                  <a:lnTo>
                    <a:pt x="275" y="204"/>
                  </a:lnTo>
                  <a:lnTo>
                    <a:pt x="277" y="204"/>
                  </a:lnTo>
                  <a:lnTo>
                    <a:pt x="277" y="204"/>
                  </a:lnTo>
                  <a:lnTo>
                    <a:pt x="279" y="206"/>
                  </a:lnTo>
                  <a:lnTo>
                    <a:pt x="279" y="206"/>
                  </a:lnTo>
                  <a:lnTo>
                    <a:pt x="279" y="204"/>
                  </a:lnTo>
                  <a:lnTo>
                    <a:pt x="281" y="204"/>
                  </a:lnTo>
                  <a:lnTo>
                    <a:pt x="284" y="202"/>
                  </a:lnTo>
                  <a:lnTo>
                    <a:pt x="284" y="202"/>
                  </a:lnTo>
                  <a:lnTo>
                    <a:pt x="286" y="204"/>
                  </a:lnTo>
                  <a:lnTo>
                    <a:pt x="286" y="204"/>
                  </a:lnTo>
                  <a:lnTo>
                    <a:pt x="286" y="204"/>
                  </a:lnTo>
                  <a:lnTo>
                    <a:pt x="286" y="204"/>
                  </a:lnTo>
                  <a:lnTo>
                    <a:pt x="288" y="204"/>
                  </a:lnTo>
                  <a:lnTo>
                    <a:pt x="290" y="202"/>
                  </a:lnTo>
                  <a:lnTo>
                    <a:pt x="290" y="202"/>
                  </a:lnTo>
                  <a:lnTo>
                    <a:pt x="293" y="204"/>
                  </a:lnTo>
                  <a:lnTo>
                    <a:pt x="293" y="204"/>
                  </a:lnTo>
                  <a:lnTo>
                    <a:pt x="293" y="204"/>
                  </a:lnTo>
                  <a:lnTo>
                    <a:pt x="293" y="206"/>
                  </a:lnTo>
                  <a:lnTo>
                    <a:pt x="295" y="206"/>
                  </a:lnTo>
                  <a:lnTo>
                    <a:pt x="295" y="206"/>
                  </a:lnTo>
                  <a:lnTo>
                    <a:pt x="297" y="206"/>
                  </a:lnTo>
                  <a:lnTo>
                    <a:pt x="299" y="206"/>
                  </a:lnTo>
                  <a:lnTo>
                    <a:pt x="299" y="206"/>
                  </a:lnTo>
                  <a:lnTo>
                    <a:pt x="299" y="204"/>
                  </a:lnTo>
                  <a:lnTo>
                    <a:pt x="299" y="204"/>
                  </a:lnTo>
                  <a:lnTo>
                    <a:pt x="299" y="204"/>
                  </a:lnTo>
                  <a:lnTo>
                    <a:pt x="301" y="206"/>
                  </a:lnTo>
                  <a:lnTo>
                    <a:pt x="301" y="209"/>
                  </a:lnTo>
                  <a:lnTo>
                    <a:pt x="304" y="209"/>
                  </a:lnTo>
                  <a:lnTo>
                    <a:pt x="304" y="209"/>
                  </a:lnTo>
                  <a:lnTo>
                    <a:pt x="304" y="211"/>
                  </a:lnTo>
                  <a:lnTo>
                    <a:pt x="304" y="211"/>
                  </a:lnTo>
                  <a:lnTo>
                    <a:pt x="301" y="211"/>
                  </a:lnTo>
                  <a:lnTo>
                    <a:pt x="301" y="211"/>
                  </a:lnTo>
                  <a:lnTo>
                    <a:pt x="301" y="213"/>
                  </a:lnTo>
                  <a:lnTo>
                    <a:pt x="304" y="215"/>
                  </a:lnTo>
                  <a:lnTo>
                    <a:pt x="304" y="215"/>
                  </a:lnTo>
                  <a:lnTo>
                    <a:pt x="304" y="217"/>
                  </a:lnTo>
                  <a:lnTo>
                    <a:pt x="301" y="217"/>
                  </a:lnTo>
                  <a:lnTo>
                    <a:pt x="301" y="217"/>
                  </a:lnTo>
                  <a:lnTo>
                    <a:pt x="301" y="217"/>
                  </a:lnTo>
                  <a:lnTo>
                    <a:pt x="301" y="217"/>
                  </a:lnTo>
                  <a:lnTo>
                    <a:pt x="299" y="215"/>
                  </a:lnTo>
                  <a:lnTo>
                    <a:pt x="299" y="215"/>
                  </a:lnTo>
                  <a:lnTo>
                    <a:pt x="299" y="215"/>
                  </a:lnTo>
                  <a:lnTo>
                    <a:pt x="299" y="215"/>
                  </a:lnTo>
                  <a:lnTo>
                    <a:pt x="299" y="215"/>
                  </a:lnTo>
                  <a:lnTo>
                    <a:pt x="297" y="215"/>
                  </a:lnTo>
                  <a:lnTo>
                    <a:pt x="297" y="217"/>
                  </a:lnTo>
                  <a:lnTo>
                    <a:pt x="297" y="217"/>
                  </a:lnTo>
                  <a:lnTo>
                    <a:pt x="297" y="217"/>
                  </a:lnTo>
                  <a:lnTo>
                    <a:pt x="295" y="222"/>
                  </a:lnTo>
                  <a:lnTo>
                    <a:pt x="295" y="222"/>
                  </a:lnTo>
                  <a:lnTo>
                    <a:pt x="293" y="224"/>
                  </a:lnTo>
                  <a:lnTo>
                    <a:pt x="293" y="224"/>
                  </a:lnTo>
                  <a:lnTo>
                    <a:pt x="293" y="224"/>
                  </a:lnTo>
                  <a:lnTo>
                    <a:pt x="290" y="224"/>
                  </a:lnTo>
                  <a:lnTo>
                    <a:pt x="290" y="224"/>
                  </a:lnTo>
                  <a:lnTo>
                    <a:pt x="290" y="226"/>
                  </a:lnTo>
                  <a:lnTo>
                    <a:pt x="290" y="226"/>
                  </a:lnTo>
                  <a:lnTo>
                    <a:pt x="288" y="226"/>
                  </a:lnTo>
                  <a:lnTo>
                    <a:pt x="288" y="226"/>
                  </a:lnTo>
                  <a:lnTo>
                    <a:pt x="288" y="226"/>
                  </a:lnTo>
                  <a:lnTo>
                    <a:pt x="288" y="224"/>
                  </a:lnTo>
                  <a:lnTo>
                    <a:pt x="288" y="224"/>
                  </a:lnTo>
                  <a:lnTo>
                    <a:pt x="288" y="224"/>
                  </a:lnTo>
                  <a:lnTo>
                    <a:pt x="288" y="224"/>
                  </a:lnTo>
                  <a:lnTo>
                    <a:pt x="288" y="224"/>
                  </a:lnTo>
                  <a:lnTo>
                    <a:pt x="288" y="226"/>
                  </a:lnTo>
                  <a:lnTo>
                    <a:pt x="288" y="226"/>
                  </a:lnTo>
                  <a:lnTo>
                    <a:pt x="288" y="226"/>
                  </a:lnTo>
                  <a:lnTo>
                    <a:pt x="288" y="228"/>
                  </a:lnTo>
                  <a:lnTo>
                    <a:pt x="288" y="228"/>
                  </a:lnTo>
                  <a:lnTo>
                    <a:pt x="288" y="228"/>
                  </a:lnTo>
                  <a:lnTo>
                    <a:pt x="288" y="228"/>
                  </a:lnTo>
                  <a:lnTo>
                    <a:pt x="286" y="231"/>
                  </a:lnTo>
                  <a:lnTo>
                    <a:pt x="286" y="231"/>
                  </a:lnTo>
                  <a:lnTo>
                    <a:pt x="286" y="231"/>
                  </a:lnTo>
                  <a:lnTo>
                    <a:pt x="286" y="231"/>
                  </a:lnTo>
                  <a:lnTo>
                    <a:pt x="286" y="231"/>
                  </a:lnTo>
                  <a:lnTo>
                    <a:pt x="286" y="231"/>
                  </a:lnTo>
                  <a:lnTo>
                    <a:pt x="284" y="235"/>
                  </a:lnTo>
                  <a:lnTo>
                    <a:pt x="284" y="237"/>
                  </a:lnTo>
                  <a:lnTo>
                    <a:pt x="286" y="244"/>
                  </a:lnTo>
                  <a:lnTo>
                    <a:pt x="286" y="246"/>
                  </a:lnTo>
                  <a:lnTo>
                    <a:pt x="286" y="246"/>
                  </a:lnTo>
                  <a:lnTo>
                    <a:pt x="284" y="248"/>
                  </a:lnTo>
                  <a:lnTo>
                    <a:pt x="284" y="251"/>
                  </a:lnTo>
                  <a:lnTo>
                    <a:pt x="284" y="253"/>
                  </a:lnTo>
                  <a:lnTo>
                    <a:pt x="281" y="253"/>
                  </a:lnTo>
                  <a:lnTo>
                    <a:pt x="281" y="253"/>
                  </a:lnTo>
                  <a:lnTo>
                    <a:pt x="281" y="255"/>
                  </a:lnTo>
                  <a:lnTo>
                    <a:pt x="281" y="255"/>
                  </a:lnTo>
                  <a:lnTo>
                    <a:pt x="281" y="257"/>
                  </a:lnTo>
                  <a:lnTo>
                    <a:pt x="281" y="257"/>
                  </a:lnTo>
                  <a:lnTo>
                    <a:pt x="281" y="257"/>
                  </a:lnTo>
                  <a:lnTo>
                    <a:pt x="281" y="257"/>
                  </a:lnTo>
                  <a:lnTo>
                    <a:pt x="281" y="257"/>
                  </a:lnTo>
                  <a:lnTo>
                    <a:pt x="279" y="257"/>
                  </a:lnTo>
                  <a:lnTo>
                    <a:pt x="279" y="257"/>
                  </a:lnTo>
                  <a:lnTo>
                    <a:pt x="279" y="257"/>
                  </a:lnTo>
                  <a:lnTo>
                    <a:pt x="279" y="257"/>
                  </a:lnTo>
                  <a:lnTo>
                    <a:pt x="279" y="257"/>
                  </a:lnTo>
                  <a:lnTo>
                    <a:pt x="279" y="257"/>
                  </a:lnTo>
                  <a:lnTo>
                    <a:pt x="279" y="257"/>
                  </a:lnTo>
                  <a:lnTo>
                    <a:pt x="277" y="257"/>
                  </a:lnTo>
                  <a:lnTo>
                    <a:pt x="277" y="257"/>
                  </a:lnTo>
                  <a:lnTo>
                    <a:pt x="277" y="257"/>
                  </a:lnTo>
                  <a:lnTo>
                    <a:pt x="277" y="257"/>
                  </a:lnTo>
                  <a:lnTo>
                    <a:pt x="277" y="257"/>
                  </a:lnTo>
                  <a:lnTo>
                    <a:pt x="277" y="257"/>
                  </a:lnTo>
                  <a:lnTo>
                    <a:pt x="277" y="257"/>
                  </a:lnTo>
                  <a:lnTo>
                    <a:pt x="275" y="259"/>
                  </a:lnTo>
                  <a:lnTo>
                    <a:pt x="275" y="259"/>
                  </a:lnTo>
                  <a:lnTo>
                    <a:pt x="275" y="262"/>
                  </a:lnTo>
                  <a:lnTo>
                    <a:pt x="273" y="264"/>
                  </a:lnTo>
                  <a:lnTo>
                    <a:pt x="270" y="264"/>
                  </a:lnTo>
                  <a:lnTo>
                    <a:pt x="270" y="264"/>
                  </a:lnTo>
                  <a:lnTo>
                    <a:pt x="270" y="266"/>
                  </a:lnTo>
                  <a:lnTo>
                    <a:pt x="270" y="266"/>
                  </a:lnTo>
                  <a:lnTo>
                    <a:pt x="270" y="268"/>
                  </a:lnTo>
                  <a:lnTo>
                    <a:pt x="270" y="268"/>
                  </a:lnTo>
                  <a:lnTo>
                    <a:pt x="270" y="271"/>
                  </a:lnTo>
                  <a:lnTo>
                    <a:pt x="270" y="273"/>
                  </a:lnTo>
                  <a:lnTo>
                    <a:pt x="270" y="273"/>
                  </a:lnTo>
                  <a:lnTo>
                    <a:pt x="270" y="273"/>
                  </a:lnTo>
                  <a:lnTo>
                    <a:pt x="270" y="273"/>
                  </a:lnTo>
                  <a:lnTo>
                    <a:pt x="270" y="275"/>
                  </a:lnTo>
                  <a:lnTo>
                    <a:pt x="273" y="275"/>
                  </a:lnTo>
                  <a:lnTo>
                    <a:pt x="275" y="275"/>
                  </a:lnTo>
                  <a:lnTo>
                    <a:pt x="275" y="275"/>
                  </a:lnTo>
                  <a:lnTo>
                    <a:pt x="277" y="277"/>
                  </a:lnTo>
                  <a:lnTo>
                    <a:pt x="277" y="277"/>
                  </a:lnTo>
                  <a:lnTo>
                    <a:pt x="277" y="277"/>
                  </a:lnTo>
                  <a:lnTo>
                    <a:pt x="277" y="279"/>
                  </a:lnTo>
                  <a:lnTo>
                    <a:pt x="279" y="277"/>
                  </a:lnTo>
                  <a:lnTo>
                    <a:pt x="279" y="277"/>
                  </a:lnTo>
                  <a:lnTo>
                    <a:pt x="279" y="277"/>
                  </a:lnTo>
                  <a:lnTo>
                    <a:pt x="279" y="275"/>
                  </a:lnTo>
                  <a:lnTo>
                    <a:pt x="279" y="275"/>
                  </a:lnTo>
                  <a:lnTo>
                    <a:pt x="279" y="275"/>
                  </a:lnTo>
                  <a:lnTo>
                    <a:pt x="279" y="275"/>
                  </a:lnTo>
                  <a:lnTo>
                    <a:pt x="279" y="273"/>
                  </a:lnTo>
                  <a:lnTo>
                    <a:pt x="279" y="273"/>
                  </a:lnTo>
                  <a:lnTo>
                    <a:pt x="277" y="273"/>
                  </a:lnTo>
                  <a:lnTo>
                    <a:pt x="275" y="271"/>
                  </a:lnTo>
                  <a:lnTo>
                    <a:pt x="275" y="271"/>
                  </a:lnTo>
                  <a:lnTo>
                    <a:pt x="275" y="271"/>
                  </a:lnTo>
                  <a:lnTo>
                    <a:pt x="275" y="271"/>
                  </a:lnTo>
                  <a:lnTo>
                    <a:pt x="275" y="268"/>
                  </a:lnTo>
                  <a:lnTo>
                    <a:pt x="277" y="268"/>
                  </a:lnTo>
                  <a:lnTo>
                    <a:pt x="279" y="268"/>
                  </a:lnTo>
                  <a:lnTo>
                    <a:pt x="279" y="268"/>
                  </a:lnTo>
                  <a:lnTo>
                    <a:pt x="281" y="266"/>
                  </a:lnTo>
                  <a:lnTo>
                    <a:pt x="281" y="266"/>
                  </a:lnTo>
                  <a:lnTo>
                    <a:pt x="281" y="266"/>
                  </a:lnTo>
                  <a:lnTo>
                    <a:pt x="284" y="266"/>
                  </a:lnTo>
                  <a:lnTo>
                    <a:pt x="284" y="266"/>
                  </a:lnTo>
                  <a:lnTo>
                    <a:pt x="284" y="266"/>
                  </a:lnTo>
                  <a:lnTo>
                    <a:pt x="286" y="266"/>
                  </a:lnTo>
                  <a:lnTo>
                    <a:pt x="286" y="264"/>
                  </a:lnTo>
                  <a:lnTo>
                    <a:pt x="288" y="266"/>
                  </a:lnTo>
                  <a:lnTo>
                    <a:pt x="290" y="266"/>
                  </a:lnTo>
                  <a:lnTo>
                    <a:pt x="293" y="266"/>
                  </a:lnTo>
                  <a:lnTo>
                    <a:pt x="293" y="268"/>
                  </a:lnTo>
                  <a:lnTo>
                    <a:pt x="295" y="271"/>
                  </a:lnTo>
                  <a:lnTo>
                    <a:pt x="297" y="273"/>
                  </a:lnTo>
                  <a:lnTo>
                    <a:pt x="299" y="273"/>
                  </a:lnTo>
                  <a:lnTo>
                    <a:pt x="299" y="273"/>
                  </a:lnTo>
                  <a:lnTo>
                    <a:pt x="301" y="273"/>
                  </a:lnTo>
                  <a:lnTo>
                    <a:pt x="301" y="273"/>
                  </a:lnTo>
                  <a:lnTo>
                    <a:pt x="301" y="275"/>
                  </a:lnTo>
                  <a:lnTo>
                    <a:pt x="301" y="275"/>
                  </a:lnTo>
                  <a:lnTo>
                    <a:pt x="301" y="275"/>
                  </a:lnTo>
                  <a:lnTo>
                    <a:pt x="301" y="275"/>
                  </a:lnTo>
                  <a:lnTo>
                    <a:pt x="304" y="275"/>
                  </a:lnTo>
                  <a:lnTo>
                    <a:pt x="315" y="259"/>
                  </a:lnTo>
                  <a:lnTo>
                    <a:pt x="330" y="242"/>
                  </a:lnTo>
                  <a:lnTo>
                    <a:pt x="350" y="226"/>
                  </a:lnTo>
                  <a:lnTo>
                    <a:pt x="357" y="222"/>
                  </a:lnTo>
                  <a:lnTo>
                    <a:pt x="359" y="220"/>
                  </a:lnTo>
                  <a:lnTo>
                    <a:pt x="359" y="220"/>
                  </a:lnTo>
                  <a:lnTo>
                    <a:pt x="361" y="217"/>
                  </a:lnTo>
                  <a:lnTo>
                    <a:pt x="363" y="217"/>
                  </a:lnTo>
                  <a:lnTo>
                    <a:pt x="366" y="217"/>
                  </a:lnTo>
                  <a:lnTo>
                    <a:pt x="368" y="217"/>
                  </a:lnTo>
                  <a:lnTo>
                    <a:pt x="368" y="215"/>
                  </a:lnTo>
                  <a:lnTo>
                    <a:pt x="370" y="215"/>
                  </a:lnTo>
                  <a:lnTo>
                    <a:pt x="370" y="213"/>
                  </a:lnTo>
                  <a:lnTo>
                    <a:pt x="372" y="211"/>
                  </a:lnTo>
                  <a:lnTo>
                    <a:pt x="372" y="209"/>
                  </a:lnTo>
                  <a:lnTo>
                    <a:pt x="375" y="209"/>
                  </a:lnTo>
                  <a:lnTo>
                    <a:pt x="372" y="209"/>
                  </a:lnTo>
                  <a:lnTo>
                    <a:pt x="372" y="209"/>
                  </a:lnTo>
                  <a:lnTo>
                    <a:pt x="372" y="209"/>
                  </a:lnTo>
                  <a:lnTo>
                    <a:pt x="370" y="209"/>
                  </a:lnTo>
                  <a:lnTo>
                    <a:pt x="370" y="209"/>
                  </a:lnTo>
                  <a:lnTo>
                    <a:pt x="370" y="206"/>
                  </a:lnTo>
                  <a:lnTo>
                    <a:pt x="368" y="206"/>
                  </a:lnTo>
                  <a:lnTo>
                    <a:pt x="366" y="206"/>
                  </a:lnTo>
                  <a:lnTo>
                    <a:pt x="366" y="204"/>
                  </a:lnTo>
                  <a:lnTo>
                    <a:pt x="366" y="204"/>
                  </a:lnTo>
                  <a:lnTo>
                    <a:pt x="366" y="204"/>
                  </a:lnTo>
                  <a:lnTo>
                    <a:pt x="366" y="204"/>
                  </a:lnTo>
                  <a:lnTo>
                    <a:pt x="368" y="202"/>
                  </a:lnTo>
                  <a:lnTo>
                    <a:pt x="368" y="202"/>
                  </a:lnTo>
                  <a:lnTo>
                    <a:pt x="368" y="202"/>
                  </a:lnTo>
                  <a:lnTo>
                    <a:pt x="366" y="202"/>
                  </a:lnTo>
                  <a:lnTo>
                    <a:pt x="366" y="202"/>
                  </a:lnTo>
                  <a:lnTo>
                    <a:pt x="366" y="202"/>
                  </a:lnTo>
                  <a:lnTo>
                    <a:pt x="366" y="200"/>
                  </a:lnTo>
                  <a:lnTo>
                    <a:pt x="366" y="200"/>
                  </a:lnTo>
                  <a:lnTo>
                    <a:pt x="366" y="200"/>
                  </a:lnTo>
                  <a:lnTo>
                    <a:pt x="366" y="197"/>
                  </a:lnTo>
                  <a:lnTo>
                    <a:pt x="366" y="197"/>
                  </a:lnTo>
                  <a:lnTo>
                    <a:pt x="366" y="195"/>
                  </a:lnTo>
                  <a:lnTo>
                    <a:pt x="366" y="195"/>
                  </a:lnTo>
                  <a:lnTo>
                    <a:pt x="366" y="193"/>
                  </a:lnTo>
                  <a:lnTo>
                    <a:pt x="366" y="193"/>
                  </a:lnTo>
                  <a:lnTo>
                    <a:pt x="368" y="193"/>
                  </a:lnTo>
                  <a:lnTo>
                    <a:pt x="368" y="195"/>
                  </a:lnTo>
                  <a:lnTo>
                    <a:pt x="370" y="195"/>
                  </a:lnTo>
                  <a:lnTo>
                    <a:pt x="370" y="197"/>
                  </a:lnTo>
                  <a:lnTo>
                    <a:pt x="370" y="197"/>
                  </a:lnTo>
                  <a:lnTo>
                    <a:pt x="370" y="200"/>
                  </a:lnTo>
                  <a:lnTo>
                    <a:pt x="370" y="202"/>
                  </a:lnTo>
                  <a:lnTo>
                    <a:pt x="370" y="204"/>
                  </a:lnTo>
                  <a:lnTo>
                    <a:pt x="370" y="204"/>
                  </a:lnTo>
                  <a:lnTo>
                    <a:pt x="372" y="206"/>
                  </a:lnTo>
                  <a:lnTo>
                    <a:pt x="372" y="206"/>
                  </a:lnTo>
                  <a:lnTo>
                    <a:pt x="372" y="206"/>
                  </a:lnTo>
                  <a:lnTo>
                    <a:pt x="372" y="204"/>
                  </a:lnTo>
                  <a:lnTo>
                    <a:pt x="372" y="204"/>
                  </a:lnTo>
                  <a:lnTo>
                    <a:pt x="372" y="204"/>
                  </a:lnTo>
                  <a:lnTo>
                    <a:pt x="372" y="202"/>
                  </a:lnTo>
                  <a:lnTo>
                    <a:pt x="375" y="200"/>
                  </a:lnTo>
                  <a:lnTo>
                    <a:pt x="375" y="197"/>
                  </a:lnTo>
                  <a:lnTo>
                    <a:pt x="375" y="195"/>
                  </a:lnTo>
                  <a:lnTo>
                    <a:pt x="377" y="193"/>
                  </a:lnTo>
                  <a:lnTo>
                    <a:pt x="377" y="193"/>
                  </a:lnTo>
                  <a:lnTo>
                    <a:pt x="377" y="191"/>
                  </a:lnTo>
                  <a:lnTo>
                    <a:pt x="379" y="189"/>
                  </a:lnTo>
                  <a:lnTo>
                    <a:pt x="379" y="189"/>
                  </a:lnTo>
                  <a:lnTo>
                    <a:pt x="381" y="186"/>
                  </a:lnTo>
                  <a:lnTo>
                    <a:pt x="381" y="184"/>
                  </a:lnTo>
                  <a:lnTo>
                    <a:pt x="381" y="184"/>
                  </a:lnTo>
                  <a:lnTo>
                    <a:pt x="381" y="182"/>
                  </a:lnTo>
                  <a:lnTo>
                    <a:pt x="381" y="177"/>
                  </a:lnTo>
                  <a:lnTo>
                    <a:pt x="381" y="175"/>
                  </a:lnTo>
                  <a:lnTo>
                    <a:pt x="383" y="171"/>
                  </a:lnTo>
                  <a:lnTo>
                    <a:pt x="383" y="171"/>
                  </a:lnTo>
                  <a:lnTo>
                    <a:pt x="383" y="171"/>
                  </a:lnTo>
                  <a:lnTo>
                    <a:pt x="383" y="171"/>
                  </a:lnTo>
                  <a:lnTo>
                    <a:pt x="386" y="169"/>
                  </a:lnTo>
                  <a:lnTo>
                    <a:pt x="386" y="169"/>
                  </a:lnTo>
                  <a:lnTo>
                    <a:pt x="386" y="169"/>
                  </a:lnTo>
                  <a:lnTo>
                    <a:pt x="383" y="166"/>
                  </a:lnTo>
                  <a:lnTo>
                    <a:pt x="383" y="166"/>
                  </a:lnTo>
                  <a:lnTo>
                    <a:pt x="383" y="166"/>
                  </a:lnTo>
                  <a:lnTo>
                    <a:pt x="383" y="164"/>
                  </a:lnTo>
                  <a:lnTo>
                    <a:pt x="383" y="160"/>
                  </a:lnTo>
                  <a:lnTo>
                    <a:pt x="386" y="158"/>
                  </a:lnTo>
                  <a:lnTo>
                    <a:pt x="388" y="155"/>
                  </a:lnTo>
                  <a:lnTo>
                    <a:pt x="388" y="153"/>
                  </a:lnTo>
                  <a:lnTo>
                    <a:pt x="388" y="153"/>
                  </a:lnTo>
                  <a:lnTo>
                    <a:pt x="386" y="153"/>
                  </a:lnTo>
                  <a:lnTo>
                    <a:pt x="386" y="153"/>
                  </a:lnTo>
                  <a:lnTo>
                    <a:pt x="386" y="153"/>
                  </a:lnTo>
                  <a:lnTo>
                    <a:pt x="386" y="153"/>
                  </a:lnTo>
                  <a:lnTo>
                    <a:pt x="386" y="153"/>
                  </a:lnTo>
                  <a:lnTo>
                    <a:pt x="386" y="151"/>
                  </a:lnTo>
                  <a:lnTo>
                    <a:pt x="388" y="151"/>
                  </a:lnTo>
                  <a:lnTo>
                    <a:pt x="386" y="151"/>
                  </a:lnTo>
                  <a:lnTo>
                    <a:pt x="383" y="146"/>
                  </a:lnTo>
                  <a:lnTo>
                    <a:pt x="383" y="146"/>
                  </a:lnTo>
                  <a:lnTo>
                    <a:pt x="383" y="146"/>
                  </a:lnTo>
                  <a:lnTo>
                    <a:pt x="383" y="146"/>
                  </a:lnTo>
                  <a:lnTo>
                    <a:pt x="383" y="144"/>
                  </a:lnTo>
                  <a:lnTo>
                    <a:pt x="383" y="144"/>
                  </a:lnTo>
                  <a:lnTo>
                    <a:pt x="383" y="144"/>
                  </a:lnTo>
                  <a:lnTo>
                    <a:pt x="383" y="142"/>
                  </a:lnTo>
                  <a:lnTo>
                    <a:pt x="383" y="142"/>
                  </a:lnTo>
                  <a:lnTo>
                    <a:pt x="383" y="140"/>
                  </a:lnTo>
                  <a:lnTo>
                    <a:pt x="383" y="140"/>
                  </a:lnTo>
                  <a:lnTo>
                    <a:pt x="381" y="138"/>
                  </a:lnTo>
                  <a:lnTo>
                    <a:pt x="381" y="135"/>
                  </a:lnTo>
                  <a:lnTo>
                    <a:pt x="381" y="135"/>
                  </a:lnTo>
                  <a:lnTo>
                    <a:pt x="383" y="133"/>
                  </a:lnTo>
                  <a:lnTo>
                    <a:pt x="386" y="133"/>
                  </a:lnTo>
                  <a:lnTo>
                    <a:pt x="386" y="133"/>
                  </a:lnTo>
                  <a:lnTo>
                    <a:pt x="386" y="131"/>
                  </a:lnTo>
                  <a:lnTo>
                    <a:pt x="386" y="131"/>
                  </a:lnTo>
                  <a:lnTo>
                    <a:pt x="386" y="129"/>
                  </a:lnTo>
                  <a:lnTo>
                    <a:pt x="383" y="129"/>
                  </a:lnTo>
                  <a:lnTo>
                    <a:pt x="381" y="122"/>
                  </a:lnTo>
                  <a:lnTo>
                    <a:pt x="381" y="122"/>
                  </a:lnTo>
                  <a:lnTo>
                    <a:pt x="381" y="120"/>
                  </a:lnTo>
                  <a:close/>
                </a:path>
              </a:pathLst>
            </a:custGeom>
            <a:solidFill>
              <a:srgbClr val="D6D9ED"/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0DD06496-A443-470E-8232-55A96C07B9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5" y="555"/>
              <a:ext cx="436" cy="488"/>
            </a:xfrm>
            <a:custGeom>
              <a:avLst/>
              <a:gdLst>
                <a:gd name="T0" fmla="*/ 398 w 436"/>
                <a:gd name="T1" fmla="*/ 273 h 488"/>
                <a:gd name="T2" fmla="*/ 383 w 436"/>
                <a:gd name="T3" fmla="*/ 259 h 488"/>
                <a:gd name="T4" fmla="*/ 374 w 436"/>
                <a:gd name="T5" fmla="*/ 248 h 488"/>
                <a:gd name="T6" fmla="*/ 372 w 436"/>
                <a:gd name="T7" fmla="*/ 235 h 488"/>
                <a:gd name="T8" fmla="*/ 367 w 436"/>
                <a:gd name="T9" fmla="*/ 217 h 488"/>
                <a:gd name="T10" fmla="*/ 358 w 436"/>
                <a:gd name="T11" fmla="*/ 197 h 488"/>
                <a:gd name="T12" fmla="*/ 358 w 436"/>
                <a:gd name="T13" fmla="*/ 158 h 488"/>
                <a:gd name="T14" fmla="*/ 361 w 436"/>
                <a:gd name="T15" fmla="*/ 151 h 488"/>
                <a:gd name="T16" fmla="*/ 365 w 436"/>
                <a:gd name="T17" fmla="*/ 135 h 488"/>
                <a:gd name="T18" fmla="*/ 376 w 436"/>
                <a:gd name="T19" fmla="*/ 113 h 488"/>
                <a:gd name="T20" fmla="*/ 387 w 436"/>
                <a:gd name="T21" fmla="*/ 95 h 488"/>
                <a:gd name="T22" fmla="*/ 378 w 436"/>
                <a:gd name="T23" fmla="*/ 82 h 488"/>
                <a:gd name="T24" fmla="*/ 376 w 436"/>
                <a:gd name="T25" fmla="*/ 67 h 488"/>
                <a:gd name="T26" fmla="*/ 363 w 436"/>
                <a:gd name="T27" fmla="*/ 60 h 488"/>
                <a:gd name="T28" fmla="*/ 354 w 436"/>
                <a:gd name="T29" fmla="*/ 58 h 488"/>
                <a:gd name="T30" fmla="*/ 343 w 436"/>
                <a:gd name="T31" fmla="*/ 56 h 488"/>
                <a:gd name="T32" fmla="*/ 352 w 436"/>
                <a:gd name="T33" fmla="*/ 40 h 488"/>
                <a:gd name="T34" fmla="*/ 347 w 436"/>
                <a:gd name="T35" fmla="*/ 9 h 488"/>
                <a:gd name="T36" fmla="*/ 321 w 436"/>
                <a:gd name="T37" fmla="*/ 7 h 488"/>
                <a:gd name="T38" fmla="*/ 299 w 436"/>
                <a:gd name="T39" fmla="*/ 5 h 488"/>
                <a:gd name="T40" fmla="*/ 285 w 436"/>
                <a:gd name="T41" fmla="*/ 47 h 488"/>
                <a:gd name="T42" fmla="*/ 259 w 436"/>
                <a:gd name="T43" fmla="*/ 60 h 488"/>
                <a:gd name="T44" fmla="*/ 239 w 436"/>
                <a:gd name="T45" fmla="*/ 76 h 488"/>
                <a:gd name="T46" fmla="*/ 214 w 436"/>
                <a:gd name="T47" fmla="*/ 82 h 488"/>
                <a:gd name="T48" fmla="*/ 172 w 436"/>
                <a:gd name="T49" fmla="*/ 82 h 488"/>
                <a:gd name="T50" fmla="*/ 150 w 436"/>
                <a:gd name="T51" fmla="*/ 95 h 488"/>
                <a:gd name="T52" fmla="*/ 148 w 436"/>
                <a:gd name="T53" fmla="*/ 122 h 488"/>
                <a:gd name="T54" fmla="*/ 119 w 436"/>
                <a:gd name="T55" fmla="*/ 107 h 488"/>
                <a:gd name="T56" fmla="*/ 77 w 436"/>
                <a:gd name="T57" fmla="*/ 98 h 488"/>
                <a:gd name="T58" fmla="*/ 42 w 436"/>
                <a:gd name="T59" fmla="*/ 82 h 488"/>
                <a:gd name="T60" fmla="*/ 2 w 436"/>
                <a:gd name="T61" fmla="*/ 80 h 488"/>
                <a:gd name="T62" fmla="*/ 28 w 436"/>
                <a:gd name="T63" fmla="*/ 109 h 488"/>
                <a:gd name="T64" fmla="*/ 44 w 436"/>
                <a:gd name="T65" fmla="*/ 149 h 488"/>
                <a:gd name="T66" fmla="*/ 57 w 436"/>
                <a:gd name="T67" fmla="*/ 200 h 488"/>
                <a:gd name="T68" fmla="*/ 106 w 436"/>
                <a:gd name="T69" fmla="*/ 213 h 488"/>
                <a:gd name="T70" fmla="*/ 121 w 436"/>
                <a:gd name="T71" fmla="*/ 226 h 488"/>
                <a:gd name="T72" fmla="*/ 137 w 436"/>
                <a:gd name="T73" fmla="*/ 237 h 488"/>
                <a:gd name="T74" fmla="*/ 157 w 436"/>
                <a:gd name="T75" fmla="*/ 246 h 488"/>
                <a:gd name="T76" fmla="*/ 148 w 436"/>
                <a:gd name="T77" fmla="*/ 266 h 488"/>
                <a:gd name="T78" fmla="*/ 161 w 436"/>
                <a:gd name="T79" fmla="*/ 286 h 488"/>
                <a:gd name="T80" fmla="*/ 168 w 436"/>
                <a:gd name="T81" fmla="*/ 330 h 488"/>
                <a:gd name="T82" fmla="*/ 168 w 436"/>
                <a:gd name="T83" fmla="*/ 353 h 488"/>
                <a:gd name="T84" fmla="*/ 168 w 436"/>
                <a:gd name="T85" fmla="*/ 377 h 488"/>
                <a:gd name="T86" fmla="*/ 170 w 436"/>
                <a:gd name="T87" fmla="*/ 399 h 488"/>
                <a:gd name="T88" fmla="*/ 179 w 436"/>
                <a:gd name="T89" fmla="*/ 419 h 488"/>
                <a:gd name="T90" fmla="*/ 179 w 436"/>
                <a:gd name="T91" fmla="*/ 437 h 488"/>
                <a:gd name="T92" fmla="*/ 170 w 436"/>
                <a:gd name="T93" fmla="*/ 441 h 488"/>
                <a:gd name="T94" fmla="*/ 192 w 436"/>
                <a:gd name="T95" fmla="*/ 461 h 488"/>
                <a:gd name="T96" fmla="*/ 210 w 436"/>
                <a:gd name="T97" fmla="*/ 474 h 488"/>
                <a:gd name="T98" fmla="*/ 219 w 436"/>
                <a:gd name="T99" fmla="*/ 485 h 488"/>
                <a:gd name="T100" fmla="*/ 234 w 436"/>
                <a:gd name="T101" fmla="*/ 479 h 488"/>
                <a:gd name="T102" fmla="*/ 237 w 436"/>
                <a:gd name="T103" fmla="*/ 452 h 488"/>
                <a:gd name="T104" fmla="*/ 245 w 436"/>
                <a:gd name="T105" fmla="*/ 432 h 488"/>
                <a:gd name="T106" fmla="*/ 265 w 436"/>
                <a:gd name="T107" fmla="*/ 421 h 488"/>
                <a:gd name="T108" fmla="*/ 283 w 436"/>
                <a:gd name="T109" fmla="*/ 426 h 488"/>
                <a:gd name="T110" fmla="*/ 296 w 436"/>
                <a:gd name="T111" fmla="*/ 441 h 488"/>
                <a:gd name="T112" fmla="*/ 310 w 436"/>
                <a:gd name="T113" fmla="*/ 446 h 488"/>
                <a:gd name="T114" fmla="*/ 319 w 436"/>
                <a:gd name="T115" fmla="*/ 439 h 488"/>
                <a:gd name="T116" fmla="*/ 325 w 436"/>
                <a:gd name="T117" fmla="*/ 426 h 488"/>
                <a:gd name="T118" fmla="*/ 330 w 436"/>
                <a:gd name="T119" fmla="*/ 408 h 488"/>
                <a:gd name="T120" fmla="*/ 339 w 436"/>
                <a:gd name="T121" fmla="*/ 388 h 488"/>
                <a:gd name="T122" fmla="*/ 350 w 436"/>
                <a:gd name="T123" fmla="*/ 370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36" h="488">
                  <a:moveTo>
                    <a:pt x="429" y="288"/>
                  </a:moveTo>
                  <a:lnTo>
                    <a:pt x="427" y="288"/>
                  </a:lnTo>
                  <a:lnTo>
                    <a:pt x="414" y="286"/>
                  </a:lnTo>
                  <a:lnTo>
                    <a:pt x="409" y="284"/>
                  </a:lnTo>
                  <a:lnTo>
                    <a:pt x="407" y="284"/>
                  </a:lnTo>
                  <a:lnTo>
                    <a:pt x="407" y="282"/>
                  </a:lnTo>
                  <a:lnTo>
                    <a:pt x="405" y="279"/>
                  </a:lnTo>
                  <a:lnTo>
                    <a:pt x="405" y="277"/>
                  </a:lnTo>
                  <a:lnTo>
                    <a:pt x="403" y="277"/>
                  </a:lnTo>
                  <a:lnTo>
                    <a:pt x="403" y="277"/>
                  </a:lnTo>
                  <a:lnTo>
                    <a:pt x="403" y="275"/>
                  </a:lnTo>
                  <a:lnTo>
                    <a:pt x="403" y="273"/>
                  </a:lnTo>
                  <a:lnTo>
                    <a:pt x="401" y="273"/>
                  </a:lnTo>
                  <a:lnTo>
                    <a:pt x="401" y="275"/>
                  </a:lnTo>
                  <a:lnTo>
                    <a:pt x="398" y="273"/>
                  </a:lnTo>
                  <a:lnTo>
                    <a:pt x="398" y="273"/>
                  </a:lnTo>
                  <a:lnTo>
                    <a:pt x="398" y="273"/>
                  </a:lnTo>
                  <a:lnTo>
                    <a:pt x="398" y="273"/>
                  </a:lnTo>
                  <a:lnTo>
                    <a:pt x="398" y="271"/>
                  </a:lnTo>
                  <a:lnTo>
                    <a:pt x="396" y="271"/>
                  </a:lnTo>
                  <a:lnTo>
                    <a:pt x="396" y="271"/>
                  </a:lnTo>
                  <a:lnTo>
                    <a:pt x="396" y="271"/>
                  </a:lnTo>
                  <a:lnTo>
                    <a:pt x="394" y="268"/>
                  </a:lnTo>
                  <a:lnTo>
                    <a:pt x="394" y="268"/>
                  </a:lnTo>
                  <a:lnTo>
                    <a:pt x="392" y="266"/>
                  </a:lnTo>
                  <a:lnTo>
                    <a:pt x="390" y="264"/>
                  </a:lnTo>
                  <a:lnTo>
                    <a:pt x="387" y="262"/>
                  </a:lnTo>
                  <a:lnTo>
                    <a:pt x="387" y="259"/>
                  </a:lnTo>
                  <a:lnTo>
                    <a:pt x="385" y="259"/>
                  </a:lnTo>
                  <a:lnTo>
                    <a:pt x="383" y="259"/>
                  </a:lnTo>
                  <a:lnTo>
                    <a:pt x="383" y="259"/>
                  </a:lnTo>
                  <a:lnTo>
                    <a:pt x="381" y="259"/>
                  </a:lnTo>
                  <a:lnTo>
                    <a:pt x="381" y="259"/>
                  </a:lnTo>
                  <a:lnTo>
                    <a:pt x="378" y="259"/>
                  </a:lnTo>
                  <a:lnTo>
                    <a:pt x="378" y="259"/>
                  </a:lnTo>
                  <a:lnTo>
                    <a:pt x="376" y="257"/>
                  </a:lnTo>
                  <a:lnTo>
                    <a:pt x="376" y="255"/>
                  </a:lnTo>
                  <a:lnTo>
                    <a:pt x="378" y="255"/>
                  </a:lnTo>
                  <a:lnTo>
                    <a:pt x="381" y="251"/>
                  </a:lnTo>
                  <a:lnTo>
                    <a:pt x="381" y="251"/>
                  </a:lnTo>
                  <a:lnTo>
                    <a:pt x="381" y="251"/>
                  </a:lnTo>
                  <a:lnTo>
                    <a:pt x="378" y="251"/>
                  </a:lnTo>
                  <a:lnTo>
                    <a:pt x="378" y="251"/>
                  </a:lnTo>
                  <a:lnTo>
                    <a:pt x="376" y="248"/>
                  </a:lnTo>
                  <a:lnTo>
                    <a:pt x="374" y="248"/>
                  </a:lnTo>
                  <a:lnTo>
                    <a:pt x="374" y="251"/>
                  </a:lnTo>
                  <a:lnTo>
                    <a:pt x="372" y="251"/>
                  </a:lnTo>
                  <a:lnTo>
                    <a:pt x="372" y="248"/>
                  </a:lnTo>
                  <a:lnTo>
                    <a:pt x="372" y="248"/>
                  </a:lnTo>
                  <a:lnTo>
                    <a:pt x="372" y="246"/>
                  </a:lnTo>
                  <a:lnTo>
                    <a:pt x="372" y="244"/>
                  </a:lnTo>
                  <a:lnTo>
                    <a:pt x="372" y="244"/>
                  </a:lnTo>
                  <a:lnTo>
                    <a:pt x="372" y="242"/>
                  </a:lnTo>
                  <a:lnTo>
                    <a:pt x="372" y="242"/>
                  </a:lnTo>
                  <a:lnTo>
                    <a:pt x="372" y="242"/>
                  </a:lnTo>
                  <a:lnTo>
                    <a:pt x="372" y="240"/>
                  </a:lnTo>
                  <a:lnTo>
                    <a:pt x="372" y="240"/>
                  </a:lnTo>
                  <a:lnTo>
                    <a:pt x="374" y="237"/>
                  </a:lnTo>
                  <a:lnTo>
                    <a:pt x="374" y="237"/>
                  </a:lnTo>
                  <a:lnTo>
                    <a:pt x="372" y="235"/>
                  </a:lnTo>
                  <a:lnTo>
                    <a:pt x="372" y="235"/>
                  </a:lnTo>
                  <a:lnTo>
                    <a:pt x="372" y="233"/>
                  </a:lnTo>
                  <a:lnTo>
                    <a:pt x="372" y="233"/>
                  </a:lnTo>
                  <a:lnTo>
                    <a:pt x="374" y="231"/>
                  </a:lnTo>
                  <a:lnTo>
                    <a:pt x="374" y="231"/>
                  </a:lnTo>
                  <a:lnTo>
                    <a:pt x="374" y="231"/>
                  </a:lnTo>
                  <a:lnTo>
                    <a:pt x="372" y="228"/>
                  </a:lnTo>
                  <a:lnTo>
                    <a:pt x="372" y="224"/>
                  </a:lnTo>
                  <a:lnTo>
                    <a:pt x="372" y="222"/>
                  </a:lnTo>
                  <a:lnTo>
                    <a:pt x="372" y="220"/>
                  </a:lnTo>
                  <a:lnTo>
                    <a:pt x="372" y="217"/>
                  </a:lnTo>
                  <a:lnTo>
                    <a:pt x="370" y="217"/>
                  </a:lnTo>
                  <a:lnTo>
                    <a:pt x="370" y="217"/>
                  </a:lnTo>
                  <a:lnTo>
                    <a:pt x="367" y="217"/>
                  </a:lnTo>
                  <a:lnTo>
                    <a:pt x="367" y="217"/>
                  </a:lnTo>
                  <a:lnTo>
                    <a:pt x="365" y="215"/>
                  </a:lnTo>
                  <a:lnTo>
                    <a:pt x="363" y="213"/>
                  </a:lnTo>
                  <a:lnTo>
                    <a:pt x="361" y="213"/>
                  </a:lnTo>
                  <a:lnTo>
                    <a:pt x="361" y="211"/>
                  </a:lnTo>
                  <a:lnTo>
                    <a:pt x="361" y="211"/>
                  </a:lnTo>
                  <a:lnTo>
                    <a:pt x="361" y="208"/>
                  </a:lnTo>
                  <a:lnTo>
                    <a:pt x="361" y="208"/>
                  </a:lnTo>
                  <a:lnTo>
                    <a:pt x="361" y="208"/>
                  </a:lnTo>
                  <a:lnTo>
                    <a:pt x="361" y="206"/>
                  </a:lnTo>
                  <a:lnTo>
                    <a:pt x="361" y="206"/>
                  </a:lnTo>
                  <a:lnTo>
                    <a:pt x="358" y="200"/>
                  </a:lnTo>
                  <a:lnTo>
                    <a:pt x="358" y="200"/>
                  </a:lnTo>
                  <a:lnTo>
                    <a:pt x="358" y="197"/>
                  </a:lnTo>
                  <a:lnTo>
                    <a:pt x="358" y="197"/>
                  </a:lnTo>
                  <a:lnTo>
                    <a:pt x="358" y="197"/>
                  </a:lnTo>
                  <a:lnTo>
                    <a:pt x="356" y="197"/>
                  </a:lnTo>
                  <a:lnTo>
                    <a:pt x="356" y="195"/>
                  </a:lnTo>
                  <a:lnTo>
                    <a:pt x="356" y="195"/>
                  </a:lnTo>
                  <a:lnTo>
                    <a:pt x="356" y="195"/>
                  </a:lnTo>
                  <a:lnTo>
                    <a:pt x="356" y="195"/>
                  </a:lnTo>
                  <a:lnTo>
                    <a:pt x="356" y="195"/>
                  </a:lnTo>
                  <a:lnTo>
                    <a:pt x="354" y="191"/>
                  </a:lnTo>
                  <a:lnTo>
                    <a:pt x="354" y="189"/>
                  </a:lnTo>
                  <a:lnTo>
                    <a:pt x="354" y="177"/>
                  </a:lnTo>
                  <a:lnTo>
                    <a:pt x="356" y="171"/>
                  </a:lnTo>
                  <a:lnTo>
                    <a:pt x="356" y="169"/>
                  </a:lnTo>
                  <a:lnTo>
                    <a:pt x="356" y="164"/>
                  </a:lnTo>
                  <a:lnTo>
                    <a:pt x="356" y="162"/>
                  </a:lnTo>
                  <a:lnTo>
                    <a:pt x="356" y="162"/>
                  </a:lnTo>
                  <a:lnTo>
                    <a:pt x="358" y="158"/>
                  </a:lnTo>
                  <a:lnTo>
                    <a:pt x="358" y="158"/>
                  </a:lnTo>
                  <a:lnTo>
                    <a:pt x="361" y="158"/>
                  </a:lnTo>
                  <a:lnTo>
                    <a:pt x="361" y="158"/>
                  </a:lnTo>
                  <a:lnTo>
                    <a:pt x="361" y="158"/>
                  </a:lnTo>
                  <a:lnTo>
                    <a:pt x="361" y="155"/>
                  </a:lnTo>
                  <a:lnTo>
                    <a:pt x="361" y="155"/>
                  </a:lnTo>
                  <a:lnTo>
                    <a:pt x="358" y="155"/>
                  </a:lnTo>
                  <a:lnTo>
                    <a:pt x="361" y="155"/>
                  </a:lnTo>
                  <a:lnTo>
                    <a:pt x="361" y="155"/>
                  </a:lnTo>
                  <a:lnTo>
                    <a:pt x="361" y="155"/>
                  </a:lnTo>
                  <a:lnTo>
                    <a:pt x="361" y="153"/>
                  </a:lnTo>
                  <a:lnTo>
                    <a:pt x="361" y="153"/>
                  </a:lnTo>
                  <a:lnTo>
                    <a:pt x="361" y="153"/>
                  </a:lnTo>
                  <a:lnTo>
                    <a:pt x="361" y="151"/>
                  </a:lnTo>
                  <a:lnTo>
                    <a:pt x="361" y="151"/>
                  </a:lnTo>
                  <a:lnTo>
                    <a:pt x="361" y="151"/>
                  </a:lnTo>
                  <a:lnTo>
                    <a:pt x="361" y="151"/>
                  </a:lnTo>
                  <a:lnTo>
                    <a:pt x="363" y="146"/>
                  </a:lnTo>
                  <a:lnTo>
                    <a:pt x="363" y="146"/>
                  </a:lnTo>
                  <a:lnTo>
                    <a:pt x="365" y="142"/>
                  </a:lnTo>
                  <a:lnTo>
                    <a:pt x="365" y="140"/>
                  </a:lnTo>
                  <a:lnTo>
                    <a:pt x="365" y="140"/>
                  </a:lnTo>
                  <a:lnTo>
                    <a:pt x="365" y="140"/>
                  </a:lnTo>
                  <a:lnTo>
                    <a:pt x="367" y="140"/>
                  </a:lnTo>
                  <a:lnTo>
                    <a:pt x="367" y="140"/>
                  </a:lnTo>
                  <a:lnTo>
                    <a:pt x="367" y="140"/>
                  </a:lnTo>
                  <a:lnTo>
                    <a:pt x="367" y="138"/>
                  </a:lnTo>
                  <a:lnTo>
                    <a:pt x="367" y="138"/>
                  </a:lnTo>
                  <a:lnTo>
                    <a:pt x="367" y="135"/>
                  </a:lnTo>
                  <a:lnTo>
                    <a:pt x="365" y="135"/>
                  </a:lnTo>
                  <a:lnTo>
                    <a:pt x="365" y="133"/>
                  </a:lnTo>
                  <a:lnTo>
                    <a:pt x="367" y="131"/>
                  </a:lnTo>
                  <a:lnTo>
                    <a:pt x="367" y="129"/>
                  </a:lnTo>
                  <a:lnTo>
                    <a:pt x="365" y="126"/>
                  </a:lnTo>
                  <a:lnTo>
                    <a:pt x="363" y="126"/>
                  </a:lnTo>
                  <a:lnTo>
                    <a:pt x="363" y="124"/>
                  </a:lnTo>
                  <a:lnTo>
                    <a:pt x="365" y="122"/>
                  </a:lnTo>
                  <a:lnTo>
                    <a:pt x="372" y="120"/>
                  </a:lnTo>
                  <a:lnTo>
                    <a:pt x="374" y="118"/>
                  </a:lnTo>
                  <a:lnTo>
                    <a:pt x="376" y="115"/>
                  </a:lnTo>
                  <a:lnTo>
                    <a:pt x="376" y="115"/>
                  </a:lnTo>
                  <a:lnTo>
                    <a:pt x="376" y="115"/>
                  </a:lnTo>
                  <a:lnTo>
                    <a:pt x="376" y="113"/>
                  </a:lnTo>
                  <a:lnTo>
                    <a:pt x="376" y="113"/>
                  </a:lnTo>
                  <a:lnTo>
                    <a:pt x="376" y="113"/>
                  </a:lnTo>
                  <a:lnTo>
                    <a:pt x="378" y="111"/>
                  </a:lnTo>
                  <a:lnTo>
                    <a:pt x="378" y="109"/>
                  </a:lnTo>
                  <a:lnTo>
                    <a:pt x="383" y="109"/>
                  </a:lnTo>
                  <a:lnTo>
                    <a:pt x="383" y="107"/>
                  </a:lnTo>
                  <a:lnTo>
                    <a:pt x="383" y="107"/>
                  </a:lnTo>
                  <a:lnTo>
                    <a:pt x="383" y="104"/>
                  </a:lnTo>
                  <a:lnTo>
                    <a:pt x="383" y="104"/>
                  </a:lnTo>
                  <a:lnTo>
                    <a:pt x="383" y="102"/>
                  </a:lnTo>
                  <a:lnTo>
                    <a:pt x="385" y="100"/>
                  </a:lnTo>
                  <a:lnTo>
                    <a:pt x="385" y="100"/>
                  </a:lnTo>
                  <a:lnTo>
                    <a:pt x="387" y="98"/>
                  </a:lnTo>
                  <a:lnTo>
                    <a:pt x="387" y="98"/>
                  </a:lnTo>
                  <a:lnTo>
                    <a:pt x="387" y="98"/>
                  </a:lnTo>
                  <a:lnTo>
                    <a:pt x="390" y="98"/>
                  </a:lnTo>
                  <a:lnTo>
                    <a:pt x="387" y="95"/>
                  </a:lnTo>
                  <a:lnTo>
                    <a:pt x="387" y="95"/>
                  </a:lnTo>
                  <a:lnTo>
                    <a:pt x="387" y="95"/>
                  </a:lnTo>
                  <a:lnTo>
                    <a:pt x="385" y="95"/>
                  </a:lnTo>
                  <a:lnTo>
                    <a:pt x="383" y="95"/>
                  </a:lnTo>
                  <a:lnTo>
                    <a:pt x="383" y="95"/>
                  </a:lnTo>
                  <a:lnTo>
                    <a:pt x="383" y="93"/>
                  </a:lnTo>
                  <a:lnTo>
                    <a:pt x="383" y="93"/>
                  </a:lnTo>
                  <a:lnTo>
                    <a:pt x="383" y="93"/>
                  </a:lnTo>
                  <a:lnTo>
                    <a:pt x="381" y="91"/>
                  </a:lnTo>
                  <a:lnTo>
                    <a:pt x="378" y="89"/>
                  </a:lnTo>
                  <a:lnTo>
                    <a:pt x="378" y="87"/>
                  </a:lnTo>
                  <a:lnTo>
                    <a:pt x="378" y="84"/>
                  </a:lnTo>
                  <a:lnTo>
                    <a:pt x="381" y="84"/>
                  </a:lnTo>
                  <a:lnTo>
                    <a:pt x="381" y="82"/>
                  </a:lnTo>
                  <a:lnTo>
                    <a:pt x="378" y="82"/>
                  </a:lnTo>
                  <a:lnTo>
                    <a:pt x="374" y="80"/>
                  </a:lnTo>
                  <a:lnTo>
                    <a:pt x="374" y="80"/>
                  </a:lnTo>
                  <a:lnTo>
                    <a:pt x="374" y="78"/>
                  </a:lnTo>
                  <a:lnTo>
                    <a:pt x="372" y="78"/>
                  </a:lnTo>
                  <a:lnTo>
                    <a:pt x="372" y="76"/>
                  </a:lnTo>
                  <a:lnTo>
                    <a:pt x="374" y="76"/>
                  </a:lnTo>
                  <a:lnTo>
                    <a:pt x="374" y="76"/>
                  </a:lnTo>
                  <a:lnTo>
                    <a:pt x="374" y="73"/>
                  </a:lnTo>
                  <a:lnTo>
                    <a:pt x="374" y="73"/>
                  </a:lnTo>
                  <a:lnTo>
                    <a:pt x="374" y="73"/>
                  </a:lnTo>
                  <a:lnTo>
                    <a:pt x="374" y="73"/>
                  </a:lnTo>
                  <a:lnTo>
                    <a:pt x="374" y="71"/>
                  </a:lnTo>
                  <a:lnTo>
                    <a:pt x="374" y="71"/>
                  </a:lnTo>
                  <a:lnTo>
                    <a:pt x="376" y="69"/>
                  </a:lnTo>
                  <a:lnTo>
                    <a:pt x="376" y="67"/>
                  </a:lnTo>
                  <a:lnTo>
                    <a:pt x="376" y="67"/>
                  </a:lnTo>
                  <a:lnTo>
                    <a:pt x="376" y="64"/>
                  </a:lnTo>
                  <a:lnTo>
                    <a:pt x="376" y="64"/>
                  </a:lnTo>
                  <a:lnTo>
                    <a:pt x="376" y="64"/>
                  </a:lnTo>
                  <a:lnTo>
                    <a:pt x="374" y="64"/>
                  </a:lnTo>
                  <a:lnTo>
                    <a:pt x="374" y="64"/>
                  </a:lnTo>
                  <a:lnTo>
                    <a:pt x="374" y="62"/>
                  </a:lnTo>
                  <a:lnTo>
                    <a:pt x="374" y="62"/>
                  </a:lnTo>
                  <a:lnTo>
                    <a:pt x="370" y="60"/>
                  </a:lnTo>
                  <a:lnTo>
                    <a:pt x="367" y="58"/>
                  </a:lnTo>
                  <a:lnTo>
                    <a:pt x="367" y="60"/>
                  </a:lnTo>
                  <a:lnTo>
                    <a:pt x="367" y="60"/>
                  </a:lnTo>
                  <a:lnTo>
                    <a:pt x="365" y="60"/>
                  </a:lnTo>
                  <a:lnTo>
                    <a:pt x="365" y="60"/>
                  </a:lnTo>
                  <a:lnTo>
                    <a:pt x="363" y="60"/>
                  </a:lnTo>
                  <a:lnTo>
                    <a:pt x="363" y="60"/>
                  </a:lnTo>
                  <a:lnTo>
                    <a:pt x="363" y="58"/>
                  </a:lnTo>
                  <a:lnTo>
                    <a:pt x="363" y="58"/>
                  </a:lnTo>
                  <a:lnTo>
                    <a:pt x="363" y="58"/>
                  </a:lnTo>
                  <a:lnTo>
                    <a:pt x="363" y="58"/>
                  </a:lnTo>
                  <a:lnTo>
                    <a:pt x="361" y="58"/>
                  </a:lnTo>
                  <a:lnTo>
                    <a:pt x="361" y="58"/>
                  </a:lnTo>
                  <a:lnTo>
                    <a:pt x="361" y="58"/>
                  </a:lnTo>
                  <a:lnTo>
                    <a:pt x="358" y="56"/>
                  </a:lnTo>
                  <a:lnTo>
                    <a:pt x="358" y="56"/>
                  </a:lnTo>
                  <a:lnTo>
                    <a:pt x="356" y="56"/>
                  </a:lnTo>
                  <a:lnTo>
                    <a:pt x="356" y="56"/>
                  </a:lnTo>
                  <a:lnTo>
                    <a:pt x="356" y="56"/>
                  </a:lnTo>
                  <a:lnTo>
                    <a:pt x="356" y="56"/>
                  </a:lnTo>
                  <a:lnTo>
                    <a:pt x="354" y="58"/>
                  </a:lnTo>
                  <a:lnTo>
                    <a:pt x="354" y="58"/>
                  </a:lnTo>
                  <a:lnTo>
                    <a:pt x="352" y="56"/>
                  </a:lnTo>
                  <a:lnTo>
                    <a:pt x="352" y="56"/>
                  </a:lnTo>
                  <a:lnTo>
                    <a:pt x="350" y="58"/>
                  </a:lnTo>
                  <a:lnTo>
                    <a:pt x="350" y="58"/>
                  </a:lnTo>
                  <a:lnTo>
                    <a:pt x="350" y="56"/>
                  </a:lnTo>
                  <a:lnTo>
                    <a:pt x="347" y="56"/>
                  </a:lnTo>
                  <a:lnTo>
                    <a:pt x="347" y="53"/>
                  </a:lnTo>
                  <a:lnTo>
                    <a:pt x="347" y="53"/>
                  </a:lnTo>
                  <a:lnTo>
                    <a:pt x="345" y="56"/>
                  </a:lnTo>
                  <a:lnTo>
                    <a:pt x="345" y="56"/>
                  </a:lnTo>
                  <a:lnTo>
                    <a:pt x="345" y="56"/>
                  </a:lnTo>
                  <a:lnTo>
                    <a:pt x="345" y="56"/>
                  </a:lnTo>
                  <a:lnTo>
                    <a:pt x="343" y="56"/>
                  </a:lnTo>
                  <a:lnTo>
                    <a:pt x="343" y="56"/>
                  </a:lnTo>
                  <a:lnTo>
                    <a:pt x="343" y="53"/>
                  </a:lnTo>
                  <a:lnTo>
                    <a:pt x="341" y="53"/>
                  </a:lnTo>
                  <a:lnTo>
                    <a:pt x="343" y="51"/>
                  </a:lnTo>
                  <a:lnTo>
                    <a:pt x="343" y="49"/>
                  </a:lnTo>
                  <a:lnTo>
                    <a:pt x="345" y="49"/>
                  </a:lnTo>
                  <a:lnTo>
                    <a:pt x="345" y="49"/>
                  </a:lnTo>
                  <a:lnTo>
                    <a:pt x="347" y="49"/>
                  </a:lnTo>
                  <a:lnTo>
                    <a:pt x="347" y="49"/>
                  </a:lnTo>
                  <a:lnTo>
                    <a:pt x="347" y="47"/>
                  </a:lnTo>
                  <a:lnTo>
                    <a:pt x="347" y="47"/>
                  </a:lnTo>
                  <a:lnTo>
                    <a:pt x="347" y="47"/>
                  </a:lnTo>
                  <a:lnTo>
                    <a:pt x="347" y="44"/>
                  </a:lnTo>
                  <a:lnTo>
                    <a:pt x="350" y="42"/>
                  </a:lnTo>
                  <a:lnTo>
                    <a:pt x="352" y="40"/>
                  </a:lnTo>
                  <a:lnTo>
                    <a:pt x="352" y="40"/>
                  </a:lnTo>
                  <a:lnTo>
                    <a:pt x="352" y="38"/>
                  </a:lnTo>
                  <a:lnTo>
                    <a:pt x="352" y="36"/>
                  </a:lnTo>
                  <a:lnTo>
                    <a:pt x="352" y="31"/>
                  </a:lnTo>
                  <a:lnTo>
                    <a:pt x="352" y="27"/>
                  </a:lnTo>
                  <a:lnTo>
                    <a:pt x="354" y="25"/>
                  </a:lnTo>
                  <a:lnTo>
                    <a:pt x="354" y="25"/>
                  </a:lnTo>
                  <a:lnTo>
                    <a:pt x="354" y="22"/>
                  </a:lnTo>
                  <a:lnTo>
                    <a:pt x="354" y="20"/>
                  </a:lnTo>
                  <a:lnTo>
                    <a:pt x="354" y="16"/>
                  </a:lnTo>
                  <a:lnTo>
                    <a:pt x="354" y="13"/>
                  </a:lnTo>
                  <a:lnTo>
                    <a:pt x="354" y="13"/>
                  </a:lnTo>
                  <a:lnTo>
                    <a:pt x="350" y="11"/>
                  </a:lnTo>
                  <a:lnTo>
                    <a:pt x="347" y="9"/>
                  </a:lnTo>
                  <a:lnTo>
                    <a:pt x="347" y="9"/>
                  </a:lnTo>
                  <a:lnTo>
                    <a:pt x="347" y="9"/>
                  </a:lnTo>
                  <a:lnTo>
                    <a:pt x="345" y="2"/>
                  </a:lnTo>
                  <a:lnTo>
                    <a:pt x="345" y="2"/>
                  </a:lnTo>
                  <a:lnTo>
                    <a:pt x="341" y="2"/>
                  </a:lnTo>
                  <a:lnTo>
                    <a:pt x="341" y="2"/>
                  </a:lnTo>
                  <a:lnTo>
                    <a:pt x="339" y="0"/>
                  </a:lnTo>
                  <a:lnTo>
                    <a:pt x="339" y="0"/>
                  </a:lnTo>
                  <a:lnTo>
                    <a:pt x="334" y="0"/>
                  </a:lnTo>
                  <a:lnTo>
                    <a:pt x="334" y="2"/>
                  </a:lnTo>
                  <a:lnTo>
                    <a:pt x="330" y="5"/>
                  </a:lnTo>
                  <a:lnTo>
                    <a:pt x="330" y="5"/>
                  </a:lnTo>
                  <a:lnTo>
                    <a:pt x="327" y="5"/>
                  </a:lnTo>
                  <a:lnTo>
                    <a:pt x="325" y="5"/>
                  </a:lnTo>
                  <a:lnTo>
                    <a:pt x="323" y="5"/>
                  </a:lnTo>
                  <a:lnTo>
                    <a:pt x="323" y="5"/>
                  </a:lnTo>
                  <a:lnTo>
                    <a:pt x="321" y="7"/>
                  </a:lnTo>
                  <a:lnTo>
                    <a:pt x="321" y="7"/>
                  </a:lnTo>
                  <a:lnTo>
                    <a:pt x="321" y="7"/>
                  </a:lnTo>
                  <a:lnTo>
                    <a:pt x="321" y="7"/>
                  </a:lnTo>
                  <a:lnTo>
                    <a:pt x="319" y="7"/>
                  </a:lnTo>
                  <a:lnTo>
                    <a:pt x="319" y="5"/>
                  </a:lnTo>
                  <a:lnTo>
                    <a:pt x="316" y="5"/>
                  </a:lnTo>
                  <a:lnTo>
                    <a:pt x="314" y="7"/>
                  </a:lnTo>
                  <a:lnTo>
                    <a:pt x="312" y="7"/>
                  </a:lnTo>
                  <a:lnTo>
                    <a:pt x="312" y="5"/>
                  </a:lnTo>
                  <a:lnTo>
                    <a:pt x="310" y="5"/>
                  </a:lnTo>
                  <a:lnTo>
                    <a:pt x="310" y="5"/>
                  </a:lnTo>
                  <a:lnTo>
                    <a:pt x="310" y="5"/>
                  </a:lnTo>
                  <a:lnTo>
                    <a:pt x="305" y="5"/>
                  </a:lnTo>
                  <a:lnTo>
                    <a:pt x="303" y="5"/>
                  </a:lnTo>
                  <a:lnTo>
                    <a:pt x="299" y="5"/>
                  </a:lnTo>
                  <a:lnTo>
                    <a:pt x="301" y="5"/>
                  </a:lnTo>
                  <a:lnTo>
                    <a:pt x="303" y="7"/>
                  </a:lnTo>
                  <a:lnTo>
                    <a:pt x="305" y="7"/>
                  </a:lnTo>
                  <a:lnTo>
                    <a:pt x="310" y="20"/>
                  </a:lnTo>
                  <a:lnTo>
                    <a:pt x="310" y="22"/>
                  </a:lnTo>
                  <a:lnTo>
                    <a:pt x="310" y="27"/>
                  </a:lnTo>
                  <a:lnTo>
                    <a:pt x="303" y="33"/>
                  </a:lnTo>
                  <a:lnTo>
                    <a:pt x="301" y="36"/>
                  </a:lnTo>
                  <a:lnTo>
                    <a:pt x="299" y="38"/>
                  </a:lnTo>
                  <a:lnTo>
                    <a:pt x="290" y="40"/>
                  </a:lnTo>
                  <a:lnTo>
                    <a:pt x="290" y="40"/>
                  </a:lnTo>
                  <a:lnTo>
                    <a:pt x="288" y="40"/>
                  </a:lnTo>
                  <a:lnTo>
                    <a:pt x="288" y="40"/>
                  </a:lnTo>
                  <a:lnTo>
                    <a:pt x="288" y="42"/>
                  </a:lnTo>
                  <a:lnTo>
                    <a:pt x="285" y="47"/>
                  </a:lnTo>
                  <a:lnTo>
                    <a:pt x="285" y="49"/>
                  </a:lnTo>
                  <a:lnTo>
                    <a:pt x="283" y="51"/>
                  </a:lnTo>
                  <a:lnTo>
                    <a:pt x="283" y="53"/>
                  </a:lnTo>
                  <a:lnTo>
                    <a:pt x="279" y="56"/>
                  </a:lnTo>
                  <a:lnTo>
                    <a:pt x="274" y="56"/>
                  </a:lnTo>
                  <a:lnTo>
                    <a:pt x="270" y="58"/>
                  </a:lnTo>
                  <a:lnTo>
                    <a:pt x="268" y="58"/>
                  </a:lnTo>
                  <a:lnTo>
                    <a:pt x="268" y="58"/>
                  </a:lnTo>
                  <a:lnTo>
                    <a:pt x="263" y="56"/>
                  </a:lnTo>
                  <a:lnTo>
                    <a:pt x="263" y="56"/>
                  </a:lnTo>
                  <a:lnTo>
                    <a:pt x="259" y="56"/>
                  </a:lnTo>
                  <a:lnTo>
                    <a:pt x="257" y="56"/>
                  </a:lnTo>
                  <a:lnTo>
                    <a:pt x="257" y="56"/>
                  </a:lnTo>
                  <a:lnTo>
                    <a:pt x="259" y="58"/>
                  </a:lnTo>
                  <a:lnTo>
                    <a:pt x="259" y="60"/>
                  </a:lnTo>
                  <a:lnTo>
                    <a:pt x="259" y="62"/>
                  </a:lnTo>
                  <a:lnTo>
                    <a:pt x="257" y="62"/>
                  </a:lnTo>
                  <a:lnTo>
                    <a:pt x="254" y="62"/>
                  </a:lnTo>
                  <a:lnTo>
                    <a:pt x="252" y="62"/>
                  </a:lnTo>
                  <a:lnTo>
                    <a:pt x="248" y="62"/>
                  </a:lnTo>
                  <a:lnTo>
                    <a:pt x="248" y="62"/>
                  </a:lnTo>
                  <a:lnTo>
                    <a:pt x="243" y="64"/>
                  </a:lnTo>
                  <a:lnTo>
                    <a:pt x="243" y="64"/>
                  </a:lnTo>
                  <a:lnTo>
                    <a:pt x="241" y="71"/>
                  </a:lnTo>
                  <a:lnTo>
                    <a:pt x="241" y="71"/>
                  </a:lnTo>
                  <a:lnTo>
                    <a:pt x="241" y="73"/>
                  </a:lnTo>
                  <a:lnTo>
                    <a:pt x="241" y="73"/>
                  </a:lnTo>
                  <a:lnTo>
                    <a:pt x="239" y="73"/>
                  </a:lnTo>
                  <a:lnTo>
                    <a:pt x="239" y="76"/>
                  </a:lnTo>
                  <a:lnTo>
                    <a:pt x="239" y="76"/>
                  </a:lnTo>
                  <a:lnTo>
                    <a:pt x="237" y="73"/>
                  </a:lnTo>
                  <a:lnTo>
                    <a:pt x="237" y="73"/>
                  </a:lnTo>
                  <a:lnTo>
                    <a:pt x="237" y="76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2" y="76"/>
                  </a:lnTo>
                  <a:lnTo>
                    <a:pt x="230" y="73"/>
                  </a:lnTo>
                  <a:lnTo>
                    <a:pt x="228" y="73"/>
                  </a:lnTo>
                  <a:lnTo>
                    <a:pt x="226" y="76"/>
                  </a:lnTo>
                  <a:lnTo>
                    <a:pt x="226" y="76"/>
                  </a:lnTo>
                  <a:lnTo>
                    <a:pt x="223" y="76"/>
                  </a:lnTo>
                  <a:lnTo>
                    <a:pt x="219" y="80"/>
                  </a:lnTo>
                  <a:lnTo>
                    <a:pt x="219" y="80"/>
                  </a:lnTo>
                  <a:lnTo>
                    <a:pt x="217" y="82"/>
                  </a:lnTo>
                  <a:lnTo>
                    <a:pt x="214" y="82"/>
                  </a:lnTo>
                  <a:lnTo>
                    <a:pt x="214" y="82"/>
                  </a:lnTo>
                  <a:lnTo>
                    <a:pt x="212" y="82"/>
                  </a:lnTo>
                  <a:lnTo>
                    <a:pt x="210" y="82"/>
                  </a:lnTo>
                  <a:lnTo>
                    <a:pt x="210" y="82"/>
                  </a:lnTo>
                  <a:lnTo>
                    <a:pt x="208" y="80"/>
                  </a:lnTo>
                  <a:lnTo>
                    <a:pt x="203" y="82"/>
                  </a:lnTo>
                  <a:lnTo>
                    <a:pt x="199" y="84"/>
                  </a:lnTo>
                  <a:lnTo>
                    <a:pt x="197" y="87"/>
                  </a:lnTo>
                  <a:lnTo>
                    <a:pt x="192" y="87"/>
                  </a:lnTo>
                  <a:lnTo>
                    <a:pt x="179" y="80"/>
                  </a:lnTo>
                  <a:lnTo>
                    <a:pt x="175" y="80"/>
                  </a:lnTo>
                  <a:lnTo>
                    <a:pt x="172" y="80"/>
                  </a:lnTo>
                  <a:lnTo>
                    <a:pt x="172" y="80"/>
                  </a:lnTo>
                  <a:lnTo>
                    <a:pt x="172" y="82"/>
                  </a:lnTo>
                  <a:lnTo>
                    <a:pt x="172" y="82"/>
                  </a:lnTo>
                  <a:lnTo>
                    <a:pt x="172" y="82"/>
                  </a:lnTo>
                  <a:lnTo>
                    <a:pt x="170" y="82"/>
                  </a:lnTo>
                  <a:lnTo>
                    <a:pt x="168" y="84"/>
                  </a:lnTo>
                  <a:lnTo>
                    <a:pt x="168" y="84"/>
                  </a:lnTo>
                  <a:lnTo>
                    <a:pt x="166" y="87"/>
                  </a:lnTo>
                  <a:lnTo>
                    <a:pt x="166" y="87"/>
                  </a:lnTo>
                  <a:lnTo>
                    <a:pt x="166" y="91"/>
                  </a:lnTo>
                  <a:lnTo>
                    <a:pt x="164" y="91"/>
                  </a:lnTo>
                  <a:lnTo>
                    <a:pt x="157" y="89"/>
                  </a:lnTo>
                  <a:lnTo>
                    <a:pt x="155" y="91"/>
                  </a:lnTo>
                  <a:lnTo>
                    <a:pt x="152" y="91"/>
                  </a:lnTo>
                  <a:lnTo>
                    <a:pt x="150" y="91"/>
                  </a:lnTo>
                  <a:lnTo>
                    <a:pt x="150" y="93"/>
                  </a:lnTo>
                  <a:lnTo>
                    <a:pt x="150" y="93"/>
                  </a:lnTo>
                  <a:lnTo>
                    <a:pt x="150" y="95"/>
                  </a:lnTo>
                  <a:lnTo>
                    <a:pt x="150" y="98"/>
                  </a:lnTo>
                  <a:lnTo>
                    <a:pt x="150" y="98"/>
                  </a:lnTo>
                  <a:lnTo>
                    <a:pt x="148" y="100"/>
                  </a:lnTo>
                  <a:lnTo>
                    <a:pt x="150" y="102"/>
                  </a:lnTo>
                  <a:lnTo>
                    <a:pt x="150" y="102"/>
                  </a:lnTo>
                  <a:lnTo>
                    <a:pt x="150" y="104"/>
                  </a:lnTo>
                  <a:lnTo>
                    <a:pt x="150" y="104"/>
                  </a:lnTo>
                  <a:lnTo>
                    <a:pt x="150" y="107"/>
                  </a:lnTo>
                  <a:lnTo>
                    <a:pt x="152" y="109"/>
                  </a:lnTo>
                  <a:lnTo>
                    <a:pt x="152" y="111"/>
                  </a:lnTo>
                  <a:lnTo>
                    <a:pt x="152" y="115"/>
                  </a:lnTo>
                  <a:lnTo>
                    <a:pt x="152" y="118"/>
                  </a:lnTo>
                  <a:lnTo>
                    <a:pt x="150" y="120"/>
                  </a:lnTo>
                  <a:lnTo>
                    <a:pt x="150" y="122"/>
                  </a:lnTo>
                  <a:lnTo>
                    <a:pt x="148" y="122"/>
                  </a:lnTo>
                  <a:lnTo>
                    <a:pt x="148" y="122"/>
                  </a:lnTo>
                  <a:lnTo>
                    <a:pt x="146" y="122"/>
                  </a:lnTo>
                  <a:lnTo>
                    <a:pt x="146" y="122"/>
                  </a:lnTo>
                  <a:lnTo>
                    <a:pt x="144" y="124"/>
                  </a:lnTo>
                  <a:lnTo>
                    <a:pt x="144" y="124"/>
                  </a:lnTo>
                  <a:lnTo>
                    <a:pt x="141" y="124"/>
                  </a:lnTo>
                  <a:lnTo>
                    <a:pt x="141" y="124"/>
                  </a:lnTo>
                  <a:lnTo>
                    <a:pt x="139" y="124"/>
                  </a:lnTo>
                  <a:lnTo>
                    <a:pt x="137" y="124"/>
                  </a:lnTo>
                  <a:lnTo>
                    <a:pt x="135" y="124"/>
                  </a:lnTo>
                  <a:lnTo>
                    <a:pt x="135" y="122"/>
                  </a:lnTo>
                  <a:lnTo>
                    <a:pt x="132" y="122"/>
                  </a:lnTo>
                  <a:lnTo>
                    <a:pt x="132" y="120"/>
                  </a:lnTo>
                  <a:lnTo>
                    <a:pt x="124" y="111"/>
                  </a:lnTo>
                  <a:lnTo>
                    <a:pt x="119" y="107"/>
                  </a:lnTo>
                  <a:lnTo>
                    <a:pt x="115" y="102"/>
                  </a:lnTo>
                  <a:lnTo>
                    <a:pt x="113" y="98"/>
                  </a:lnTo>
                  <a:lnTo>
                    <a:pt x="108" y="95"/>
                  </a:lnTo>
                  <a:lnTo>
                    <a:pt x="106" y="95"/>
                  </a:lnTo>
                  <a:lnTo>
                    <a:pt x="101" y="95"/>
                  </a:lnTo>
                  <a:lnTo>
                    <a:pt x="101" y="98"/>
                  </a:lnTo>
                  <a:lnTo>
                    <a:pt x="99" y="100"/>
                  </a:lnTo>
                  <a:lnTo>
                    <a:pt x="99" y="102"/>
                  </a:lnTo>
                  <a:lnTo>
                    <a:pt x="97" y="104"/>
                  </a:lnTo>
                  <a:lnTo>
                    <a:pt x="93" y="102"/>
                  </a:lnTo>
                  <a:lnTo>
                    <a:pt x="88" y="98"/>
                  </a:lnTo>
                  <a:lnTo>
                    <a:pt x="84" y="98"/>
                  </a:lnTo>
                  <a:lnTo>
                    <a:pt x="84" y="98"/>
                  </a:lnTo>
                  <a:lnTo>
                    <a:pt x="79" y="98"/>
                  </a:lnTo>
                  <a:lnTo>
                    <a:pt x="77" y="98"/>
                  </a:lnTo>
                  <a:lnTo>
                    <a:pt x="75" y="98"/>
                  </a:lnTo>
                  <a:lnTo>
                    <a:pt x="73" y="95"/>
                  </a:lnTo>
                  <a:lnTo>
                    <a:pt x="68" y="95"/>
                  </a:lnTo>
                  <a:lnTo>
                    <a:pt x="66" y="98"/>
                  </a:lnTo>
                  <a:lnTo>
                    <a:pt x="64" y="100"/>
                  </a:lnTo>
                  <a:lnTo>
                    <a:pt x="59" y="102"/>
                  </a:lnTo>
                  <a:lnTo>
                    <a:pt x="57" y="102"/>
                  </a:lnTo>
                  <a:lnTo>
                    <a:pt x="55" y="100"/>
                  </a:lnTo>
                  <a:lnTo>
                    <a:pt x="55" y="95"/>
                  </a:lnTo>
                  <a:lnTo>
                    <a:pt x="53" y="91"/>
                  </a:lnTo>
                  <a:lnTo>
                    <a:pt x="53" y="89"/>
                  </a:lnTo>
                  <a:lnTo>
                    <a:pt x="51" y="87"/>
                  </a:lnTo>
                  <a:lnTo>
                    <a:pt x="48" y="84"/>
                  </a:lnTo>
                  <a:lnTo>
                    <a:pt x="48" y="84"/>
                  </a:lnTo>
                  <a:lnTo>
                    <a:pt x="42" y="82"/>
                  </a:lnTo>
                  <a:lnTo>
                    <a:pt x="33" y="82"/>
                  </a:lnTo>
                  <a:lnTo>
                    <a:pt x="17" y="84"/>
                  </a:lnTo>
                  <a:lnTo>
                    <a:pt x="15" y="84"/>
                  </a:lnTo>
                  <a:lnTo>
                    <a:pt x="15" y="82"/>
                  </a:lnTo>
                  <a:lnTo>
                    <a:pt x="13" y="80"/>
                  </a:lnTo>
                  <a:lnTo>
                    <a:pt x="13" y="78"/>
                  </a:lnTo>
                  <a:lnTo>
                    <a:pt x="11" y="76"/>
                  </a:lnTo>
                  <a:lnTo>
                    <a:pt x="8" y="73"/>
                  </a:lnTo>
                  <a:lnTo>
                    <a:pt x="6" y="71"/>
                  </a:lnTo>
                  <a:lnTo>
                    <a:pt x="2" y="71"/>
                  </a:lnTo>
                  <a:lnTo>
                    <a:pt x="2" y="73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0" y="78"/>
                  </a:lnTo>
                  <a:lnTo>
                    <a:pt x="2" y="80"/>
                  </a:lnTo>
                  <a:lnTo>
                    <a:pt x="2" y="80"/>
                  </a:lnTo>
                  <a:lnTo>
                    <a:pt x="4" y="80"/>
                  </a:lnTo>
                  <a:lnTo>
                    <a:pt x="6" y="82"/>
                  </a:lnTo>
                  <a:lnTo>
                    <a:pt x="6" y="82"/>
                  </a:lnTo>
                  <a:lnTo>
                    <a:pt x="8" y="84"/>
                  </a:lnTo>
                  <a:lnTo>
                    <a:pt x="8" y="87"/>
                  </a:lnTo>
                  <a:lnTo>
                    <a:pt x="11" y="93"/>
                  </a:lnTo>
                  <a:lnTo>
                    <a:pt x="11" y="93"/>
                  </a:lnTo>
                  <a:lnTo>
                    <a:pt x="11" y="93"/>
                  </a:lnTo>
                  <a:lnTo>
                    <a:pt x="11" y="93"/>
                  </a:lnTo>
                  <a:lnTo>
                    <a:pt x="13" y="95"/>
                  </a:lnTo>
                  <a:lnTo>
                    <a:pt x="17" y="98"/>
                  </a:lnTo>
                  <a:lnTo>
                    <a:pt x="17" y="100"/>
                  </a:lnTo>
                  <a:lnTo>
                    <a:pt x="22" y="104"/>
                  </a:lnTo>
                  <a:lnTo>
                    <a:pt x="28" y="109"/>
                  </a:lnTo>
                  <a:lnTo>
                    <a:pt x="31" y="111"/>
                  </a:lnTo>
                  <a:lnTo>
                    <a:pt x="35" y="111"/>
                  </a:lnTo>
                  <a:lnTo>
                    <a:pt x="37" y="113"/>
                  </a:lnTo>
                  <a:lnTo>
                    <a:pt x="42" y="118"/>
                  </a:lnTo>
                  <a:lnTo>
                    <a:pt x="44" y="120"/>
                  </a:lnTo>
                  <a:lnTo>
                    <a:pt x="46" y="122"/>
                  </a:lnTo>
                  <a:lnTo>
                    <a:pt x="46" y="124"/>
                  </a:lnTo>
                  <a:lnTo>
                    <a:pt x="46" y="126"/>
                  </a:lnTo>
                  <a:lnTo>
                    <a:pt x="46" y="129"/>
                  </a:lnTo>
                  <a:lnTo>
                    <a:pt x="46" y="129"/>
                  </a:lnTo>
                  <a:lnTo>
                    <a:pt x="44" y="133"/>
                  </a:lnTo>
                  <a:lnTo>
                    <a:pt x="42" y="133"/>
                  </a:lnTo>
                  <a:lnTo>
                    <a:pt x="42" y="135"/>
                  </a:lnTo>
                  <a:lnTo>
                    <a:pt x="44" y="144"/>
                  </a:lnTo>
                  <a:lnTo>
                    <a:pt x="44" y="149"/>
                  </a:lnTo>
                  <a:lnTo>
                    <a:pt x="44" y="153"/>
                  </a:lnTo>
                  <a:lnTo>
                    <a:pt x="44" y="158"/>
                  </a:lnTo>
                  <a:lnTo>
                    <a:pt x="46" y="160"/>
                  </a:lnTo>
                  <a:lnTo>
                    <a:pt x="48" y="162"/>
                  </a:lnTo>
                  <a:lnTo>
                    <a:pt x="51" y="166"/>
                  </a:lnTo>
                  <a:lnTo>
                    <a:pt x="53" y="171"/>
                  </a:lnTo>
                  <a:lnTo>
                    <a:pt x="57" y="180"/>
                  </a:lnTo>
                  <a:lnTo>
                    <a:pt x="59" y="184"/>
                  </a:lnTo>
                  <a:lnTo>
                    <a:pt x="59" y="186"/>
                  </a:lnTo>
                  <a:lnTo>
                    <a:pt x="59" y="186"/>
                  </a:lnTo>
                  <a:lnTo>
                    <a:pt x="59" y="186"/>
                  </a:lnTo>
                  <a:lnTo>
                    <a:pt x="59" y="189"/>
                  </a:lnTo>
                  <a:lnTo>
                    <a:pt x="59" y="193"/>
                  </a:lnTo>
                  <a:lnTo>
                    <a:pt x="59" y="195"/>
                  </a:lnTo>
                  <a:lnTo>
                    <a:pt x="57" y="200"/>
                  </a:lnTo>
                  <a:lnTo>
                    <a:pt x="55" y="202"/>
                  </a:lnTo>
                  <a:lnTo>
                    <a:pt x="55" y="204"/>
                  </a:lnTo>
                  <a:lnTo>
                    <a:pt x="57" y="204"/>
                  </a:lnTo>
                  <a:lnTo>
                    <a:pt x="57" y="204"/>
                  </a:lnTo>
                  <a:lnTo>
                    <a:pt x="59" y="204"/>
                  </a:lnTo>
                  <a:lnTo>
                    <a:pt x="64" y="206"/>
                  </a:lnTo>
                  <a:lnTo>
                    <a:pt x="73" y="208"/>
                  </a:lnTo>
                  <a:lnTo>
                    <a:pt x="77" y="208"/>
                  </a:lnTo>
                  <a:lnTo>
                    <a:pt x="82" y="206"/>
                  </a:lnTo>
                  <a:lnTo>
                    <a:pt x="90" y="206"/>
                  </a:lnTo>
                  <a:lnTo>
                    <a:pt x="97" y="208"/>
                  </a:lnTo>
                  <a:lnTo>
                    <a:pt x="106" y="208"/>
                  </a:lnTo>
                  <a:lnTo>
                    <a:pt x="106" y="208"/>
                  </a:lnTo>
                  <a:lnTo>
                    <a:pt x="108" y="211"/>
                  </a:lnTo>
                  <a:lnTo>
                    <a:pt x="106" y="213"/>
                  </a:lnTo>
                  <a:lnTo>
                    <a:pt x="106" y="213"/>
                  </a:lnTo>
                  <a:lnTo>
                    <a:pt x="106" y="217"/>
                  </a:lnTo>
                  <a:lnTo>
                    <a:pt x="106" y="220"/>
                  </a:lnTo>
                  <a:lnTo>
                    <a:pt x="106" y="222"/>
                  </a:lnTo>
                  <a:lnTo>
                    <a:pt x="106" y="222"/>
                  </a:lnTo>
                  <a:lnTo>
                    <a:pt x="108" y="226"/>
                  </a:lnTo>
                  <a:lnTo>
                    <a:pt x="110" y="226"/>
                  </a:lnTo>
                  <a:lnTo>
                    <a:pt x="113" y="228"/>
                  </a:lnTo>
                  <a:lnTo>
                    <a:pt x="115" y="228"/>
                  </a:lnTo>
                  <a:lnTo>
                    <a:pt x="115" y="228"/>
                  </a:lnTo>
                  <a:lnTo>
                    <a:pt x="115" y="228"/>
                  </a:lnTo>
                  <a:lnTo>
                    <a:pt x="117" y="226"/>
                  </a:lnTo>
                  <a:lnTo>
                    <a:pt x="119" y="226"/>
                  </a:lnTo>
                  <a:lnTo>
                    <a:pt x="119" y="226"/>
                  </a:lnTo>
                  <a:lnTo>
                    <a:pt x="121" y="226"/>
                  </a:lnTo>
                  <a:lnTo>
                    <a:pt x="124" y="226"/>
                  </a:lnTo>
                  <a:lnTo>
                    <a:pt x="124" y="226"/>
                  </a:lnTo>
                  <a:lnTo>
                    <a:pt x="124" y="226"/>
                  </a:lnTo>
                  <a:lnTo>
                    <a:pt x="124" y="228"/>
                  </a:lnTo>
                  <a:lnTo>
                    <a:pt x="124" y="231"/>
                  </a:lnTo>
                  <a:lnTo>
                    <a:pt x="124" y="231"/>
                  </a:lnTo>
                  <a:lnTo>
                    <a:pt x="126" y="233"/>
                  </a:lnTo>
                  <a:lnTo>
                    <a:pt x="128" y="235"/>
                  </a:lnTo>
                  <a:lnTo>
                    <a:pt x="130" y="235"/>
                  </a:lnTo>
                  <a:lnTo>
                    <a:pt x="130" y="237"/>
                  </a:lnTo>
                  <a:lnTo>
                    <a:pt x="132" y="237"/>
                  </a:lnTo>
                  <a:lnTo>
                    <a:pt x="135" y="237"/>
                  </a:lnTo>
                  <a:lnTo>
                    <a:pt x="135" y="237"/>
                  </a:lnTo>
                  <a:lnTo>
                    <a:pt x="137" y="237"/>
                  </a:lnTo>
                  <a:lnTo>
                    <a:pt x="137" y="237"/>
                  </a:lnTo>
                  <a:lnTo>
                    <a:pt x="139" y="237"/>
                  </a:lnTo>
                  <a:lnTo>
                    <a:pt x="139" y="237"/>
                  </a:lnTo>
                  <a:lnTo>
                    <a:pt x="141" y="237"/>
                  </a:lnTo>
                  <a:lnTo>
                    <a:pt x="144" y="237"/>
                  </a:lnTo>
                  <a:lnTo>
                    <a:pt x="146" y="237"/>
                  </a:lnTo>
                  <a:lnTo>
                    <a:pt x="146" y="240"/>
                  </a:lnTo>
                  <a:lnTo>
                    <a:pt x="150" y="242"/>
                  </a:lnTo>
                  <a:lnTo>
                    <a:pt x="152" y="242"/>
                  </a:lnTo>
                  <a:lnTo>
                    <a:pt x="155" y="242"/>
                  </a:lnTo>
                  <a:lnTo>
                    <a:pt x="155" y="242"/>
                  </a:lnTo>
                  <a:lnTo>
                    <a:pt x="155" y="244"/>
                  </a:lnTo>
                  <a:lnTo>
                    <a:pt x="157" y="244"/>
                  </a:lnTo>
                  <a:lnTo>
                    <a:pt x="157" y="246"/>
                  </a:lnTo>
                  <a:lnTo>
                    <a:pt x="157" y="246"/>
                  </a:lnTo>
                  <a:lnTo>
                    <a:pt x="157" y="246"/>
                  </a:lnTo>
                  <a:lnTo>
                    <a:pt x="155" y="251"/>
                  </a:lnTo>
                  <a:lnTo>
                    <a:pt x="152" y="251"/>
                  </a:lnTo>
                  <a:lnTo>
                    <a:pt x="152" y="251"/>
                  </a:lnTo>
                  <a:lnTo>
                    <a:pt x="152" y="253"/>
                  </a:lnTo>
                  <a:lnTo>
                    <a:pt x="152" y="253"/>
                  </a:lnTo>
                  <a:lnTo>
                    <a:pt x="155" y="255"/>
                  </a:lnTo>
                  <a:lnTo>
                    <a:pt x="155" y="257"/>
                  </a:lnTo>
                  <a:lnTo>
                    <a:pt x="155" y="259"/>
                  </a:lnTo>
                  <a:lnTo>
                    <a:pt x="155" y="259"/>
                  </a:lnTo>
                  <a:lnTo>
                    <a:pt x="152" y="262"/>
                  </a:lnTo>
                  <a:lnTo>
                    <a:pt x="152" y="262"/>
                  </a:lnTo>
                  <a:lnTo>
                    <a:pt x="150" y="264"/>
                  </a:lnTo>
                  <a:lnTo>
                    <a:pt x="150" y="264"/>
                  </a:lnTo>
                  <a:lnTo>
                    <a:pt x="150" y="266"/>
                  </a:lnTo>
                  <a:lnTo>
                    <a:pt x="148" y="266"/>
                  </a:lnTo>
                  <a:lnTo>
                    <a:pt x="150" y="268"/>
                  </a:lnTo>
                  <a:lnTo>
                    <a:pt x="152" y="271"/>
                  </a:lnTo>
                  <a:lnTo>
                    <a:pt x="152" y="275"/>
                  </a:lnTo>
                  <a:lnTo>
                    <a:pt x="155" y="275"/>
                  </a:lnTo>
                  <a:lnTo>
                    <a:pt x="155" y="277"/>
                  </a:lnTo>
                  <a:lnTo>
                    <a:pt x="157" y="277"/>
                  </a:lnTo>
                  <a:lnTo>
                    <a:pt x="157" y="277"/>
                  </a:lnTo>
                  <a:lnTo>
                    <a:pt x="157" y="279"/>
                  </a:lnTo>
                  <a:lnTo>
                    <a:pt x="159" y="279"/>
                  </a:lnTo>
                  <a:lnTo>
                    <a:pt x="159" y="279"/>
                  </a:lnTo>
                  <a:lnTo>
                    <a:pt x="161" y="282"/>
                  </a:lnTo>
                  <a:lnTo>
                    <a:pt x="161" y="282"/>
                  </a:lnTo>
                  <a:lnTo>
                    <a:pt x="161" y="284"/>
                  </a:lnTo>
                  <a:lnTo>
                    <a:pt x="161" y="284"/>
                  </a:lnTo>
                  <a:lnTo>
                    <a:pt x="161" y="286"/>
                  </a:lnTo>
                  <a:lnTo>
                    <a:pt x="166" y="299"/>
                  </a:lnTo>
                  <a:lnTo>
                    <a:pt x="166" y="302"/>
                  </a:lnTo>
                  <a:lnTo>
                    <a:pt x="166" y="302"/>
                  </a:lnTo>
                  <a:lnTo>
                    <a:pt x="166" y="302"/>
                  </a:lnTo>
                  <a:lnTo>
                    <a:pt x="168" y="306"/>
                  </a:lnTo>
                  <a:lnTo>
                    <a:pt x="170" y="308"/>
                  </a:lnTo>
                  <a:lnTo>
                    <a:pt x="170" y="315"/>
                  </a:lnTo>
                  <a:lnTo>
                    <a:pt x="170" y="317"/>
                  </a:lnTo>
                  <a:lnTo>
                    <a:pt x="172" y="324"/>
                  </a:lnTo>
                  <a:lnTo>
                    <a:pt x="175" y="324"/>
                  </a:lnTo>
                  <a:lnTo>
                    <a:pt x="175" y="326"/>
                  </a:lnTo>
                  <a:lnTo>
                    <a:pt x="172" y="328"/>
                  </a:lnTo>
                  <a:lnTo>
                    <a:pt x="172" y="328"/>
                  </a:lnTo>
                  <a:lnTo>
                    <a:pt x="170" y="330"/>
                  </a:lnTo>
                  <a:lnTo>
                    <a:pt x="168" y="330"/>
                  </a:lnTo>
                  <a:lnTo>
                    <a:pt x="168" y="330"/>
                  </a:lnTo>
                  <a:lnTo>
                    <a:pt x="168" y="330"/>
                  </a:lnTo>
                  <a:lnTo>
                    <a:pt x="168" y="333"/>
                  </a:lnTo>
                  <a:lnTo>
                    <a:pt x="168" y="333"/>
                  </a:lnTo>
                  <a:lnTo>
                    <a:pt x="168" y="335"/>
                  </a:lnTo>
                  <a:lnTo>
                    <a:pt x="168" y="335"/>
                  </a:lnTo>
                  <a:lnTo>
                    <a:pt x="172" y="346"/>
                  </a:lnTo>
                  <a:lnTo>
                    <a:pt x="172" y="346"/>
                  </a:lnTo>
                  <a:lnTo>
                    <a:pt x="172" y="348"/>
                  </a:lnTo>
                  <a:lnTo>
                    <a:pt x="170" y="350"/>
                  </a:lnTo>
                  <a:lnTo>
                    <a:pt x="170" y="350"/>
                  </a:lnTo>
                  <a:lnTo>
                    <a:pt x="170" y="350"/>
                  </a:lnTo>
                  <a:lnTo>
                    <a:pt x="170" y="353"/>
                  </a:lnTo>
                  <a:lnTo>
                    <a:pt x="168" y="353"/>
                  </a:lnTo>
                  <a:lnTo>
                    <a:pt x="168" y="353"/>
                  </a:lnTo>
                  <a:lnTo>
                    <a:pt x="168" y="355"/>
                  </a:lnTo>
                  <a:lnTo>
                    <a:pt x="168" y="355"/>
                  </a:lnTo>
                  <a:lnTo>
                    <a:pt x="168" y="355"/>
                  </a:lnTo>
                  <a:lnTo>
                    <a:pt x="168" y="359"/>
                  </a:lnTo>
                  <a:lnTo>
                    <a:pt x="168" y="361"/>
                  </a:lnTo>
                  <a:lnTo>
                    <a:pt x="168" y="361"/>
                  </a:lnTo>
                  <a:lnTo>
                    <a:pt x="168" y="361"/>
                  </a:lnTo>
                  <a:lnTo>
                    <a:pt x="166" y="366"/>
                  </a:lnTo>
                  <a:lnTo>
                    <a:pt x="166" y="366"/>
                  </a:lnTo>
                  <a:lnTo>
                    <a:pt x="166" y="366"/>
                  </a:lnTo>
                  <a:lnTo>
                    <a:pt x="166" y="372"/>
                  </a:lnTo>
                  <a:lnTo>
                    <a:pt x="166" y="372"/>
                  </a:lnTo>
                  <a:lnTo>
                    <a:pt x="166" y="375"/>
                  </a:lnTo>
                  <a:lnTo>
                    <a:pt x="168" y="377"/>
                  </a:lnTo>
                  <a:lnTo>
                    <a:pt x="168" y="377"/>
                  </a:lnTo>
                  <a:lnTo>
                    <a:pt x="168" y="377"/>
                  </a:lnTo>
                  <a:lnTo>
                    <a:pt x="168" y="381"/>
                  </a:lnTo>
                  <a:lnTo>
                    <a:pt x="166" y="381"/>
                  </a:lnTo>
                  <a:lnTo>
                    <a:pt x="166" y="384"/>
                  </a:lnTo>
                  <a:lnTo>
                    <a:pt x="166" y="384"/>
                  </a:lnTo>
                  <a:lnTo>
                    <a:pt x="164" y="384"/>
                  </a:lnTo>
                  <a:lnTo>
                    <a:pt x="164" y="384"/>
                  </a:lnTo>
                  <a:lnTo>
                    <a:pt x="164" y="386"/>
                  </a:lnTo>
                  <a:lnTo>
                    <a:pt x="164" y="388"/>
                  </a:lnTo>
                  <a:lnTo>
                    <a:pt x="166" y="388"/>
                  </a:lnTo>
                  <a:lnTo>
                    <a:pt x="168" y="390"/>
                  </a:lnTo>
                  <a:lnTo>
                    <a:pt x="168" y="390"/>
                  </a:lnTo>
                  <a:lnTo>
                    <a:pt x="168" y="392"/>
                  </a:lnTo>
                  <a:lnTo>
                    <a:pt x="170" y="395"/>
                  </a:lnTo>
                  <a:lnTo>
                    <a:pt x="170" y="399"/>
                  </a:lnTo>
                  <a:lnTo>
                    <a:pt x="170" y="399"/>
                  </a:lnTo>
                  <a:lnTo>
                    <a:pt x="172" y="401"/>
                  </a:lnTo>
                  <a:lnTo>
                    <a:pt x="172" y="401"/>
                  </a:lnTo>
                  <a:lnTo>
                    <a:pt x="172" y="401"/>
                  </a:lnTo>
                  <a:lnTo>
                    <a:pt x="177" y="403"/>
                  </a:lnTo>
                  <a:lnTo>
                    <a:pt x="177" y="403"/>
                  </a:lnTo>
                  <a:lnTo>
                    <a:pt x="177" y="403"/>
                  </a:lnTo>
                  <a:lnTo>
                    <a:pt x="179" y="408"/>
                  </a:lnTo>
                  <a:lnTo>
                    <a:pt x="179" y="408"/>
                  </a:lnTo>
                  <a:lnTo>
                    <a:pt x="179" y="410"/>
                  </a:lnTo>
                  <a:lnTo>
                    <a:pt x="179" y="412"/>
                  </a:lnTo>
                  <a:lnTo>
                    <a:pt x="179" y="412"/>
                  </a:lnTo>
                  <a:lnTo>
                    <a:pt x="179" y="417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81" y="419"/>
                  </a:lnTo>
                  <a:lnTo>
                    <a:pt x="181" y="419"/>
                  </a:lnTo>
                  <a:lnTo>
                    <a:pt x="183" y="421"/>
                  </a:lnTo>
                  <a:lnTo>
                    <a:pt x="183" y="421"/>
                  </a:lnTo>
                  <a:lnTo>
                    <a:pt x="183" y="421"/>
                  </a:lnTo>
                  <a:lnTo>
                    <a:pt x="183" y="423"/>
                  </a:lnTo>
                  <a:lnTo>
                    <a:pt x="186" y="430"/>
                  </a:lnTo>
                  <a:lnTo>
                    <a:pt x="186" y="430"/>
                  </a:lnTo>
                  <a:lnTo>
                    <a:pt x="183" y="430"/>
                  </a:lnTo>
                  <a:lnTo>
                    <a:pt x="183" y="432"/>
                  </a:lnTo>
                  <a:lnTo>
                    <a:pt x="183" y="432"/>
                  </a:lnTo>
                  <a:lnTo>
                    <a:pt x="181" y="435"/>
                  </a:lnTo>
                  <a:lnTo>
                    <a:pt x="181" y="435"/>
                  </a:lnTo>
                  <a:lnTo>
                    <a:pt x="181" y="435"/>
                  </a:lnTo>
                  <a:lnTo>
                    <a:pt x="179" y="437"/>
                  </a:lnTo>
                  <a:lnTo>
                    <a:pt x="179" y="437"/>
                  </a:lnTo>
                  <a:lnTo>
                    <a:pt x="179" y="437"/>
                  </a:lnTo>
                  <a:lnTo>
                    <a:pt x="177" y="437"/>
                  </a:lnTo>
                  <a:lnTo>
                    <a:pt x="177" y="437"/>
                  </a:lnTo>
                  <a:lnTo>
                    <a:pt x="177" y="437"/>
                  </a:lnTo>
                  <a:lnTo>
                    <a:pt x="175" y="437"/>
                  </a:lnTo>
                  <a:lnTo>
                    <a:pt x="172" y="435"/>
                  </a:lnTo>
                  <a:lnTo>
                    <a:pt x="170" y="435"/>
                  </a:lnTo>
                  <a:lnTo>
                    <a:pt x="170" y="435"/>
                  </a:lnTo>
                  <a:lnTo>
                    <a:pt x="170" y="437"/>
                  </a:lnTo>
                  <a:lnTo>
                    <a:pt x="170" y="437"/>
                  </a:lnTo>
                  <a:lnTo>
                    <a:pt x="170" y="439"/>
                  </a:lnTo>
                  <a:lnTo>
                    <a:pt x="170" y="439"/>
                  </a:lnTo>
                  <a:lnTo>
                    <a:pt x="170" y="441"/>
                  </a:lnTo>
                  <a:lnTo>
                    <a:pt x="170" y="441"/>
                  </a:lnTo>
                  <a:lnTo>
                    <a:pt x="170" y="443"/>
                  </a:lnTo>
                  <a:lnTo>
                    <a:pt x="170" y="443"/>
                  </a:lnTo>
                  <a:lnTo>
                    <a:pt x="172" y="443"/>
                  </a:lnTo>
                  <a:lnTo>
                    <a:pt x="175" y="443"/>
                  </a:lnTo>
                  <a:lnTo>
                    <a:pt x="175" y="446"/>
                  </a:lnTo>
                  <a:lnTo>
                    <a:pt x="177" y="446"/>
                  </a:lnTo>
                  <a:lnTo>
                    <a:pt x="177" y="446"/>
                  </a:lnTo>
                  <a:lnTo>
                    <a:pt x="179" y="448"/>
                  </a:lnTo>
                  <a:lnTo>
                    <a:pt x="183" y="454"/>
                  </a:lnTo>
                  <a:lnTo>
                    <a:pt x="186" y="454"/>
                  </a:lnTo>
                  <a:lnTo>
                    <a:pt x="186" y="454"/>
                  </a:lnTo>
                  <a:lnTo>
                    <a:pt x="188" y="454"/>
                  </a:lnTo>
                  <a:lnTo>
                    <a:pt x="188" y="457"/>
                  </a:lnTo>
                  <a:lnTo>
                    <a:pt x="190" y="457"/>
                  </a:lnTo>
                  <a:lnTo>
                    <a:pt x="192" y="461"/>
                  </a:lnTo>
                  <a:lnTo>
                    <a:pt x="192" y="461"/>
                  </a:lnTo>
                  <a:lnTo>
                    <a:pt x="192" y="461"/>
                  </a:lnTo>
                  <a:lnTo>
                    <a:pt x="195" y="461"/>
                  </a:lnTo>
                  <a:lnTo>
                    <a:pt x="195" y="461"/>
                  </a:lnTo>
                  <a:lnTo>
                    <a:pt x="197" y="463"/>
                  </a:lnTo>
                  <a:lnTo>
                    <a:pt x="197" y="463"/>
                  </a:lnTo>
                  <a:lnTo>
                    <a:pt x="201" y="466"/>
                  </a:lnTo>
                  <a:lnTo>
                    <a:pt x="203" y="468"/>
                  </a:lnTo>
                  <a:lnTo>
                    <a:pt x="206" y="468"/>
                  </a:lnTo>
                  <a:lnTo>
                    <a:pt x="206" y="470"/>
                  </a:lnTo>
                  <a:lnTo>
                    <a:pt x="206" y="470"/>
                  </a:lnTo>
                  <a:lnTo>
                    <a:pt x="208" y="472"/>
                  </a:lnTo>
                  <a:lnTo>
                    <a:pt x="208" y="474"/>
                  </a:lnTo>
                  <a:lnTo>
                    <a:pt x="208" y="474"/>
                  </a:lnTo>
                  <a:lnTo>
                    <a:pt x="210" y="474"/>
                  </a:lnTo>
                  <a:lnTo>
                    <a:pt x="210" y="474"/>
                  </a:lnTo>
                  <a:lnTo>
                    <a:pt x="210" y="474"/>
                  </a:lnTo>
                  <a:lnTo>
                    <a:pt x="210" y="474"/>
                  </a:lnTo>
                  <a:lnTo>
                    <a:pt x="212" y="474"/>
                  </a:lnTo>
                  <a:lnTo>
                    <a:pt x="212" y="477"/>
                  </a:lnTo>
                  <a:lnTo>
                    <a:pt x="217" y="485"/>
                  </a:lnTo>
                  <a:lnTo>
                    <a:pt x="217" y="485"/>
                  </a:lnTo>
                  <a:lnTo>
                    <a:pt x="217" y="485"/>
                  </a:lnTo>
                  <a:lnTo>
                    <a:pt x="217" y="485"/>
                  </a:lnTo>
                  <a:lnTo>
                    <a:pt x="217" y="485"/>
                  </a:lnTo>
                  <a:lnTo>
                    <a:pt x="217" y="485"/>
                  </a:lnTo>
                  <a:lnTo>
                    <a:pt x="219" y="485"/>
                  </a:lnTo>
                  <a:lnTo>
                    <a:pt x="219" y="485"/>
                  </a:lnTo>
                  <a:lnTo>
                    <a:pt x="219" y="485"/>
                  </a:lnTo>
                  <a:lnTo>
                    <a:pt x="219" y="485"/>
                  </a:lnTo>
                  <a:lnTo>
                    <a:pt x="223" y="485"/>
                  </a:lnTo>
                  <a:lnTo>
                    <a:pt x="226" y="483"/>
                  </a:lnTo>
                  <a:lnTo>
                    <a:pt x="226" y="483"/>
                  </a:lnTo>
                  <a:lnTo>
                    <a:pt x="226" y="485"/>
                  </a:lnTo>
                  <a:lnTo>
                    <a:pt x="228" y="485"/>
                  </a:lnTo>
                  <a:lnTo>
                    <a:pt x="228" y="485"/>
                  </a:lnTo>
                  <a:lnTo>
                    <a:pt x="228" y="488"/>
                  </a:lnTo>
                  <a:lnTo>
                    <a:pt x="228" y="488"/>
                  </a:lnTo>
                  <a:lnTo>
                    <a:pt x="230" y="488"/>
                  </a:lnTo>
                  <a:lnTo>
                    <a:pt x="234" y="488"/>
                  </a:lnTo>
                  <a:lnTo>
                    <a:pt x="234" y="488"/>
                  </a:lnTo>
                  <a:lnTo>
                    <a:pt x="234" y="488"/>
                  </a:lnTo>
                  <a:lnTo>
                    <a:pt x="237" y="488"/>
                  </a:lnTo>
                  <a:lnTo>
                    <a:pt x="237" y="488"/>
                  </a:lnTo>
                  <a:lnTo>
                    <a:pt x="234" y="479"/>
                  </a:lnTo>
                  <a:lnTo>
                    <a:pt x="234" y="479"/>
                  </a:lnTo>
                  <a:lnTo>
                    <a:pt x="234" y="479"/>
                  </a:lnTo>
                  <a:lnTo>
                    <a:pt x="237" y="472"/>
                  </a:lnTo>
                  <a:lnTo>
                    <a:pt x="239" y="468"/>
                  </a:lnTo>
                  <a:lnTo>
                    <a:pt x="239" y="468"/>
                  </a:lnTo>
                  <a:lnTo>
                    <a:pt x="239" y="466"/>
                  </a:lnTo>
                  <a:lnTo>
                    <a:pt x="239" y="463"/>
                  </a:lnTo>
                  <a:lnTo>
                    <a:pt x="239" y="463"/>
                  </a:lnTo>
                  <a:lnTo>
                    <a:pt x="239" y="463"/>
                  </a:lnTo>
                  <a:lnTo>
                    <a:pt x="239" y="461"/>
                  </a:lnTo>
                  <a:lnTo>
                    <a:pt x="239" y="461"/>
                  </a:lnTo>
                  <a:lnTo>
                    <a:pt x="239" y="461"/>
                  </a:lnTo>
                  <a:lnTo>
                    <a:pt x="239" y="459"/>
                  </a:lnTo>
                  <a:lnTo>
                    <a:pt x="239" y="454"/>
                  </a:lnTo>
                  <a:lnTo>
                    <a:pt x="237" y="452"/>
                  </a:lnTo>
                  <a:lnTo>
                    <a:pt x="237" y="452"/>
                  </a:lnTo>
                  <a:lnTo>
                    <a:pt x="239" y="450"/>
                  </a:lnTo>
                  <a:lnTo>
                    <a:pt x="239" y="446"/>
                  </a:lnTo>
                  <a:lnTo>
                    <a:pt x="239" y="446"/>
                  </a:lnTo>
                  <a:lnTo>
                    <a:pt x="241" y="441"/>
                  </a:lnTo>
                  <a:lnTo>
                    <a:pt x="241" y="439"/>
                  </a:lnTo>
                  <a:lnTo>
                    <a:pt x="241" y="439"/>
                  </a:lnTo>
                  <a:lnTo>
                    <a:pt x="241" y="437"/>
                  </a:lnTo>
                  <a:lnTo>
                    <a:pt x="243" y="437"/>
                  </a:lnTo>
                  <a:lnTo>
                    <a:pt x="243" y="435"/>
                  </a:lnTo>
                  <a:lnTo>
                    <a:pt x="243" y="435"/>
                  </a:lnTo>
                  <a:lnTo>
                    <a:pt x="245" y="435"/>
                  </a:lnTo>
                  <a:lnTo>
                    <a:pt x="245" y="432"/>
                  </a:lnTo>
                  <a:lnTo>
                    <a:pt x="245" y="432"/>
                  </a:lnTo>
                  <a:lnTo>
                    <a:pt x="245" y="432"/>
                  </a:lnTo>
                  <a:lnTo>
                    <a:pt x="248" y="432"/>
                  </a:lnTo>
                  <a:lnTo>
                    <a:pt x="252" y="428"/>
                  </a:lnTo>
                  <a:lnTo>
                    <a:pt x="252" y="428"/>
                  </a:lnTo>
                  <a:lnTo>
                    <a:pt x="254" y="428"/>
                  </a:lnTo>
                  <a:lnTo>
                    <a:pt x="261" y="426"/>
                  </a:lnTo>
                  <a:lnTo>
                    <a:pt x="261" y="426"/>
                  </a:lnTo>
                  <a:lnTo>
                    <a:pt x="263" y="426"/>
                  </a:lnTo>
                  <a:lnTo>
                    <a:pt x="263" y="423"/>
                  </a:lnTo>
                  <a:lnTo>
                    <a:pt x="263" y="423"/>
                  </a:lnTo>
                  <a:lnTo>
                    <a:pt x="263" y="423"/>
                  </a:lnTo>
                  <a:lnTo>
                    <a:pt x="263" y="421"/>
                  </a:lnTo>
                  <a:lnTo>
                    <a:pt x="263" y="421"/>
                  </a:lnTo>
                  <a:lnTo>
                    <a:pt x="263" y="421"/>
                  </a:lnTo>
                  <a:lnTo>
                    <a:pt x="265" y="421"/>
                  </a:lnTo>
                  <a:lnTo>
                    <a:pt x="265" y="421"/>
                  </a:lnTo>
                  <a:lnTo>
                    <a:pt x="265" y="421"/>
                  </a:lnTo>
                  <a:lnTo>
                    <a:pt x="268" y="421"/>
                  </a:lnTo>
                  <a:lnTo>
                    <a:pt x="268" y="421"/>
                  </a:lnTo>
                  <a:lnTo>
                    <a:pt x="270" y="421"/>
                  </a:lnTo>
                  <a:lnTo>
                    <a:pt x="270" y="421"/>
                  </a:lnTo>
                  <a:lnTo>
                    <a:pt x="272" y="421"/>
                  </a:lnTo>
                  <a:lnTo>
                    <a:pt x="272" y="421"/>
                  </a:lnTo>
                  <a:lnTo>
                    <a:pt x="272" y="421"/>
                  </a:lnTo>
                  <a:lnTo>
                    <a:pt x="274" y="421"/>
                  </a:lnTo>
                  <a:lnTo>
                    <a:pt x="274" y="423"/>
                  </a:lnTo>
                  <a:lnTo>
                    <a:pt x="274" y="423"/>
                  </a:lnTo>
                  <a:lnTo>
                    <a:pt x="277" y="423"/>
                  </a:lnTo>
                  <a:lnTo>
                    <a:pt x="279" y="423"/>
                  </a:lnTo>
                  <a:lnTo>
                    <a:pt x="281" y="423"/>
                  </a:lnTo>
                  <a:lnTo>
                    <a:pt x="283" y="426"/>
                  </a:lnTo>
                  <a:lnTo>
                    <a:pt x="285" y="426"/>
                  </a:lnTo>
                  <a:lnTo>
                    <a:pt x="285" y="426"/>
                  </a:lnTo>
                  <a:lnTo>
                    <a:pt x="285" y="426"/>
                  </a:lnTo>
                  <a:lnTo>
                    <a:pt x="285" y="428"/>
                  </a:lnTo>
                  <a:lnTo>
                    <a:pt x="288" y="428"/>
                  </a:lnTo>
                  <a:lnTo>
                    <a:pt x="288" y="430"/>
                  </a:lnTo>
                  <a:lnTo>
                    <a:pt x="288" y="430"/>
                  </a:lnTo>
                  <a:lnTo>
                    <a:pt x="290" y="430"/>
                  </a:lnTo>
                  <a:lnTo>
                    <a:pt x="290" y="432"/>
                  </a:lnTo>
                  <a:lnTo>
                    <a:pt x="292" y="432"/>
                  </a:lnTo>
                  <a:lnTo>
                    <a:pt x="294" y="435"/>
                  </a:lnTo>
                  <a:lnTo>
                    <a:pt x="294" y="437"/>
                  </a:lnTo>
                  <a:lnTo>
                    <a:pt x="296" y="439"/>
                  </a:lnTo>
                  <a:lnTo>
                    <a:pt x="296" y="441"/>
                  </a:lnTo>
                  <a:lnTo>
                    <a:pt x="296" y="441"/>
                  </a:lnTo>
                  <a:lnTo>
                    <a:pt x="299" y="441"/>
                  </a:lnTo>
                  <a:lnTo>
                    <a:pt x="299" y="443"/>
                  </a:lnTo>
                  <a:lnTo>
                    <a:pt x="299" y="443"/>
                  </a:lnTo>
                  <a:lnTo>
                    <a:pt x="299" y="446"/>
                  </a:lnTo>
                  <a:lnTo>
                    <a:pt x="299" y="446"/>
                  </a:lnTo>
                  <a:lnTo>
                    <a:pt x="299" y="446"/>
                  </a:lnTo>
                  <a:lnTo>
                    <a:pt x="299" y="448"/>
                  </a:lnTo>
                  <a:lnTo>
                    <a:pt x="305" y="448"/>
                  </a:lnTo>
                  <a:lnTo>
                    <a:pt x="305" y="448"/>
                  </a:lnTo>
                  <a:lnTo>
                    <a:pt x="308" y="448"/>
                  </a:lnTo>
                  <a:lnTo>
                    <a:pt x="308" y="448"/>
                  </a:lnTo>
                  <a:lnTo>
                    <a:pt x="308" y="448"/>
                  </a:lnTo>
                  <a:lnTo>
                    <a:pt x="308" y="446"/>
                  </a:lnTo>
                  <a:lnTo>
                    <a:pt x="310" y="446"/>
                  </a:lnTo>
                  <a:lnTo>
                    <a:pt x="310" y="446"/>
                  </a:lnTo>
                  <a:lnTo>
                    <a:pt x="310" y="446"/>
                  </a:lnTo>
                  <a:lnTo>
                    <a:pt x="312" y="446"/>
                  </a:lnTo>
                  <a:lnTo>
                    <a:pt x="312" y="446"/>
                  </a:lnTo>
                  <a:lnTo>
                    <a:pt x="314" y="446"/>
                  </a:lnTo>
                  <a:lnTo>
                    <a:pt x="316" y="446"/>
                  </a:lnTo>
                  <a:lnTo>
                    <a:pt x="316" y="446"/>
                  </a:lnTo>
                  <a:lnTo>
                    <a:pt x="316" y="446"/>
                  </a:lnTo>
                  <a:lnTo>
                    <a:pt x="316" y="443"/>
                  </a:lnTo>
                  <a:lnTo>
                    <a:pt x="316" y="443"/>
                  </a:lnTo>
                  <a:lnTo>
                    <a:pt x="316" y="441"/>
                  </a:lnTo>
                  <a:lnTo>
                    <a:pt x="316" y="441"/>
                  </a:lnTo>
                  <a:lnTo>
                    <a:pt x="319" y="441"/>
                  </a:lnTo>
                  <a:lnTo>
                    <a:pt x="319" y="441"/>
                  </a:lnTo>
                  <a:lnTo>
                    <a:pt x="319" y="439"/>
                  </a:lnTo>
                  <a:lnTo>
                    <a:pt x="319" y="439"/>
                  </a:lnTo>
                  <a:lnTo>
                    <a:pt x="319" y="439"/>
                  </a:lnTo>
                  <a:lnTo>
                    <a:pt x="325" y="437"/>
                  </a:lnTo>
                  <a:lnTo>
                    <a:pt x="325" y="437"/>
                  </a:lnTo>
                  <a:lnTo>
                    <a:pt x="330" y="437"/>
                  </a:lnTo>
                  <a:lnTo>
                    <a:pt x="330" y="437"/>
                  </a:lnTo>
                  <a:lnTo>
                    <a:pt x="330" y="435"/>
                  </a:lnTo>
                  <a:lnTo>
                    <a:pt x="330" y="435"/>
                  </a:lnTo>
                  <a:lnTo>
                    <a:pt x="332" y="435"/>
                  </a:lnTo>
                  <a:lnTo>
                    <a:pt x="332" y="435"/>
                  </a:lnTo>
                  <a:lnTo>
                    <a:pt x="332" y="432"/>
                  </a:lnTo>
                  <a:lnTo>
                    <a:pt x="332" y="432"/>
                  </a:lnTo>
                  <a:lnTo>
                    <a:pt x="332" y="432"/>
                  </a:lnTo>
                  <a:lnTo>
                    <a:pt x="332" y="430"/>
                  </a:lnTo>
                  <a:lnTo>
                    <a:pt x="330" y="430"/>
                  </a:lnTo>
                  <a:lnTo>
                    <a:pt x="325" y="426"/>
                  </a:lnTo>
                  <a:lnTo>
                    <a:pt x="325" y="426"/>
                  </a:lnTo>
                  <a:lnTo>
                    <a:pt x="325" y="423"/>
                  </a:lnTo>
                  <a:lnTo>
                    <a:pt x="325" y="423"/>
                  </a:lnTo>
                  <a:lnTo>
                    <a:pt x="325" y="421"/>
                  </a:lnTo>
                  <a:lnTo>
                    <a:pt x="325" y="421"/>
                  </a:lnTo>
                  <a:lnTo>
                    <a:pt x="325" y="419"/>
                  </a:lnTo>
                  <a:lnTo>
                    <a:pt x="325" y="417"/>
                  </a:lnTo>
                  <a:lnTo>
                    <a:pt x="325" y="417"/>
                  </a:lnTo>
                  <a:lnTo>
                    <a:pt x="327" y="417"/>
                  </a:lnTo>
                  <a:lnTo>
                    <a:pt x="327" y="415"/>
                  </a:lnTo>
                  <a:lnTo>
                    <a:pt x="327" y="415"/>
                  </a:lnTo>
                  <a:lnTo>
                    <a:pt x="327" y="412"/>
                  </a:lnTo>
                  <a:lnTo>
                    <a:pt x="330" y="410"/>
                  </a:lnTo>
                  <a:lnTo>
                    <a:pt x="330" y="410"/>
                  </a:lnTo>
                  <a:lnTo>
                    <a:pt x="330" y="408"/>
                  </a:lnTo>
                  <a:lnTo>
                    <a:pt x="330" y="406"/>
                  </a:lnTo>
                  <a:lnTo>
                    <a:pt x="332" y="406"/>
                  </a:lnTo>
                  <a:lnTo>
                    <a:pt x="332" y="401"/>
                  </a:lnTo>
                  <a:lnTo>
                    <a:pt x="332" y="401"/>
                  </a:lnTo>
                  <a:lnTo>
                    <a:pt x="332" y="401"/>
                  </a:lnTo>
                  <a:lnTo>
                    <a:pt x="332" y="399"/>
                  </a:lnTo>
                  <a:lnTo>
                    <a:pt x="334" y="395"/>
                  </a:lnTo>
                  <a:lnTo>
                    <a:pt x="336" y="395"/>
                  </a:lnTo>
                  <a:lnTo>
                    <a:pt x="336" y="395"/>
                  </a:lnTo>
                  <a:lnTo>
                    <a:pt x="336" y="392"/>
                  </a:lnTo>
                  <a:lnTo>
                    <a:pt x="336" y="390"/>
                  </a:lnTo>
                  <a:lnTo>
                    <a:pt x="336" y="390"/>
                  </a:lnTo>
                  <a:lnTo>
                    <a:pt x="336" y="388"/>
                  </a:lnTo>
                  <a:lnTo>
                    <a:pt x="339" y="388"/>
                  </a:lnTo>
                  <a:lnTo>
                    <a:pt x="339" y="388"/>
                  </a:lnTo>
                  <a:lnTo>
                    <a:pt x="341" y="384"/>
                  </a:lnTo>
                  <a:lnTo>
                    <a:pt x="343" y="379"/>
                  </a:lnTo>
                  <a:lnTo>
                    <a:pt x="343" y="379"/>
                  </a:lnTo>
                  <a:lnTo>
                    <a:pt x="343" y="379"/>
                  </a:lnTo>
                  <a:lnTo>
                    <a:pt x="343" y="377"/>
                  </a:lnTo>
                  <a:lnTo>
                    <a:pt x="343" y="377"/>
                  </a:lnTo>
                  <a:lnTo>
                    <a:pt x="343" y="377"/>
                  </a:lnTo>
                  <a:lnTo>
                    <a:pt x="345" y="375"/>
                  </a:lnTo>
                  <a:lnTo>
                    <a:pt x="345" y="375"/>
                  </a:lnTo>
                  <a:lnTo>
                    <a:pt x="345" y="375"/>
                  </a:lnTo>
                  <a:lnTo>
                    <a:pt x="347" y="375"/>
                  </a:lnTo>
                  <a:lnTo>
                    <a:pt x="347" y="372"/>
                  </a:lnTo>
                  <a:lnTo>
                    <a:pt x="350" y="372"/>
                  </a:lnTo>
                  <a:lnTo>
                    <a:pt x="350" y="372"/>
                  </a:lnTo>
                  <a:lnTo>
                    <a:pt x="350" y="370"/>
                  </a:lnTo>
                  <a:lnTo>
                    <a:pt x="350" y="370"/>
                  </a:lnTo>
                  <a:lnTo>
                    <a:pt x="350" y="370"/>
                  </a:lnTo>
                  <a:lnTo>
                    <a:pt x="350" y="370"/>
                  </a:lnTo>
                  <a:lnTo>
                    <a:pt x="352" y="368"/>
                  </a:lnTo>
                  <a:lnTo>
                    <a:pt x="372" y="368"/>
                  </a:lnTo>
                  <a:lnTo>
                    <a:pt x="436" y="368"/>
                  </a:lnTo>
                  <a:lnTo>
                    <a:pt x="429" y="288"/>
                  </a:lnTo>
                  <a:close/>
                </a:path>
              </a:pathLst>
            </a:custGeom>
            <a:solidFill>
              <a:srgbClr val="D6D9ED"/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CCC59C3F-621D-4A47-9687-7C4BE959C0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8" y="1526"/>
              <a:ext cx="514" cy="421"/>
            </a:xfrm>
            <a:custGeom>
              <a:avLst/>
              <a:gdLst>
                <a:gd name="T0" fmla="*/ 499 w 514"/>
                <a:gd name="T1" fmla="*/ 288 h 421"/>
                <a:gd name="T2" fmla="*/ 501 w 514"/>
                <a:gd name="T3" fmla="*/ 259 h 421"/>
                <a:gd name="T4" fmla="*/ 501 w 514"/>
                <a:gd name="T5" fmla="*/ 232 h 421"/>
                <a:gd name="T6" fmla="*/ 479 w 514"/>
                <a:gd name="T7" fmla="*/ 226 h 421"/>
                <a:gd name="T8" fmla="*/ 390 w 514"/>
                <a:gd name="T9" fmla="*/ 213 h 421"/>
                <a:gd name="T10" fmla="*/ 390 w 514"/>
                <a:gd name="T11" fmla="*/ 199 h 421"/>
                <a:gd name="T12" fmla="*/ 386 w 514"/>
                <a:gd name="T13" fmla="*/ 162 h 421"/>
                <a:gd name="T14" fmla="*/ 388 w 514"/>
                <a:gd name="T15" fmla="*/ 133 h 421"/>
                <a:gd name="T16" fmla="*/ 392 w 514"/>
                <a:gd name="T17" fmla="*/ 119 h 421"/>
                <a:gd name="T18" fmla="*/ 384 w 514"/>
                <a:gd name="T19" fmla="*/ 93 h 421"/>
                <a:gd name="T20" fmla="*/ 392 w 514"/>
                <a:gd name="T21" fmla="*/ 64 h 421"/>
                <a:gd name="T22" fmla="*/ 370 w 514"/>
                <a:gd name="T23" fmla="*/ 53 h 421"/>
                <a:gd name="T24" fmla="*/ 357 w 514"/>
                <a:gd name="T25" fmla="*/ 62 h 421"/>
                <a:gd name="T26" fmla="*/ 342 w 514"/>
                <a:gd name="T27" fmla="*/ 46 h 421"/>
                <a:gd name="T28" fmla="*/ 328 w 514"/>
                <a:gd name="T29" fmla="*/ 31 h 421"/>
                <a:gd name="T30" fmla="*/ 315 w 514"/>
                <a:gd name="T31" fmla="*/ 26 h 421"/>
                <a:gd name="T32" fmla="*/ 299 w 514"/>
                <a:gd name="T33" fmla="*/ 2 h 421"/>
                <a:gd name="T34" fmla="*/ 231 w 514"/>
                <a:gd name="T35" fmla="*/ 13 h 421"/>
                <a:gd name="T36" fmla="*/ 213 w 514"/>
                <a:gd name="T37" fmla="*/ 24 h 421"/>
                <a:gd name="T38" fmla="*/ 211 w 514"/>
                <a:gd name="T39" fmla="*/ 42 h 421"/>
                <a:gd name="T40" fmla="*/ 198 w 514"/>
                <a:gd name="T41" fmla="*/ 51 h 421"/>
                <a:gd name="T42" fmla="*/ 198 w 514"/>
                <a:gd name="T43" fmla="*/ 71 h 421"/>
                <a:gd name="T44" fmla="*/ 175 w 514"/>
                <a:gd name="T45" fmla="*/ 71 h 421"/>
                <a:gd name="T46" fmla="*/ 151 w 514"/>
                <a:gd name="T47" fmla="*/ 71 h 421"/>
                <a:gd name="T48" fmla="*/ 138 w 514"/>
                <a:gd name="T49" fmla="*/ 93 h 421"/>
                <a:gd name="T50" fmla="*/ 124 w 514"/>
                <a:gd name="T51" fmla="*/ 104 h 421"/>
                <a:gd name="T52" fmla="*/ 116 w 514"/>
                <a:gd name="T53" fmla="*/ 93 h 421"/>
                <a:gd name="T54" fmla="*/ 98 w 514"/>
                <a:gd name="T55" fmla="*/ 106 h 421"/>
                <a:gd name="T56" fmla="*/ 80 w 514"/>
                <a:gd name="T57" fmla="*/ 115 h 421"/>
                <a:gd name="T58" fmla="*/ 65 w 514"/>
                <a:gd name="T59" fmla="*/ 102 h 421"/>
                <a:gd name="T60" fmla="*/ 31 w 514"/>
                <a:gd name="T61" fmla="*/ 104 h 421"/>
                <a:gd name="T62" fmla="*/ 5 w 514"/>
                <a:gd name="T63" fmla="*/ 131 h 421"/>
                <a:gd name="T64" fmla="*/ 51 w 514"/>
                <a:gd name="T65" fmla="*/ 133 h 421"/>
                <a:gd name="T66" fmla="*/ 71 w 514"/>
                <a:gd name="T67" fmla="*/ 131 h 421"/>
                <a:gd name="T68" fmla="*/ 80 w 514"/>
                <a:gd name="T69" fmla="*/ 128 h 421"/>
                <a:gd name="T70" fmla="*/ 91 w 514"/>
                <a:gd name="T71" fmla="*/ 135 h 421"/>
                <a:gd name="T72" fmla="*/ 107 w 514"/>
                <a:gd name="T73" fmla="*/ 126 h 421"/>
                <a:gd name="T74" fmla="*/ 113 w 514"/>
                <a:gd name="T75" fmla="*/ 162 h 421"/>
                <a:gd name="T76" fmla="*/ 102 w 514"/>
                <a:gd name="T77" fmla="*/ 184 h 421"/>
                <a:gd name="T78" fmla="*/ 104 w 514"/>
                <a:gd name="T79" fmla="*/ 206 h 421"/>
                <a:gd name="T80" fmla="*/ 109 w 514"/>
                <a:gd name="T81" fmla="*/ 228 h 421"/>
                <a:gd name="T82" fmla="*/ 109 w 514"/>
                <a:gd name="T83" fmla="*/ 248 h 421"/>
                <a:gd name="T84" fmla="*/ 120 w 514"/>
                <a:gd name="T85" fmla="*/ 268 h 421"/>
                <a:gd name="T86" fmla="*/ 127 w 514"/>
                <a:gd name="T87" fmla="*/ 277 h 421"/>
                <a:gd name="T88" fmla="*/ 133 w 514"/>
                <a:gd name="T89" fmla="*/ 292 h 421"/>
                <a:gd name="T90" fmla="*/ 153 w 514"/>
                <a:gd name="T91" fmla="*/ 306 h 421"/>
                <a:gd name="T92" fmla="*/ 164 w 514"/>
                <a:gd name="T93" fmla="*/ 312 h 421"/>
                <a:gd name="T94" fmla="*/ 173 w 514"/>
                <a:gd name="T95" fmla="*/ 323 h 421"/>
                <a:gd name="T96" fmla="*/ 191 w 514"/>
                <a:gd name="T97" fmla="*/ 330 h 421"/>
                <a:gd name="T98" fmla="*/ 215 w 514"/>
                <a:gd name="T99" fmla="*/ 334 h 421"/>
                <a:gd name="T100" fmla="*/ 246 w 514"/>
                <a:gd name="T101" fmla="*/ 341 h 421"/>
                <a:gd name="T102" fmla="*/ 266 w 514"/>
                <a:gd name="T103" fmla="*/ 346 h 421"/>
                <a:gd name="T104" fmla="*/ 277 w 514"/>
                <a:gd name="T105" fmla="*/ 352 h 421"/>
                <a:gd name="T106" fmla="*/ 291 w 514"/>
                <a:gd name="T107" fmla="*/ 365 h 421"/>
                <a:gd name="T108" fmla="*/ 306 w 514"/>
                <a:gd name="T109" fmla="*/ 370 h 421"/>
                <a:gd name="T110" fmla="*/ 330 w 514"/>
                <a:gd name="T111" fmla="*/ 381 h 421"/>
                <a:gd name="T112" fmla="*/ 348 w 514"/>
                <a:gd name="T113" fmla="*/ 392 h 421"/>
                <a:gd name="T114" fmla="*/ 373 w 514"/>
                <a:gd name="T115" fmla="*/ 410 h 421"/>
                <a:gd name="T116" fmla="*/ 410 w 514"/>
                <a:gd name="T117" fmla="*/ 410 h 421"/>
                <a:gd name="T118" fmla="*/ 437 w 514"/>
                <a:gd name="T119" fmla="*/ 414 h 421"/>
                <a:gd name="T120" fmla="*/ 481 w 514"/>
                <a:gd name="T121" fmla="*/ 379 h 421"/>
                <a:gd name="T122" fmla="*/ 499 w 514"/>
                <a:gd name="T123" fmla="*/ 357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14" h="421">
                  <a:moveTo>
                    <a:pt x="514" y="323"/>
                  </a:moveTo>
                  <a:lnTo>
                    <a:pt x="512" y="323"/>
                  </a:lnTo>
                  <a:lnTo>
                    <a:pt x="510" y="319"/>
                  </a:lnTo>
                  <a:lnTo>
                    <a:pt x="510" y="317"/>
                  </a:lnTo>
                  <a:lnTo>
                    <a:pt x="510" y="314"/>
                  </a:lnTo>
                  <a:lnTo>
                    <a:pt x="510" y="314"/>
                  </a:lnTo>
                  <a:lnTo>
                    <a:pt x="510" y="306"/>
                  </a:lnTo>
                  <a:lnTo>
                    <a:pt x="510" y="303"/>
                  </a:lnTo>
                  <a:lnTo>
                    <a:pt x="508" y="303"/>
                  </a:lnTo>
                  <a:lnTo>
                    <a:pt x="505" y="299"/>
                  </a:lnTo>
                  <a:lnTo>
                    <a:pt x="505" y="297"/>
                  </a:lnTo>
                  <a:lnTo>
                    <a:pt x="503" y="292"/>
                  </a:lnTo>
                  <a:lnTo>
                    <a:pt x="501" y="290"/>
                  </a:lnTo>
                  <a:lnTo>
                    <a:pt x="501" y="288"/>
                  </a:lnTo>
                  <a:lnTo>
                    <a:pt x="501" y="288"/>
                  </a:lnTo>
                  <a:lnTo>
                    <a:pt x="501" y="288"/>
                  </a:lnTo>
                  <a:lnTo>
                    <a:pt x="499" y="288"/>
                  </a:lnTo>
                  <a:lnTo>
                    <a:pt x="499" y="288"/>
                  </a:lnTo>
                  <a:lnTo>
                    <a:pt x="497" y="288"/>
                  </a:lnTo>
                  <a:lnTo>
                    <a:pt x="497" y="288"/>
                  </a:lnTo>
                  <a:lnTo>
                    <a:pt x="497" y="288"/>
                  </a:lnTo>
                  <a:lnTo>
                    <a:pt x="494" y="286"/>
                  </a:lnTo>
                  <a:lnTo>
                    <a:pt x="494" y="286"/>
                  </a:lnTo>
                  <a:lnTo>
                    <a:pt x="494" y="283"/>
                  </a:lnTo>
                  <a:lnTo>
                    <a:pt x="494" y="281"/>
                  </a:lnTo>
                  <a:lnTo>
                    <a:pt x="494" y="279"/>
                  </a:lnTo>
                  <a:lnTo>
                    <a:pt x="494" y="277"/>
                  </a:lnTo>
                  <a:lnTo>
                    <a:pt x="494" y="277"/>
                  </a:lnTo>
                  <a:lnTo>
                    <a:pt x="492" y="270"/>
                  </a:lnTo>
                  <a:lnTo>
                    <a:pt x="492" y="266"/>
                  </a:lnTo>
                  <a:lnTo>
                    <a:pt x="494" y="266"/>
                  </a:lnTo>
                  <a:lnTo>
                    <a:pt x="494" y="266"/>
                  </a:lnTo>
                  <a:lnTo>
                    <a:pt x="494" y="264"/>
                  </a:lnTo>
                  <a:lnTo>
                    <a:pt x="499" y="261"/>
                  </a:lnTo>
                  <a:lnTo>
                    <a:pt x="499" y="259"/>
                  </a:lnTo>
                  <a:lnTo>
                    <a:pt x="501" y="259"/>
                  </a:lnTo>
                  <a:lnTo>
                    <a:pt x="501" y="257"/>
                  </a:lnTo>
                  <a:lnTo>
                    <a:pt x="503" y="257"/>
                  </a:lnTo>
                  <a:lnTo>
                    <a:pt x="503" y="255"/>
                  </a:lnTo>
                  <a:lnTo>
                    <a:pt x="503" y="255"/>
                  </a:lnTo>
                  <a:lnTo>
                    <a:pt x="503" y="252"/>
                  </a:lnTo>
                  <a:lnTo>
                    <a:pt x="505" y="252"/>
                  </a:lnTo>
                  <a:lnTo>
                    <a:pt x="505" y="252"/>
                  </a:lnTo>
                  <a:lnTo>
                    <a:pt x="505" y="252"/>
                  </a:lnTo>
                  <a:lnTo>
                    <a:pt x="508" y="252"/>
                  </a:lnTo>
                  <a:lnTo>
                    <a:pt x="508" y="250"/>
                  </a:lnTo>
                  <a:lnTo>
                    <a:pt x="508" y="250"/>
                  </a:lnTo>
                  <a:lnTo>
                    <a:pt x="508" y="248"/>
                  </a:lnTo>
                  <a:lnTo>
                    <a:pt x="503" y="241"/>
                  </a:lnTo>
                  <a:lnTo>
                    <a:pt x="503" y="239"/>
                  </a:lnTo>
                  <a:lnTo>
                    <a:pt x="503" y="239"/>
                  </a:lnTo>
                  <a:lnTo>
                    <a:pt x="503" y="237"/>
                  </a:lnTo>
                  <a:lnTo>
                    <a:pt x="503" y="237"/>
                  </a:lnTo>
                  <a:lnTo>
                    <a:pt x="501" y="232"/>
                  </a:lnTo>
                  <a:lnTo>
                    <a:pt x="501" y="232"/>
                  </a:lnTo>
                  <a:lnTo>
                    <a:pt x="499" y="230"/>
                  </a:lnTo>
                  <a:lnTo>
                    <a:pt x="499" y="230"/>
                  </a:lnTo>
                  <a:lnTo>
                    <a:pt x="497" y="230"/>
                  </a:lnTo>
                  <a:lnTo>
                    <a:pt x="497" y="230"/>
                  </a:lnTo>
                  <a:lnTo>
                    <a:pt x="494" y="230"/>
                  </a:lnTo>
                  <a:lnTo>
                    <a:pt x="494" y="230"/>
                  </a:lnTo>
                  <a:lnTo>
                    <a:pt x="494" y="230"/>
                  </a:lnTo>
                  <a:lnTo>
                    <a:pt x="490" y="228"/>
                  </a:lnTo>
                  <a:lnTo>
                    <a:pt x="490" y="228"/>
                  </a:lnTo>
                  <a:lnTo>
                    <a:pt x="490" y="230"/>
                  </a:lnTo>
                  <a:lnTo>
                    <a:pt x="488" y="230"/>
                  </a:lnTo>
                  <a:lnTo>
                    <a:pt x="488" y="230"/>
                  </a:lnTo>
                  <a:lnTo>
                    <a:pt x="488" y="230"/>
                  </a:lnTo>
                  <a:lnTo>
                    <a:pt x="483" y="228"/>
                  </a:lnTo>
                  <a:lnTo>
                    <a:pt x="483" y="228"/>
                  </a:lnTo>
                  <a:lnTo>
                    <a:pt x="481" y="228"/>
                  </a:lnTo>
                  <a:lnTo>
                    <a:pt x="479" y="226"/>
                  </a:lnTo>
                  <a:lnTo>
                    <a:pt x="479" y="226"/>
                  </a:lnTo>
                  <a:lnTo>
                    <a:pt x="479" y="226"/>
                  </a:lnTo>
                  <a:lnTo>
                    <a:pt x="477" y="228"/>
                  </a:lnTo>
                  <a:lnTo>
                    <a:pt x="474" y="228"/>
                  </a:lnTo>
                  <a:lnTo>
                    <a:pt x="474" y="230"/>
                  </a:lnTo>
                  <a:lnTo>
                    <a:pt x="474" y="230"/>
                  </a:lnTo>
                  <a:lnTo>
                    <a:pt x="472" y="228"/>
                  </a:lnTo>
                  <a:lnTo>
                    <a:pt x="470" y="226"/>
                  </a:lnTo>
                  <a:lnTo>
                    <a:pt x="468" y="224"/>
                  </a:lnTo>
                  <a:lnTo>
                    <a:pt x="468" y="224"/>
                  </a:lnTo>
                  <a:lnTo>
                    <a:pt x="468" y="221"/>
                  </a:lnTo>
                  <a:lnTo>
                    <a:pt x="470" y="221"/>
                  </a:lnTo>
                  <a:lnTo>
                    <a:pt x="468" y="221"/>
                  </a:lnTo>
                  <a:lnTo>
                    <a:pt x="392" y="221"/>
                  </a:lnTo>
                  <a:lnTo>
                    <a:pt x="390" y="219"/>
                  </a:lnTo>
                  <a:lnTo>
                    <a:pt x="388" y="219"/>
                  </a:lnTo>
                  <a:lnTo>
                    <a:pt x="388" y="217"/>
                  </a:lnTo>
                  <a:lnTo>
                    <a:pt x="390" y="213"/>
                  </a:lnTo>
                  <a:lnTo>
                    <a:pt x="390" y="210"/>
                  </a:lnTo>
                  <a:lnTo>
                    <a:pt x="390" y="210"/>
                  </a:lnTo>
                  <a:lnTo>
                    <a:pt x="390" y="206"/>
                  </a:lnTo>
                  <a:lnTo>
                    <a:pt x="390" y="206"/>
                  </a:lnTo>
                  <a:lnTo>
                    <a:pt x="390" y="204"/>
                  </a:lnTo>
                  <a:lnTo>
                    <a:pt x="390" y="204"/>
                  </a:lnTo>
                  <a:lnTo>
                    <a:pt x="390" y="204"/>
                  </a:lnTo>
                  <a:lnTo>
                    <a:pt x="390" y="204"/>
                  </a:lnTo>
                  <a:lnTo>
                    <a:pt x="392" y="204"/>
                  </a:lnTo>
                  <a:lnTo>
                    <a:pt x="392" y="204"/>
                  </a:lnTo>
                  <a:lnTo>
                    <a:pt x="392" y="204"/>
                  </a:lnTo>
                  <a:lnTo>
                    <a:pt x="392" y="201"/>
                  </a:lnTo>
                  <a:lnTo>
                    <a:pt x="392" y="199"/>
                  </a:lnTo>
                  <a:lnTo>
                    <a:pt x="392" y="199"/>
                  </a:lnTo>
                  <a:lnTo>
                    <a:pt x="392" y="199"/>
                  </a:lnTo>
                  <a:lnTo>
                    <a:pt x="392" y="199"/>
                  </a:lnTo>
                  <a:lnTo>
                    <a:pt x="390" y="199"/>
                  </a:lnTo>
                  <a:lnTo>
                    <a:pt x="390" y="199"/>
                  </a:lnTo>
                  <a:lnTo>
                    <a:pt x="390" y="197"/>
                  </a:lnTo>
                  <a:lnTo>
                    <a:pt x="390" y="195"/>
                  </a:lnTo>
                  <a:lnTo>
                    <a:pt x="390" y="193"/>
                  </a:lnTo>
                  <a:lnTo>
                    <a:pt x="392" y="188"/>
                  </a:lnTo>
                  <a:lnTo>
                    <a:pt x="392" y="184"/>
                  </a:lnTo>
                  <a:lnTo>
                    <a:pt x="392" y="182"/>
                  </a:lnTo>
                  <a:lnTo>
                    <a:pt x="392" y="179"/>
                  </a:lnTo>
                  <a:lnTo>
                    <a:pt x="392" y="179"/>
                  </a:lnTo>
                  <a:lnTo>
                    <a:pt x="392" y="177"/>
                  </a:lnTo>
                  <a:lnTo>
                    <a:pt x="392" y="177"/>
                  </a:lnTo>
                  <a:lnTo>
                    <a:pt x="390" y="175"/>
                  </a:lnTo>
                  <a:lnTo>
                    <a:pt x="390" y="175"/>
                  </a:lnTo>
                  <a:lnTo>
                    <a:pt x="390" y="173"/>
                  </a:lnTo>
                  <a:lnTo>
                    <a:pt x="386" y="166"/>
                  </a:lnTo>
                  <a:lnTo>
                    <a:pt x="386" y="166"/>
                  </a:lnTo>
                  <a:lnTo>
                    <a:pt x="386" y="164"/>
                  </a:lnTo>
                  <a:lnTo>
                    <a:pt x="386" y="162"/>
                  </a:lnTo>
                  <a:lnTo>
                    <a:pt x="386" y="162"/>
                  </a:lnTo>
                  <a:lnTo>
                    <a:pt x="386" y="159"/>
                  </a:lnTo>
                  <a:lnTo>
                    <a:pt x="386" y="159"/>
                  </a:lnTo>
                  <a:lnTo>
                    <a:pt x="386" y="157"/>
                  </a:lnTo>
                  <a:lnTo>
                    <a:pt x="386" y="157"/>
                  </a:lnTo>
                  <a:lnTo>
                    <a:pt x="386" y="155"/>
                  </a:lnTo>
                  <a:lnTo>
                    <a:pt x="386" y="153"/>
                  </a:lnTo>
                  <a:lnTo>
                    <a:pt x="386" y="151"/>
                  </a:lnTo>
                  <a:lnTo>
                    <a:pt x="386" y="151"/>
                  </a:lnTo>
                  <a:lnTo>
                    <a:pt x="388" y="146"/>
                  </a:lnTo>
                  <a:lnTo>
                    <a:pt x="388" y="146"/>
                  </a:lnTo>
                  <a:lnTo>
                    <a:pt x="388" y="146"/>
                  </a:lnTo>
                  <a:lnTo>
                    <a:pt x="388" y="144"/>
                  </a:lnTo>
                  <a:lnTo>
                    <a:pt x="388" y="142"/>
                  </a:lnTo>
                  <a:lnTo>
                    <a:pt x="388" y="142"/>
                  </a:lnTo>
                  <a:lnTo>
                    <a:pt x="388" y="139"/>
                  </a:lnTo>
                  <a:lnTo>
                    <a:pt x="390" y="137"/>
                  </a:lnTo>
                  <a:lnTo>
                    <a:pt x="390" y="137"/>
                  </a:lnTo>
                  <a:lnTo>
                    <a:pt x="388" y="133"/>
                  </a:lnTo>
                  <a:lnTo>
                    <a:pt x="388" y="133"/>
                  </a:lnTo>
                  <a:lnTo>
                    <a:pt x="388" y="131"/>
                  </a:lnTo>
                  <a:lnTo>
                    <a:pt x="388" y="128"/>
                  </a:lnTo>
                  <a:lnTo>
                    <a:pt x="386" y="128"/>
                  </a:lnTo>
                  <a:lnTo>
                    <a:pt x="386" y="128"/>
                  </a:lnTo>
                  <a:lnTo>
                    <a:pt x="386" y="126"/>
                  </a:lnTo>
                  <a:lnTo>
                    <a:pt x="386" y="126"/>
                  </a:lnTo>
                  <a:lnTo>
                    <a:pt x="386" y="126"/>
                  </a:lnTo>
                  <a:lnTo>
                    <a:pt x="388" y="126"/>
                  </a:lnTo>
                  <a:lnTo>
                    <a:pt x="388" y="126"/>
                  </a:lnTo>
                  <a:lnTo>
                    <a:pt x="390" y="124"/>
                  </a:lnTo>
                  <a:lnTo>
                    <a:pt x="390" y="122"/>
                  </a:lnTo>
                  <a:lnTo>
                    <a:pt x="390" y="122"/>
                  </a:lnTo>
                  <a:lnTo>
                    <a:pt x="390" y="122"/>
                  </a:lnTo>
                  <a:lnTo>
                    <a:pt x="392" y="122"/>
                  </a:lnTo>
                  <a:lnTo>
                    <a:pt x="392" y="119"/>
                  </a:lnTo>
                  <a:lnTo>
                    <a:pt x="392" y="119"/>
                  </a:lnTo>
                  <a:lnTo>
                    <a:pt x="392" y="119"/>
                  </a:lnTo>
                  <a:lnTo>
                    <a:pt x="390" y="117"/>
                  </a:lnTo>
                  <a:lnTo>
                    <a:pt x="390" y="117"/>
                  </a:lnTo>
                  <a:lnTo>
                    <a:pt x="390" y="117"/>
                  </a:lnTo>
                  <a:lnTo>
                    <a:pt x="390" y="115"/>
                  </a:lnTo>
                  <a:lnTo>
                    <a:pt x="388" y="115"/>
                  </a:lnTo>
                  <a:lnTo>
                    <a:pt x="386" y="106"/>
                  </a:lnTo>
                  <a:lnTo>
                    <a:pt x="388" y="104"/>
                  </a:lnTo>
                  <a:lnTo>
                    <a:pt x="388" y="104"/>
                  </a:lnTo>
                  <a:lnTo>
                    <a:pt x="386" y="102"/>
                  </a:lnTo>
                  <a:lnTo>
                    <a:pt x="386" y="102"/>
                  </a:lnTo>
                  <a:lnTo>
                    <a:pt x="386" y="100"/>
                  </a:lnTo>
                  <a:lnTo>
                    <a:pt x="384" y="100"/>
                  </a:lnTo>
                  <a:lnTo>
                    <a:pt x="384" y="97"/>
                  </a:lnTo>
                  <a:lnTo>
                    <a:pt x="384" y="97"/>
                  </a:lnTo>
                  <a:lnTo>
                    <a:pt x="381" y="97"/>
                  </a:lnTo>
                  <a:lnTo>
                    <a:pt x="384" y="95"/>
                  </a:lnTo>
                  <a:lnTo>
                    <a:pt x="384" y="93"/>
                  </a:lnTo>
                  <a:lnTo>
                    <a:pt x="384" y="93"/>
                  </a:lnTo>
                  <a:lnTo>
                    <a:pt x="384" y="91"/>
                  </a:lnTo>
                  <a:lnTo>
                    <a:pt x="384" y="91"/>
                  </a:lnTo>
                  <a:lnTo>
                    <a:pt x="384" y="91"/>
                  </a:lnTo>
                  <a:lnTo>
                    <a:pt x="386" y="91"/>
                  </a:lnTo>
                  <a:lnTo>
                    <a:pt x="388" y="91"/>
                  </a:lnTo>
                  <a:lnTo>
                    <a:pt x="388" y="91"/>
                  </a:lnTo>
                  <a:lnTo>
                    <a:pt x="388" y="88"/>
                  </a:lnTo>
                  <a:lnTo>
                    <a:pt x="388" y="88"/>
                  </a:lnTo>
                  <a:lnTo>
                    <a:pt x="388" y="88"/>
                  </a:lnTo>
                  <a:lnTo>
                    <a:pt x="386" y="82"/>
                  </a:lnTo>
                  <a:lnTo>
                    <a:pt x="386" y="82"/>
                  </a:lnTo>
                  <a:lnTo>
                    <a:pt x="386" y="80"/>
                  </a:lnTo>
                  <a:lnTo>
                    <a:pt x="386" y="80"/>
                  </a:lnTo>
                  <a:lnTo>
                    <a:pt x="388" y="73"/>
                  </a:lnTo>
                  <a:lnTo>
                    <a:pt x="392" y="66"/>
                  </a:lnTo>
                  <a:lnTo>
                    <a:pt x="392" y="66"/>
                  </a:lnTo>
                  <a:lnTo>
                    <a:pt x="392" y="64"/>
                  </a:lnTo>
                  <a:lnTo>
                    <a:pt x="392" y="64"/>
                  </a:lnTo>
                  <a:lnTo>
                    <a:pt x="390" y="62"/>
                  </a:lnTo>
                  <a:lnTo>
                    <a:pt x="390" y="62"/>
                  </a:lnTo>
                  <a:lnTo>
                    <a:pt x="388" y="60"/>
                  </a:lnTo>
                  <a:lnTo>
                    <a:pt x="386" y="57"/>
                  </a:lnTo>
                  <a:lnTo>
                    <a:pt x="381" y="55"/>
                  </a:lnTo>
                  <a:lnTo>
                    <a:pt x="384" y="53"/>
                  </a:lnTo>
                  <a:lnTo>
                    <a:pt x="384" y="53"/>
                  </a:lnTo>
                  <a:lnTo>
                    <a:pt x="381" y="51"/>
                  </a:lnTo>
                  <a:lnTo>
                    <a:pt x="381" y="51"/>
                  </a:lnTo>
                  <a:lnTo>
                    <a:pt x="377" y="51"/>
                  </a:lnTo>
                  <a:lnTo>
                    <a:pt x="375" y="51"/>
                  </a:lnTo>
                  <a:lnTo>
                    <a:pt x="375" y="51"/>
                  </a:lnTo>
                  <a:lnTo>
                    <a:pt x="373" y="51"/>
                  </a:lnTo>
                  <a:lnTo>
                    <a:pt x="373" y="51"/>
                  </a:lnTo>
                  <a:lnTo>
                    <a:pt x="373" y="53"/>
                  </a:lnTo>
                  <a:lnTo>
                    <a:pt x="370" y="53"/>
                  </a:lnTo>
                  <a:lnTo>
                    <a:pt x="370" y="53"/>
                  </a:lnTo>
                  <a:lnTo>
                    <a:pt x="370" y="53"/>
                  </a:lnTo>
                  <a:lnTo>
                    <a:pt x="368" y="53"/>
                  </a:lnTo>
                  <a:lnTo>
                    <a:pt x="366" y="53"/>
                  </a:lnTo>
                  <a:lnTo>
                    <a:pt x="366" y="55"/>
                  </a:lnTo>
                  <a:lnTo>
                    <a:pt x="366" y="55"/>
                  </a:lnTo>
                  <a:lnTo>
                    <a:pt x="366" y="55"/>
                  </a:lnTo>
                  <a:lnTo>
                    <a:pt x="364" y="55"/>
                  </a:lnTo>
                  <a:lnTo>
                    <a:pt x="364" y="57"/>
                  </a:lnTo>
                  <a:lnTo>
                    <a:pt x="364" y="60"/>
                  </a:lnTo>
                  <a:lnTo>
                    <a:pt x="364" y="60"/>
                  </a:lnTo>
                  <a:lnTo>
                    <a:pt x="364" y="62"/>
                  </a:lnTo>
                  <a:lnTo>
                    <a:pt x="364" y="62"/>
                  </a:lnTo>
                  <a:lnTo>
                    <a:pt x="364" y="62"/>
                  </a:lnTo>
                  <a:lnTo>
                    <a:pt x="361" y="62"/>
                  </a:lnTo>
                  <a:lnTo>
                    <a:pt x="361" y="64"/>
                  </a:lnTo>
                  <a:lnTo>
                    <a:pt x="361" y="64"/>
                  </a:lnTo>
                  <a:lnTo>
                    <a:pt x="359" y="64"/>
                  </a:lnTo>
                  <a:lnTo>
                    <a:pt x="359" y="64"/>
                  </a:lnTo>
                  <a:lnTo>
                    <a:pt x="357" y="62"/>
                  </a:lnTo>
                  <a:lnTo>
                    <a:pt x="355" y="62"/>
                  </a:lnTo>
                  <a:lnTo>
                    <a:pt x="355" y="60"/>
                  </a:lnTo>
                  <a:lnTo>
                    <a:pt x="355" y="60"/>
                  </a:lnTo>
                  <a:lnTo>
                    <a:pt x="355" y="60"/>
                  </a:lnTo>
                  <a:lnTo>
                    <a:pt x="353" y="60"/>
                  </a:lnTo>
                  <a:lnTo>
                    <a:pt x="353" y="57"/>
                  </a:lnTo>
                  <a:lnTo>
                    <a:pt x="348" y="57"/>
                  </a:lnTo>
                  <a:lnTo>
                    <a:pt x="348" y="57"/>
                  </a:lnTo>
                  <a:lnTo>
                    <a:pt x="346" y="57"/>
                  </a:lnTo>
                  <a:lnTo>
                    <a:pt x="346" y="57"/>
                  </a:lnTo>
                  <a:lnTo>
                    <a:pt x="346" y="57"/>
                  </a:lnTo>
                  <a:lnTo>
                    <a:pt x="344" y="55"/>
                  </a:lnTo>
                  <a:lnTo>
                    <a:pt x="344" y="55"/>
                  </a:lnTo>
                  <a:lnTo>
                    <a:pt x="344" y="55"/>
                  </a:lnTo>
                  <a:lnTo>
                    <a:pt x="344" y="51"/>
                  </a:lnTo>
                  <a:lnTo>
                    <a:pt x="344" y="49"/>
                  </a:lnTo>
                  <a:lnTo>
                    <a:pt x="342" y="46"/>
                  </a:lnTo>
                  <a:lnTo>
                    <a:pt x="342" y="46"/>
                  </a:lnTo>
                  <a:lnTo>
                    <a:pt x="342" y="46"/>
                  </a:lnTo>
                  <a:lnTo>
                    <a:pt x="342" y="44"/>
                  </a:lnTo>
                  <a:lnTo>
                    <a:pt x="342" y="44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7" y="42"/>
                  </a:lnTo>
                  <a:lnTo>
                    <a:pt x="335" y="42"/>
                  </a:lnTo>
                  <a:lnTo>
                    <a:pt x="335" y="42"/>
                  </a:lnTo>
                  <a:lnTo>
                    <a:pt x="333" y="42"/>
                  </a:lnTo>
                  <a:lnTo>
                    <a:pt x="333" y="42"/>
                  </a:lnTo>
                  <a:lnTo>
                    <a:pt x="333" y="42"/>
                  </a:lnTo>
                  <a:lnTo>
                    <a:pt x="330" y="42"/>
                  </a:lnTo>
                  <a:lnTo>
                    <a:pt x="330" y="40"/>
                  </a:lnTo>
                  <a:lnTo>
                    <a:pt x="330" y="40"/>
                  </a:lnTo>
                  <a:lnTo>
                    <a:pt x="330" y="35"/>
                  </a:lnTo>
                  <a:lnTo>
                    <a:pt x="328" y="33"/>
                  </a:lnTo>
                  <a:lnTo>
                    <a:pt x="328" y="33"/>
                  </a:lnTo>
                  <a:lnTo>
                    <a:pt x="328" y="31"/>
                  </a:lnTo>
                  <a:lnTo>
                    <a:pt x="328" y="31"/>
                  </a:lnTo>
                  <a:lnTo>
                    <a:pt x="328" y="29"/>
                  </a:lnTo>
                  <a:lnTo>
                    <a:pt x="328" y="29"/>
                  </a:lnTo>
                  <a:lnTo>
                    <a:pt x="326" y="29"/>
                  </a:lnTo>
                  <a:lnTo>
                    <a:pt x="326" y="26"/>
                  </a:lnTo>
                  <a:lnTo>
                    <a:pt x="326" y="26"/>
                  </a:lnTo>
                  <a:lnTo>
                    <a:pt x="324" y="26"/>
                  </a:lnTo>
                  <a:lnTo>
                    <a:pt x="324" y="26"/>
                  </a:lnTo>
                  <a:lnTo>
                    <a:pt x="322" y="24"/>
                  </a:lnTo>
                  <a:lnTo>
                    <a:pt x="319" y="24"/>
                  </a:lnTo>
                  <a:lnTo>
                    <a:pt x="317" y="24"/>
                  </a:lnTo>
                  <a:lnTo>
                    <a:pt x="317" y="26"/>
                  </a:lnTo>
                  <a:lnTo>
                    <a:pt x="317" y="26"/>
                  </a:lnTo>
                  <a:lnTo>
                    <a:pt x="317" y="26"/>
                  </a:lnTo>
                  <a:lnTo>
                    <a:pt x="315" y="26"/>
                  </a:lnTo>
                  <a:lnTo>
                    <a:pt x="315" y="26"/>
                  </a:lnTo>
                  <a:lnTo>
                    <a:pt x="315" y="26"/>
                  </a:lnTo>
                  <a:lnTo>
                    <a:pt x="315" y="26"/>
                  </a:lnTo>
                  <a:lnTo>
                    <a:pt x="315" y="24"/>
                  </a:lnTo>
                  <a:lnTo>
                    <a:pt x="313" y="22"/>
                  </a:lnTo>
                  <a:lnTo>
                    <a:pt x="313" y="22"/>
                  </a:lnTo>
                  <a:lnTo>
                    <a:pt x="313" y="20"/>
                  </a:lnTo>
                  <a:lnTo>
                    <a:pt x="313" y="20"/>
                  </a:lnTo>
                  <a:lnTo>
                    <a:pt x="311" y="18"/>
                  </a:lnTo>
                  <a:lnTo>
                    <a:pt x="308" y="18"/>
                  </a:lnTo>
                  <a:lnTo>
                    <a:pt x="308" y="15"/>
                  </a:lnTo>
                  <a:lnTo>
                    <a:pt x="308" y="15"/>
                  </a:lnTo>
                  <a:lnTo>
                    <a:pt x="306" y="11"/>
                  </a:lnTo>
                  <a:lnTo>
                    <a:pt x="306" y="11"/>
                  </a:lnTo>
                  <a:lnTo>
                    <a:pt x="306" y="9"/>
                  </a:lnTo>
                  <a:lnTo>
                    <a:pt x="304" y="9"/>
                  </a:lnTo>
                  <a:lnTo>
                    <a:pt x="304" y="9"/>
                  </a:lnTo>
                  <a:lnTo>
                    <a:pt x="302" y="4"/>
                  </a:lnTo>
                  <a:lnTo>
                    <a:pt x="299" y="4"/>
                  </a:lnTo>
                  <a:lnTo>
                    <a:pt x="299" y="2"/>
                  </a:lnTo>
                  <a:lnTo>
                    <a:pt x="299" y="2"/>
                  </a:lnTo>
                  <a:lnTo>
                    <a:pt x="295" y="2"/>
                  </a:lnTo>
                  <a:lnTo>
                    <a:pt x="293" y="0"/>
                  </a:lnTo>
                  <a:lnTo>
                    <a:pt x="293" y="0"/>
                  </a:lnTo>
                  <a:lnTo>
                    <a:pt x="288" y="0"/>
                  </a:lnTo>
                  <a:lnTo>
                    <a:pt x="242" y="0"/>
                  </a:lnTo>
                  <a:lnTo>
                    <a:pt x="240" y="2"/>
                  </a:lnTo>
                  <a:lnTo>
                    <a:pt x="237" y="4"/>
                  </a:lnTo>
                  <a:lnTo>
                    <a:pt x="237" y="4"/>
                  </a:lnTo>
                  <a:lnTo>
                    <a:pt x="237" y="6"/>
                  </a:lnTo>
                  <a:lnTo>
                    <a:pt x="237" y="6"/>
                  </a:lnTo>
                  <a:lnTo>
                    <a:pt x="237" y="9"/>
                  </a:lnTo>
                  <a:lnTo>
                    <a:pt x="237" y="11"/>
                  </a:lnTo>
                  <a:lnTo>
                    <a:pt x="237" y="11"/>
                  </a:lnTo>
                  <a:lnTo>
                    <a:pt x="237" y="11"/>
                  </a:lnTo>
                  <a:lnTo>
                    <a:pt x="235" y="11"/>
                  </a:lnTo>
                  <a:lnTo>
                    <a:pt x="235" y="11"/>
                  </a:lnTo>
                  <a:lnTo>
                    <a:pt x="233" y="11"/>
                  </a:lnTo>
                  <a:lnTo>
                    <a:pt x="231" y="13"/>
                  </a:lnTo>
                  <a:lnTo>
                    <a:pt x="229" y="13"/>
                  </a:lnTo>
                  <a:lnTo>
                    <a:pt x="229" y="13"/>
                  </a:lnTo>
                  <a:lnTo>
                    <a:pt x="226" y="13"/>
                  </a:lnTo>
                  <a:lnTo>
                    <a:pt x="226" y="13"/>
                  </a:lnTo>
                  <a:lnTo>
                    <a:pt x="226" y="15"/>
                  </a:lnTo>
                  <a:lnTo>
                    <a:pt x="226" y="15"/>
                  </a:lnTo>
                  <a:lnTo>
                    <a:pt x="226" y="15"/>
                  </a:lnTo>
                  <a:lnTo>
                    <a:pt x="226" y="18"/>
                  </a:lnTo>
                  <a:lnTo>
                    <a:pt x="226" y="20"/>
                  </a:lnTo>
                  <a:lnTo>
                    <a:pt x="226" y="20"/>
                  </a:lnTo>
                  <a:lnTo>
                    <a:pt x="226" y="20"/>
                  </a:lnTo>
                  <a:lnTo>
                    <a:pt x="222" y="20"/>
                  </a:lnTo>
                  <a:lnTo>
                    <a:pt x="220" y="22"/>
                  </a:lnTo>
                  <a:lnTo>
                    <a:pt x="215" y="22"/>
                  </a:lnTo>
                  <a:lnTo>
                    <a:pt x="215" y="22"/>
                  </a:lnTo>
                  <a:lnTo>
                    <a:pt x="215" y="22"/>
                  </a:lnTo>
                  <a:lnTo>
                    <a:pt x="213" y="24"/>
                  </a:lnTo>
                  <a:lnTo>
                    <a:pt x="213" y="24"/>
                  </a:lnTo>
                  <a:lnTo>
                    <a:pt x="211" y="26"/>
                  </a:lnTo>
                  <a:lnTo>
                    <a:pt x="211" y="26"/>
                  </a:lnTo>
                  <a:lnTo>
                    <a:pt x="209" y="31"/>
                  </a:lnTo>
                  <a:lnTo>
                    <a:pt x="209" y="31"/>
                  </a:lnTo>
                  <a:lnTo>
                    <a:pt x="209" y="31"/>
                  </a:lnTo>
                  <a:lnTo>
                    <a:pt x="209" y="33"/>
                  </a:lnTo>
                  <a:lnTo>
                    <a:pt x="209" y="33"/>
                  </a:lnTo>
                  <a:lnTo>
                    <a:pt x="209" y="33"/>
                  </a:lnTo>
                  <a:lnTo>
                    <a:pt x="209" y="35"/>
                  </a:lnTo>
                  <a:lnTo>
                    <a:pt x="209" y="35"/>
                  </a:lnTo>
                  <a:lnTo>
                    <a:pt x="211" y="35"/>
                  </a:lnTo>
                  <a:lnTo>
                    <a:pt x="211" y="37"/>
                  </a:lnTo>
                  <a:lnTo>
                    <a:pt x="213" y="37"/>
                  </a:lnTo>
                  <a:lnTo>
                    <a:pt x="213" y="37"/>
                  </a:lnTo>
                  <a:lnTo>
                    <a:pt x="213" y="40"/>
                  </a:lnTo>
                  <a:lnTo>
                    <a:pt x="213" y="40"/>
                  </a:lnTo>
                  <a:lnTo>
                    <a:pt x="213" y="40"/>
                  </a:lnTo>
                  <a:lnTo>
                    <a:pt x="211" y="42"/>
                  </a:lnTo>
                  <a:lnTo>
                    <a:pt x="211" y="44"/>
                  </a:lnTo>
                  <a:lnTo>
                    <a:pt x="211" y="44"/>
                  </a:lnTo>
                  <a:lnTo>
                    <a:pt x="211" y="44"/>
                  </a:lnTo>
                  <a:lnTo>
                    <a:pt x="211" y="44"/>
                  </a:lnTo>
                  <a:lnTo>
                    <a:pt x="209" y="46"/>
                  </a:lnTo>
                  <a:lnTo>
                    <a:pt x="209" y="49"/>
                  </a:lnTo>
                  <a:lnTo>
                    <a:pt x="206" y="49"/>
                  </a:lnTo>
                  <a:lnTo>
                    <a:pt x="206" y="51"/>
                  </a:lnTo>
                  <a:lnTo>
                    <a:pt x="206" y="51"/>
                  </a:lnTo>
                  <a:lnTo>
                    <a:pt x="204" y="51"/>
                  </a:lnTo>
                  <a:lnTo>
                    <a:pt x="202" y="51"/>
                  </a:lnTo>
                  <a:lnTo>
                    <a:pt x="202" y="51"/>
                  </a:lnTo>
                  <a:lnTo>
                    <a:pt x="200" y="51"/>
                  </a:lnTo>
                  <a:lnTo>
                    <a:pt x="200" y="51"/>
                  </a:lnTo>
                  <a:lnTo>
                    <a:pt x="200" y="51"/>
                  </a:lnTo>
                  <a:lnTo>
                    <a:pt x="200" y="51"/>
                  </a:lnTo>
                  <a:lnTo>
                    <a:pt x="198" y="49"/>
                  </a:lnTo>
                  <a:lnTo>
                    <a:pt x="198" y="51"/>
                  </a:lnTo>
                  <a:lnTo>
                    <a:pt x="198" y="51"/>
                  </a:lnTo>
                  <a:lnTo>
                    <a:pt x="198" y="51"/>
                  </a:lnTo>
                  <a:lnTo>
                    <a:pt x="198" y="51"/>
                  </a:lnTo>
                  <a:lnTo>
                    <a:pt x="198" y="53"/>
                  </a:lnTo>
                  <a:lnTo>
                    <a:pt x="198" y="55"/>
                  </a:lnTo>
                  <a:lnTo>
                    <a:pt x="198" y="57"/>
                  </a:lnTo>
                  <a:lnTo>
                    <a:pt x="198" y="57"/>
                  </a:lnTo>
                  <a:lnTo>
                    <a:pt x="198" y="57"/>
                  </a:lnTo>
                  <a:lnTo>
                    <a:pt x="198" y="57"/>
                  </a:lnTo>
                  <a:lnTo>
                    <a:pt x="198" y="60"/>
                  </a:lnTo>
                  <a:lnTo>
                    <a:pt x="198" y="60"/>
                  </a:lnTo>
                  <a:lnTo>
                    <a:pt x="198" y="62"/>
                  </a:lnTo>
                  <a:lnTo>
                    <a:pt x="198" y="62"/>
                  </a:lnTo>
                  <a:lnTo>
                    <a:pt x="198" y="64"/>
                  </a:lnTo>
                  <a:lnTo>
                    <a:pt x="198" y="64"/>
                  </a:lnTo>
                  <a:lnTo>
                    <a:pt x="198" y="69"/>
                  </a:lnTo>
                  <a:lnTo>
                    <a:pt x="198" y="69"/>
                  </a:lnTo>
                  <a:lnTo>
                    <a:pt x="198" y="71"/>
                  </a:lnTo>
                  <a:lnTo>
                    <a:pt x="198" y="71"/>
                  </a:lnTo>
                  <a:lnTo>
                    <a:pt x="198" y="69"/>
                  </a:lnTo>
                  <a:lnTo>
                    <a:pt x="195" y="69"/>
                  </a:lnTo>
                  <a:lnTo>
                    <a:pt x="195" y="69"/>
                  </a:lnTo>
                  <a:lnTo>
                    <a:pt x="193" y="69"/>
                  </a:lnTo>
                  <a:lnTo>
                    <a:pt x="191" y="69"/>
                  </a:lnTo>
                  <a:lnTo>
                    <a:pt x="191" y="69"/>
                  </a:lnTo>
                  <a:lnTo>
                    <a:pt x="189" y="69"/>
                  </a:lnTo>
                  <a:lnTo>
                    <a:pt x="186" y="69"/>
                  </a:lnTo>
                  <a:lnTo>
                    <a:pt x="184" y="69"/>
                  </a:lnTo>
                  <a:lnTo>
                    <a:pt x="180" y="69"/>
                  </a:lnTo>
                  <a:lnTo>
                    <a:pt x="180" y="69"/>
                  </a:lnTo>
                  <a:lnTo>
                    <a:pt x="180" y="69"/>
                  </a:lnTo>
                  <a:lnTo>
                    <a:pt x="178" y="69"/>
                  </a:lnTo>
                  <a:lnTo>
                    <a:pt x="178" y="71"/>
                  </a:lnTo>
                  <a:lnTo>
                    <a:pt x="175" y="71"/>
                  </a:lnTo>
                  <a:lnTo>
                    <a:pt x="175" y="71"/>
                  </a:lnTo>
                  <a:lnTo>
                    <a:pt x="175" y="71"/>
                  </a:lnTo>
                  <a:lnTo>
                    <a:pt x="173" y="69"/>
                  </a:lnTo>
                  <a:lnTo>
                    <a:pt x="173" y="69"/>
                  </a:lnTo>
                  <a:lnTo>
                    <a:pt x="171" y="71"/>
                  </a:lnTo>
                  <a:lnTo>
                    <a:pt x="171" y="71"/>
                  </a:lnTo>
                  <a:lnTo>
                    <a:pt x="169" y="71"/>
                  </a:lnTo>
                  <a:lnTo>
                    <a:pt x="166" y="73"/>
                  </a:lnTo>
                  <a:lnTo>
                    <a:pt x="166" y="73"/>
                  </a:lnTo>
                  <a:lnTo>
                    <a:pt x="166" y="75"/>
                  </a:lnTo>
                  <a:lnTo>
                    <a:pt x="164" y="75"/>
                  </a:lnTo>
                  <a:lnTo>
                    <a:pt x="164" y="75"/>
                  </a:lnTo>
                  <a:lnTo>
                    <a:pt x="155" y="75"/>
                  </a:lnTo>
                  <a:lnTo>
                    <a:pt x="155" y="75"/>
                  </a:lnTo>
                  <a:lnTo>
                    <a:pt x="155" y="75"/>
                  </a:lnTo>
                  <a:lnTo>
                    <a:pt x="153" y="73"/>
                  </a:lnTo>
                  <a:lnTo>
                    <a:pt x="153" y="73"/>
                  </a:lnTo>
                  <a:lnTo>
                    <a:pt x="153" y="73"/>
                  </a:lnTo>
                  <a:lnTo>
                    <a:pt x="151" y="73"/>
                  </a:lnTo>
                  <a:lnTo>
                    <a:pt x="151" y="71"/>
                  </a:lnTo>
                  <a:lnTo>
                    <a:pt x="151" y="73"/>
                  </a:lnTo>
                  <a:lnTo>
                    <a:pt x="144" y="75"/>
                  </a:lnTo>
                  <a:lnTo>
                    <a:pt x="144" y="75"/>
                  </a:lnTo>
                  <a:lnTo>
                    <a:pt x="142" y="77"/>
                  </a:lnTo>
                  <a:lnTo>
                    <a:pt x="142" y="77"/>
                  </a:lnTo>
                  <a:lnTo>
                    <a:pt x="142" y="80"/>
                  </a:lnTo>
                  <a:lnTo>
                    <a:pt x="140" y="80"/>
                  </a:lnTo>
                  <a:lnTo>
                    <a:pt x="140" y="82"/>
                  </a:lnTo>
                  <a:lnTo>
                    <a:pt x="140" y="82"/>
                  </a:lnTo>
                  <a:lnTo>
                    <a:pt x="140" y="82"/>
                  </a:lnTo>
                  <a:lnTo>
                    <a:pt x="140" y="84"/>
                  </a:lnTo>
                  <a:lnTo>
                    <a:pt x="140" y="86"/>
                  </a:lnTo>
                  <a:lnTo>
                    <a:pt x="140" y="88"/>
                  </a:lnTo>
                  <a:lnTo>
                    <a:pt x="140" y="88"/>
                  </a:lnTo>
                  <a:lnTo>
                    <a:pt x="140" y="88"/>
                  </a:lnTo>
                  <a:lnTo>
                    <a:pt x="140" y="91"/>
                  </a:lnTo>
                  <a:lnTo>
                    <a:pt x="140" y="91"/>
                  </a:lnTo>
                  <a:lnTo>
                    <a:pt x="138" y="93"/>
                  </a:lnTo>
                  <a:lnTo>
                    <a:pt x="138" y="93"/>
                  </a:lnTo>
                  <a:lnTo>
                    <a:pt x="135" y="95"/>
                  </a:lnTo>
                  <a:lnTo>
                    <a:pt x="135" y="95"/>
                  </a:lnTo>
                  <a:lnTo>
                    <a:pt x="135" y="97"/>
                  </a:lnTo>
                  <a:lnTo>
                    <a:pt x="135" y="97"/>
                  </a:lnTo>
                  <a:lnTo>
                    <a:pt x="133" y="97"/>
                  </a:lnTo>
                  <a:lnTo>
                    <a:pt x="133" y="97"/>
                  </a:lnTo>
                  <a:lnTo>
                    <a:pt x="133" y="100"/>
                  </a:lnTo>
                  <a:lnTo>
                    <a:pt x="131" y="102"/>
                  </a:lnTo>
                  <a:lnTo>
                    <a:pt x="131" y="102"/>
                  </a:lnTo>
                  <a:lnTo>
                    <a:pt x="131" y="102"/>
                  </a:lnTo>
                  <a:lnTo>
                    <a:pt x="131" y="104"/>
                  </a:lnTo>
                  <a:lnTo>
                    <a:pt x="129" y="104"/>
                  </a:lnTo>
                  <a:lnTo>
                    <a:pt x="129" y="104"/>
                  </a:lnTo>
                  <a:lnTo>
                    <a:pt x="127" y="106"/>
                  </a:lnTo>
                  <a:lnTo>
                    <a:pt x="127" y="106"/>
                  </a:lnTo>
                  <a:lnTo>
                    <a:pt x="124" y="104"/>
                  </a:lnTo>
                  <a:lnTo>
                    <a:pt x="124" y="104"/>
                  </a:lnTo>
                  <a:lnTo>
                    <a:pt x="122" y="104"/>
                  </a:lnTo>
                  <a:lnTo>
                    <a:pt x="122" y="104"/>
                  </a:lnTo>
                  <a:lnTo>
                    <a:pt x="122" y="102"/>
                  </a:lnTo>
                  <a:lnTo>
                    <a:pt x="122" y="102"/>
                  </a:lnTo>
                  <a:lnTo>
                    <a:pt x="122" y="100"/>
                  </a:lnTo>
                  <a:lnTo>
                    <a:pt x="120" y="100"/>
                  </a:lnTo>
                  <a:lnTo>
                    <a:pt x="120" y="100"/>
                  </a:lnTo>
                  <a:lnTo>
                    <a:pt x="122" y="97"/>
                  </a:lnTo>
                  <a:lnTo>
                    <a:pt x="120" y="97"/>
                  </a:lnTo>
                  <a:lnTo>
                    <a:pt x="120" y="95"/>
                  </a:lnTo>
                  <a:lnTo>
                    <a:pt x="120" y="95"/>
                  </a:lnTo>
                  <a:lnTo>
                    <a:pt x="120" y="95"/>
                  </a:lnTo>
                  <a:lnTo>
                    <a:pt x="120" y="95"/>
                  </a:lnTo>
                  <a:lnTo>
                    <a:pt x="120" y="93"/>
                  </a:lnTo>
                  <a:lnTo>
                    <a:pt x="120" y="93"/>
                  </a:lnTo>
                  <a:lnTo>
                    <a:pt x="118" y="91"/>
                  </a:lnTo>
                  <a:lnTo>
                    <a:pt x="118" y="93"/>
                  </a:lnTo>
                  <a:lnTo>
                    <a:pt x="116" y="93"/>
                  </a:lnTo>
                  <a:lnTo>
                    <a:pt x="116" y="93"/>
                  </a:lnTo>
                  <a:lnTo>
                    <a:pt x="113" y="95"/>
                  </a:lnTo>
                  <a:lnTo>
                    <a:pt x="109" y="97"/>
                  </a:lnTo>
                  <a:lnTo>
                    <a:pt x="107" y="97"/>
                  </a:lnTo>
                  <a:lnTo>
                    <a:pt x="107" y="100"/>
                  </a:lnTo>
                  <a:lnTo>
                    <a:pt x="107" y="100"/>
                  </a:lnTo>
                  <a:lnTo>
                    <a:pt x="104" y="100"/>
                  </a:lnTo>
                  <a:lnTo>
                    <a:pt x="102" y="102"/>
                  </a:lnTo>
                  <a:lnTo>
                    <a:pt x="102" y="102"/>
                  </a:lnTo>
                  <a:lnTo>
                    <a:pt x="102" y="104"/>
                  </a:lnTo>
                  <a:lnTo>
                    <a:pt x="102" y="104"/>
                  </a:lnTo>
                  <a:lnTo>
                    <a:pt x="102" y="106"/>
                  </a:lnTo>
                  <a:lnTo>
                    <a:pt x="102" y="106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106"/>
                  </a:lnTo>
                  <a:lnTo>
                    <a:pt x="98" y="106"/>
                  </a:lnTo>
                  <a:lnTo>
                    <a:pt x="98" y="106"/>
                  </a:lnTo>
                  <a:lnTo>
                    <a:pt x="98" y="104"/>
                  </a:lnTo>
                  <a:lnTo>
                    <a:pt x="96" y="104"/>
                  </a:lnTo>
                  <a:lnTo>
                    <a:pt x="96" y="104"/>
                  </a:lnTo>
                  <a:lnTo>
                    <a:pt x="96" y="104"/>
                  </a:lnTo>
                  <a:lnTo>
                    <a:pt x="93" y="104"/>
                  </a:lnTo>
                  <a:lnTo>
                    <a:pt x="93" y="104"/>
                  </a:lnTo>
                  <a:lnTo>
                    <a:pt x="93" y="104"/>
                  </a:lnTo>
                  <a:lnTo>
                    <a:pt x="87" y="106"/>
                  </a:lnTo>
                  <a:lnTo>
                    <a:pt x="87" y="106"/>
                  </a:lnTo>
                  <a:lnTo>
                    <a:pt x="87" y="108"/>
                  </a:lnTo>
                  <a:lnTo>
                    <a:pt x="85" y="108"/>
                  </a:lnTo>
                  <a:lnTo>
                    <a:pt x="85" y="111"/>
                  </a:lnTo>
                  <a:lnTo>
                    <a:pt x="85" y="111"/>
                  </a:lnTo>
                  <a:lnTo>
                    <a:pt x="85" y="113"/>
                  </a:lnTo>
                  <a:lnTo>
                    <a:pt x="82" y="113"/>
                  </a:lnTo>
                  <a:lnTo>
                    <a:pt x="82" y="113"/>
                  </a:lnTo>
                  <a:lnTo>
                    <a:pt x="80" y="115"/>
                  </a:lnTo>
                  <a:lnTo>
                    <a:pt x="80" y="115"/>
                  </a:lnTo>
                  <a:lnTo>
                    <a:pt x="78" y="115"/>
                  </a:lnTo>
                  <a:lnTo>
                    <a:pt x="78" y="115"/>
                  </a:lnTo>
                  <a:lnTo>
                    <a:pt x="76" y="115"/>
                  </a:lnTo>
                  <a:lnTo>
                    <a:pt x="76" y="113"/>
                  </a:lnTo>
                  <a:lnTo>
                    <a:pt x="76" y="113"/>
                  </a:lnTo>
                  <a:lnTo>
                    <a:pt x="73" y="111"/>
                  </a:lnTo>
                  <a:lnTo>
                    <a:pt x="73" y="111"/>
                  </a:lnTo>
                  <a:lnTo>
                    <a:pt x="73" y="111"/>
                  </a:lnTo>
                  <a:lnTo>
                    <a:pt x="73" y="111"/>
                  </a:lnTo>
                  <a:lnTo>
                    <a:pt x="73" y="111"/>
                  </a:lnTo>
                  <a:lnTo>
                    <a:pt x="73" y="111"/>
                  </a:lnTo>
                  <a:lnTo>
                    <a:pt x="71" y="108"/>
                  </a:lnTo>
                  <a:lnTo>
                    <a:pt x="69" y="108"/>
                  </a:lnTo>
                  <a:lnTo>
                    <a:pt x="67" y="106"/>
                  </a:lnTo>
                  <a:lnTo>
                    <a:pt x="67" y="104"/>
                  </a:lnTo>
                  <a:lnTo>
                    <a:pt x="65" y="104"/>
                  </a:lnTo>
                  <a:lnTo>
                    <a:pt x="65" y="104"/>
                  </a:lnTo>
                  <a:lnTo>
                    <a:pt x="65" y="102"/>
                  </a:lnTo>
                  <a:lnTo>
                    <a:pt x="62" y="102"/>
                  </a:lnTo>
                  <a:lnTo>
                    <a:pt x="60" y="102"/>
                  </a:lnTo>
                  <a:lnTo>
                    <a:pt x="53" y="104"/>
                  </a:lnTo>
                  <a:lnTo>
                    <a:pt x="49" y="104"/>
                  </a:lnTo>
                  <a:lnTo>
                    <a:pt x="45" y="104"/>
                  </a:lnTo>
                  <a:lnTo>
                    <a:pt x="45" y="104"/>
                  </a:lnTo>
                  <a:lnTo>
                    <a:pt x="42" y="104"/>
                  </a:lnTo>
                  <a:lnTo>
                    <a:pt x="40" y="104"/>
                  </a:lnTo>
                  <a:lnTo>
                    <a:pt x="40" y="104"/>
                  </a:lnTo>
                  <a:lnTo>
                    <a:pt x="38" y="104"/>
                  </a:lnTo>
                  <a:lnTo>
                    <a:pt x="36" y="104"/>
                  </a:lnTo>
                  <a:lnTo>
                    <a:pt x="36" y="104"/>
                  </a:lnTo>
                  <a:lnTo>
                    <a:pt x="34" y="104"/>
                  </a:lnTo>
                  <a:lnTo>
                    <a:pt x="34" y="102"/>
                  </a:lnTo>
                  <a:lnTo>
                    <a:pt x="31" y="102"/>
                  </a:lnTo>
                  <a:lnTo>
                    <a:pt x="31" y="104"/>
                  </a:lnTo>
                  <a:lnTo>
                    <a:pt x="31" y="104"/>
                  </a:lnTo>
                  <a:lnTo>
                    <a:pt x="31" y="104"/>
                  </a:lnTo>
                  <a:lnTo>
                    <a:pt x="31" y="108"/>
                  </a:lnTo>
                  <a:lnTo>
                    <a:pt x="31" y="108"/>
                  </a:lnTo>
                  <a:lnTo>
                    <a:pt x="31" y="111"/>
                  </a:lnTo>
                  <a:lnTo>
                    <a:pt x="31" y="111"/>
                  </a:lnTo>
                  <a:lnTo>
                    <a:pt x="31" y="111"/>
                  </a:lnTo>
                  <a:lnTo>
                    <a:pt x="25" y="117"/>
                  </a:lnTo>
                  <a:lnTo>
                    <a:pt x="25" y="119"/>
                  </a:lnTo>
                  <a:lnTo>
                    <a:pt x="22" y="119"/>
                  </a:lnTo>
                  <a:lnTo>
                    <a:pt x="22" y="122"/>
                  </a:lnTo>
                  <a:lnTo>
                    <a:pt x="18" y="122"/>
                  </a:lnTo>
                  <a:lnTo>
                    <a:pt x="16" y="122"/>
                  </a:lnTo>
                  <a:lnTo>
                    <a:pt x="14" y="124"/>
                  </a:lnTo>
                  <a:lnTo>
                    <a:pt x="9" y="128"/>
                  </a:lnTo>
                  <a:lnTo>
                    <a:pt x="9" y="128"/>
                  </a:lnTo>
                  <a:lnTo>
                    <a:pt x="7" y="128"/>
                  </a:lnTo>
                  <a:lnTo>
                    <a:pt x="5" y="128"/>
                  </a:lnTo>
                  <a:lnTo>
                    <a:pt x="5" y="128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3" y="133"/>
                  </a:lnTo>
                  <a:lnTo>
                    <a:pt x="0" y="135"/>
                  </a:lnTo>
                  <a:lnTo>
                    <a:pt x="14" y="142"/>
                  </a:lnTo>
                  <a:lnTo>
                    <a:pt x="14" y="139"/>
                  </a:lnTo>
                  <a:lnTo>
                    <a:pt x="14" y="139"/>
                  </a:lnTo>
                  <a:lnTo>
                    <a:pt x="22" y="139"/>
                  </a:lnTo>
                  <a:lnTo>
                    <a:pt x="27" y="139"/>
                  </a:lnTo>
                  <a:lnTo>
                    <a:pt x="29" y="139"/>
                  </a:lnTo>
                  <a:lnTo>
                    <a:pt x="29" y="137"/>
                  </a:lnTo>
                  <a:lnTo>
                    <a:pt x="34" y="137"/>
                  </a:lnTo>
                  <a:lnTo>
                    <a:pt x="34" y="135"/>
                  </a:lnTo>
                  <a:lnTo>
                    <a:pt x="42" y="135"/>
                  </a:lnTo>
                  <a:lnTo>
                    <a:pt x="42" y="135"/>
                  </a:lnTo>
                  <a:lnTo>
                    <a:pt x="45" y="133"/>
                  </a:lnTo>
                  <a:lnTo>
                    <a:pt x="47" y="133"/>
                  </a:lnTo>
                  <a:lnTo>
                    <a:pt x="51" y="133"/>
                  </a:lnTo>
                  <a:lnTo>
                    <a:pt x="51" y="133"/>
                  </a:lnTo>
                  <a:lnTo>
                    <a:pt x="51" y="133"/>
                  </a:lnTo>
                  <a:lnTo>
                    <a:pt x="51" y="133"/>
                  </a:lnTo>
                  <a:lnTo>
                    <a:pt x="51" y="133"/>
                  </a:lnTo>
                  <a:lnTo>
                    <a:pt x="51" y="133"/>
                  </a:lnTo>
                  <a:lnTo>
                    <a:pt x="53" y="131"/>
                  </a:lnTo>
                  <a:lnTo>
                    <a:pt x="53" y="131"/>
                  </a:lnTo>
                  <a:lnTo>
                    <a:pt x="53" y="131"/>
                  </a:lnTo>
                  <a:lnTo>
                    <a:pt x="53" y="131"/>
                  </a:lnTo>
                  <a:lnTo>
                    <a:pt x="56" y="131"/>
                  </a:lnTo>
                  <a:lnTo>
                    <a:pt x="58" y="133"/>
                  </a:lnTo>
                  <a:lnTo>
                    <a:pt x="58" y="133"/>
                  </a:lnTo>
                  <a:lnTo>
                    <a:pt x="60" y="133"/>
                  </a:lnTo>
                  <a:lnTo>
                    <a:pt x="62" y="131"/>
                  </a:lnTo>
                  <a:lnTo>
                    <a:pt x="65" y="131"/>
                  </a:lnTo>
                  <a:lnTo>
                    <a:pt x="65" y="131"/>
                  </a:lnTo>
                  <a:lnTo>
                    <a:pt x="67" y="131"/>
                  </a:lnTo>
                  <a:lnTo>
                    <a:pt x="69" y="131"/>
                  </a:lnTo>
                  <a:lnTo>
                    <a:pt x="71" y="131"/>
                  </a:lnTo>
                  <a:lnTo>
                    <a:pt x="71" y="131"/>
                  </a:lnTo>
                  <a:lnTo>
                    <a:pt x="73" y="128"/>
                  </a:lnTo>
                  <a:lnTo>
                    <a:pt x="73" y="131"/>
                  </a:lnTo>
                  <a:lnTo>
                    <a:pt x="73" y="131"/>
                  </a:lnTo>
                  <a:lnTo>
                    <a:pt x="73" y="131"/>
                  </a:lnTo>
                  <a:lnTo>
                    <a:pt x="73" y="131"/>
                  </a:lnTo>
                  <a:lnTo>
                    <a:pt x="76" y="131"/>
                  </a:lnTo>
                  <a:lnTo>
                    <a:pt x="76" y="131"/>
                  </a:lnTo>
                  <a:lnTo>
                    <a:pt x="76" y="131"/>
                  </a:lnTo>
                  <a:lnTo>
                    <a:pt x="76" y="128"/>
                  </a:lnTo>
                  <a:lnTo>
                    <a:pt x="76" y="128"/>
                  </a:lnTo>
                  <a:lnTo>
                    <a:pt x="76" y="126"/>
                  </a:lnTo>
                  <a:lnTo>
                    <a:pt x="76" y="128"/>
                  </a:lnTo>
                  <a:lnTo>
                    <a:pt x="76" y="128"/>
                  </a:lnTo>
                  <a:lnTo>
                    <a:pt x="76" y="128"/>
                  </a:lnTo>
                  <a:lnTo>
                    <a:pt x="78" y="131"/>
                  </a:lnTo>
                  <a:lnTo>
                    <a:pt x="78" y="131"/>
                  </a:lnTo>
                  <a:lnTo>
                    <a:pt x="80" y="128"/>
                  </a:lnTo>
                  <a:lnTo>
                    <a:pt x="82" y="128"/>
                  </a:lnTo>
                  <a:lnTo>
                    <a:pt x="82" y="131"/>
                  </a:lnTo>
                  <a:lnTo>
                    <a:pt x="80" y="131"/>
                  </a:lnTo>
                  <a:lnTo>
                    <a:pt x="82" y="133"/>
                  </a:lnTo>
                  <a:lnTo>
                    <a:pt x="82" y="131"/>
                  </a:lnTo>
                  <a:lnTo>
                    <a:pt x="82" y="133"/>
                  </a:lnTo>
                  <a:lnTo>
                    <a:pt x="82" y="131"/>
                  </a:lnTo>
                  <a:lnTo>
                    <a:pt x="85" y="131"/>
                  </a:lnTo>
                  <a:lnTo>
                    <a:pt x="85" y="131"/>
                  </a:lnTo>
                  <a:lnTo>
                    <a:pt x="85" y="131"/>
                  </a:lnTo>
                  <a:lnTo>
                    <a:pt x="85" y="133"/>
                  </a:lnTo>
                  <a:lnTo>
                    <a:pt x="85" y="133"/>
                  </a:lnTo>
                  <a:lnTo>
                    <a:pt x="87" y="135"/>
                  </a:lnTo>
                  <a:lnTo>
                    <a:pt x="89" y="135"/>
                  </a:lnTo>
                  <a:lnTo>
                    <a:pt x="89" y="135"/>
                  </a:lnTo>
                  <a:lnTo>
                    <a:pt x="91" y="135"/>
                  </a:lnTo>
                  <a:lnTo>
                    <a:pt x="91" y="135"/>
                  </a:lnTo>
                  <a:lnTo>
                    <a:pt x="91" y="135"/>
                  </a:lnTo>
                  <a:lnTo>
                    <a:pt x="91" y="133"/>
                  </a:lnTo>
                  <a:lnTo>
                    <a:pt x="91" y="133"/>
                  </a:lnTo>
                  <a:lnTo>
                    <a:pt x="91" y="133"/>
                  </a:lnTo>
                  <a:lnTo>
                    <a:pt x="91" y="133"/>
                  </a:lnTo>
                  <a:lnTo>
                    <a:pt x="93" y="133"/>
                  </a:lnTo>
                  <a:lnTo>
                    <a:pt x="93" y="133"/>
                  </a:lnTo>
                  <a:lnTo>
                    <a:pt x="93" y="133"/>
                  </a:lnTo>
                  <a:lnTo>
                    <a:pt x="93" y="131"/>
                  </a:lnTo>
                  <a:lnTo>
                    <a:pt x="96" y="131"/>
                  </a:lnTo>
                  <a:lnTo>
                    <a:pt x="96" y="128"/>
                  </a:lnTo>
                  <a:lnTo>
                    <a:pt x="96" y="128"/>
                  </a:lnTo>
                  <a:lnTo>
                    <a:pt x="96" y="128"/>
                  </a:lnTo>
                  <a:lnTo>
                    <a:pt x="100" y="124"/>
                  </a:lnTo>
                  <a:lnTo>
                    <a:pt x="100" y="124"/>
                  </a:lnTo>
                  <a:lnTo>
                    <a:pt x="102" y="124"/>
                  </a:lnTo>
                  <a:lnTo>
                    <a:pt x="102" y="124"/>
                  </a:lnTo>
                  <a:lnTo>
                    <a:pt x="104" y="124"/>
                  </a:lnTo>
                  <a:lnTo>
                    <a:pt x="107" y="126"/>
                  </a:lnTo>
                  <a:lnTo>
                    <a:pt x="107" y="128"/>
                  </a:lnTo>
                  <a:lnTo>
                    <a:pt x="109" y="128"/>
                  </a:lnTo>
                  <a:lnTo>
                    <a:pt x="109" y="131"/>
                  </a:lnTo>
                  <a:lnTo>
                    <a:pt x="109" y="133"/>
                  </a:lnTo>
                  <a:lnTo>
                    <a:pt x="111" y="133"/>
                  </a:lnTo>
                  <a:lnTo>
                    <a:pt x="111" y="135"/>
                  </a:lnTo>
                  <a:lnTo>
                    <a:pt x="111" y="135"/>
                  </a:lnTo>
                  <a:lnTo>
                    <a:pt x="111" y="137"/>
                  </a:lnTo>
                  <a:lnTo>
                    <a:pt x="109" y="139"/>
                  </a:lnTo>
                  <a:lnTo>
                    <a:pt x="109" y="142"/>
                  </a:lnTo>
                  <a:lnTo>
                    <a:pt x="109" y="144"/>
                  </a:lnTo>
                  <a:lnTo>
                    <a:pt x="109" y="148"/>
                  </a:lnTo>
                  <a:lnTo>
                    <a:pt x="109" y="151"/>
                  </a:lnTo>
                  <a:lnTo>
                    <a:pt x="111" y="155"/>
                  </a:lnTo>
                  <a:lnTo>
                    <a:pt x="111" y="155"/>
                  </a:lnTo>
                  <a:lnTo>
                    <a:pt x="111" y="159"/>
                  </a:lnTo>
                  <a:lnTo>
                    <a:pt x="111" y="159"/>
                  </a:lnTo>
                  <a:lnTo>
                    <a:pt x="113" y="162"/>
                  </a:lnTo>
                  <a:lnTo>
                    <a:pt x="113" y="162"/>
                  </a:lnTo>
                  <a:lnTo>
                    <a:pt x="113" y="164"/>
                  </a:lnTo>
                  <a:lnTo>
                    <a:pt x="111" y="164"/>
                  </a:lnTo>
                  <a:lnTo>
                    <a:pt x="111" y="168"/>
                  </a:lnTo>
                  <a:lnTo>
                    <a:pt x="109" y="170"/>
                  </a:lnTo>
                  <a:lnTo>
                    <a:pt x="107" y="170"/>
                  </a:lnTo>
                  <a:lnTo>
                    <a:pt x="107" y="173"/>
                  </a:lnTo>
                  <a:lnTo>
                    <a:pt x="104" y="175"/>
                  </a:lnTo>
                  <a:lnTo>
                    <a:pt x="104" y="175"/>
                  </a:lnTo>
                  <a:lnTo>
                    <a:pt x="104" y="177"/>
                  </a:lnTo>
                  <a:lnTo>
                    <a:pt x="104" y="177"/>
                  </a:lnTo>
                  <a:lnTo>
                    <a:pt x="104" y="177"/>
                  </a:lnTo>
                  <a:lnTo>
                    <a:pt x="104" y="177"/>
                  </a:lnTo>
                  <a:lnTo>
                    <a:pt x="104" y="179"/>
                  </a:lnTo>
                  <a:lnTo>
                    <a:pt x="102" y="182"/>
                  </a:lnTo>
                  <a:lnTo>
                    <a:pt x="100" y="182"/>
                  </a:lnTo>
                  <a:lnTo>
                    <a:pt x="100" y="182"/>
                  </a:lnTo>
                  <a:lnTo>
                    <a:pt x="102" y="184"/>
                  </a:lnTo>
                  <a:lnTo>
                    <a:pt x="102" y="184"/>
                  </a:lnTo>
                  <a:lnTo>
                    <a:pt x="102" y="184"/>
                  </a:lnTo>
                  <a:lnTo>
                    <a:pt x="102" y="186"/>
                  </a:lnTo>
                  <a:lnTo>
                    <a:pt x="102" y="186"/>
                  </a:lnTo>
                  <a:lnTo>
                    <a:pt x="102" y="186"/>
                  </a:lnTo>
                  <a:lnTo>
                    <a:pt x="102" y="186"/>
                  </a:lnTo>
                  <a:lnTo>
                    <a:pt x="102" y="188"/>
                  </a:lnTo>
                  <a:lnTo>
                    <a:pt x="102" y="188"/>
                  </a:lnTo>
                  <a:lnTo>
                    <a:pt x="102" y="188"/>
                  </a:lnTo>
                  <a:lnTo>
                    <a:pt x="102" y="193"/>
                  </a:lnTo>
                  <a:lnTo>
                    <a:pt x="102" y="193"/>
                  </a:lnTo>
                  <a:lnTo>
                    <a:pt x="102" y="195"/>
                  </a:lnTo>
                  <a:lnTo>
                    <a:pt x="104" y="195"/>
                  </a:lnTo>
                  <a:lnTo>
                    <a:pt x="104" y="197"/>
                  </a:lnTo>
                  <a:lnTo>
                    <a:pt x="107" y="199"/>
                  </a:lnTo>
                  <a:lnTo>
                    <a:pt x="107" y="199"/>
                  </a:lnTo>
                  <a:lnTo>
                    <a:pt x="104" y="204"/>
                  </a:lnTo>
                  <a:lnTo>
                    <a:pt x="104" y="206"/>
                  </a:lnTo>
                  <a:lnTo>
                    <a:pt x="104" y="208"/>
                  </a:lnTo>
                  <a:lnTo>
                    <a:pt x="107" y="208"/>
                  </a:lnTo>
                  <a:lnTo>
                    <a:pt x="109" y="208"/>
                  </a:lnTo>
                  <a:lnTo>
                    <a:pt x="109" y="210"/>
                  </a:lnTo>
                  <a:lnTo>
                    <a:pt x="111" y="210"/>
                  </a:lnTo>
                  <a:lnTo>
                    <a:pt x="111" y="217"/>
                  </a:lnTo>
                  <a:lnTo>
                    <a:pt x="111" y="217"/>
                  </a:lnTo>
                  <a:lnTo>
                    <a:pt x="111" y="219"/>
                  </a:lnTo>
                  <a:lnTo>
                    <a:pt x="111" y="219"/>
                  </a:lnTo>
                  <a:lnTo>
                    <a:pt x="111" y="219"/>
                  </a:lnTo>
                  <a:lnTo>
                    <a:pt x="111" y="221"/>
                  </a:lnTo>
                  <a:lnTo>
                    <a:pt x="111" y="221"/>
                  </a:lnTo>
                  <a:lnTo>
                    <a:pt x="111" y="221"/>
                  </a:lnTo>
                  <a:lnTo>
                    <a:pt x="109" y="221"/>
                  </a:lnTo>
                  <a:lnTo>
                    <a:pt x="109" y="224"/>
                  </a:lnTo>
                  <a:lnTo>
                    <a:pt x="109" y="226"/>
                  </a:lnTo>
                  <a:lnTo>
                    <a:pt x="109" y="226"/>
                  </a:lnTo>
                  <a:lnTo>
                    <a:pt x="109" y="228"/>
                  </a:lnTo>
                  <a:lnTo>
                    <a:pt x="109" y="228"/>
                  </a:lnTo>
                  <a:lnTo>
                    <a:pt x="107" y="230"/>
                  </a:lnTo>
                  <a:lnTo>
                    <a:pt x="104" y="232"/>
                  </a:lnTo>
                  <a:lnTo>
                    <a:pt x="104" y="235"/>
                  </a:lnTo>
                  <a:lnTo>
                    <a:pt x="104" y="235"/>
                  </a:lnTo>
                  <a:lnTo>
                    <a:pt x="107" y="237"/>
                  </a:lnTo>
                  <a:lnTo>
                    <a:pt x="107" y="237"/>
                  </a:lnTo>
                  <a:lnTo>
                    <a:pt x="107" y="239"/>
                  </a:lnTo>
                  <a:lnTo>
                    <a:pt x="107" y="239"/>
                  </a:lnTo>
                  <a:lnTo>
                    <a:pt x="104" y="239"/>
                  </a:lnTo>
                  <a:lnTo>
                    <a:pt x="104" y="241"/>
                  </a:lnTo>
                  <a:lnTo>
                    <a:pt x="107" y="244"/>
                  </a:lnTo>
                  <a:lnTo>
                    <a:pt x="107" y="244"/>
                  </a:lnTo>
                  <a:lnTo>
                    <a:pt x="109" y="246"/>
                  </a:lnTo>
                  <a:lnTo>
                    <a:pt x="109" y="246"/>
                  </a:lnTo>
                  <a:lnTo>
                    <a:pt x="109" y="246"/>
                  </a:lnTo>
                  <a:lnTo>
                    <a:pt x="109" y="248"/>
                  </a:lnTo>
                  <a:lnTo>
                    <a:pt x="109" y="248"/>
                  </a:lnTo>
                  <a:lnTo>
                    <a:pt x="107" y="250"/>
                  </a:lnTo>
                  <a:lnTo>
                    <a:pt x="109" y="250"/>
                  </a:lnTo>
                  <a:lnTo>
                    <a:pt x="111" y="257"/>
                  </a:lnTo>
                  <a:lnTo>
                    <a:pt x="113" y="259"/>
                  </a:lnTo>
                  <a:lnTo>
                    <a:pt x="116" y="257"/>
                  </a:lnTo>
                  <a:lnTo>
                    <a:pt x="118" y="259"/>
                  </a:lnTo>
                  <a:lnTo>
                    <a:pt x="118" y="259"/>
                  </a:lnTo>
                  <a:lnTo>
                    <a:pt x="118" y="261"/>
                  </a:lnTo>
                  <a:lnTo>
                    <a:pt x="118" y="261"/>
                  </a:lnTo>
                  <a:lnTo>
                    <a:pt x="118" y="264"/>
                  </a:lnTo>
                  <a:lnTo>
                    <a:pt x="118" y="264"/>
                  </a:lnTo>
                  <a:lnTo>
                    <a:pt x="118" y="264"/>
                  </a:lnTo>
                  <a:lnTo>
                    <a:pt x="118" y="266"/>
                  </a:lnTo>
                  <a:lnTo>
                    <a:pt x="118" y="266"/>
                  </a:lnTo>
                  <a:lnTo>
                    <a:pt x="120" y="266"/>
                  </a:lnTo>
                  <a:lnTo>
                    <a:pt x="120" y="266"/>
                  </a:lnTo>
                  <a:lnTo>
                    <a:pt x="122" y="268"/>
                  </a:lnTo>
                  <a:lnTo>
                    <a:pt x="120" y="268"/>
                  </a:lnTo>
                  <a:lnTo>
                    <a:pt x="120" y="268"/>
                  </a:lnTo>
                  <a:lnTo>
                    <a:pt x="120" y="270"/>
                  </a:lnTo>
                  <a:lnTo>
                    <a:pt x="120" y="270"/>
                  </a:lnTo>
                  <a:lnTo>
                    <a:pt x="120" y="272"/>
                  </a:lnTo>
                  <a:lnTo>
                    <a:pt x="120" y="272"/>
                  </a:lnTo>
                  <a:lnTo>
                    <a:pt x="120" y="275"/>
                  </a:lnTo>
                  <a:lnTo>
                    <a:pt x="120" y="277"/>
                  </a:lnTo>
                  <a:lnTo>
                    <a:pt x="120" y="277"/>
                  </a:lnTo>
                  <a:lnTo>
                    <a:pt x="122" y="279"/>
                  </a:lnTo>
                  <a:lnTo>
                    <a:pt x="122" y="279"/>
                  </a:lnTo>
                  <a:lnTo>
                    <a:pt x="122" y="279"/>
                  </a:lnTo>
                  <a:lnTo>
                    <a:pt x="124" y="275"/>
                  </a:lnTo>
                  <a:lnTo>
                    <a:pt x="124" y="272"/>
                  </a:lnTo>
                  <a:lnTo>
                    <a:pt x="124" y="272"/>
                  </a:lnTo>
                  <a:lnTo>
                    <a:pt x="124" y="272"/>
                  </a:lnTo>
                  <a:lnTo>
                    <a:pt x="127" y="272"/>
                  </a:lnTo>
                  <a:lnTo>
                    <a:pt x="124" y="275"/>
                  </a:lnTo>
                  <a:lnTo>
                    <a:pt x="127" y="277"/>
                  </a:lnTo>
                  <a:lnTo>
                    <a:pt x="129" y="277"/>
                  </a:lnTo>
                  <a:lnTo>
                    <a:pt x="129" y="277"/>
                  </a:lnTo>
                  <a:lnTo>
                    <a:pt x="129" y="279"/>
                  </a:lnTo>
                  <a:lnTo>
                    <a:pt x="131" y="281"/>
                  </a:lnTo>
                  <a:lnTo>
                    <a:pt x="131" y="281"/>
                  </a:lnTo>
                  <a:lnTo>
                    <a:pt x="131" y="283"/>
                  </a:lnTo>
                  <a:lnTo>
                    <a:pt x="131" y="283"/>
                  </a:lnTo>
                  <a:lnTo>
                    <a:pt x="131" y="286"/>
                  </a:lnTo>
                  <a:lnTo>
                    <a:pt x="131" y="286"/>
                  </a:lnTo>
                  <a:lnTo>
                    <a:pt x="131" y="288"/>
                  </a:lnTo>
                  <a:lnTo>
                    <a:pt x="133" y="288"/>
                  </a:lnTo>
                  <a:lnTo>
                    <a:pt x="133" y="288"/>
                  </a:lnTo>
                  <a:lnTo>
                    <a:pt x="133" y="288"/>
                  </a:lnTo>
                  <a:lnTo>
                    <a:pt x="133" y="288"/>
                  </a:lnTo>
                  <a:lnTo>
                    <a:pt x="133" y="290"/>
                  </a:lnTo>
                  <a:lnTo>
                    <a:pt x="133" y="290"/>
                  </a:lnTo>
                  <a:lnTo>
                    <a:pt x="133" y="292"/>
                  </a:lnTo>
                  <a:lnTo>
                    <a:pt x="133" y="292"/>
                  </a:lnTo>
                  <a:lnTo>
                    <a:pt x="133" y="295"/>
                  </a:lnTo>
                  <a:lnTo>
                    <a:pt x="133" y="295"/>
                  </a:lnTo>
                  <a:lnTo>
                    <a:pt x="135" y="297"/>
                  </a:lnTo>
                  <a:lnTo>
                    <a:pt x="135" y="297"/>
                  </a:lnTo>
                  <a:lnTo>
                    <a:pt x="140" y="297"/>
                  </a:lnTo>
                  <a:lnTo>
                    <a:pt x="140" y="297"/>
                  </a:lnTo>
                  <a:lnTo>
                    <a:pt x="142" y="297"/>
                  </a:lnTo>
                  <a:lnTo>
                    <a:pt x="144" y="297"/>
                  </a:lnTo>
                  <a:lnTo>
                    <a:pt x="147" y="297"/>
                  </a:lnTo>
                  <a:lnTo>
                    <a:pt x="147" y="297"/>
                  </a:lnTo>
                  <a:lnTo>
                    <a:pt x="149" y="297"/>
                  </a:lnTo>
                  <a:lnTo>
                    <a:pt x="149" y="299"/>
                  </a:lnTo>
                  <a:lnTo>
                    <a:pt x="149" y="299"/>
                  </a:lnTo>
                  <a:lnTo>
                    <a:pt x="149" y="301"/>
                  </a:lnTo>
                  <a:lnTo>
                    <a:pt x="151" y="301"/>
                  </a:lnTo>
                  <a:lnTo>
                    <a:pt x="153" y="303"/>
                  </a:lnTo>
                  <a:lnTo>
                    <a:pt x="153" y="306"/>
                  </a:lnTo>
                  <a:lnTo>
                    <a:pt x="153" y="306"/>
                  </a:lnTo>
                  <a:lnTo>
                    <a:pt x="153" y="308"/>
                  </a:lnTo>
                  <a:lnTo>
                    <a:pt x="155" y="306"/>
                  </a:lnTo>
                  <a:lnTo>
                    <a:pt x="155" y="306"/>
                  </a:lnTo>
                  <a:lnTo>
                    <a:pt x="155" y="303"/>
                  </a:lnTo>
                  <a:lnTo>
                    <a:pt x="155" y="303"/>
                  </a:lnTo>
                  <a:lnTo>
                    <a:pt x="155" y="303"/>
                  </a:lnTo>
                  <a:lnTo>
                    <a:pt x="158" y="303"/>
                  </a:lnTo>
                  <a:lnTo>
                    <a:pt x="158" y="306"/>
                  </a:lnTo>
                  <a:lnTo>
                    <a:pt x="158" y="306"/>
                  </a:lnTo>
                  <a:lnTo>
                    <a:pt x="158" y="306"/>
                  </a:lnTo>
                  <a:lnTo>
                    <a:pt x="158" y="308"/>
                  </a:lnTo>
                  <a:lnTo>
                    <a:pt x="158" y="308"/>
                  </a:lnTo>
                  <a:lnTo>
                    <a:pt x="158" y="308"/>
                  </a:lnTo>
                  <a:lnTo>
                    <a:pt x="158" y="308"/>
                  </a:lnTo>
                  <a:lnTo>
                    <a:pt x="158" y="310"/>
                  </a:lnTo>
                  <a:lnTo>
                    <a:pt x="160" y="310"/>
                  </a:lnTo>
                  <a:lnTo>
                    <a:pt x="164" y="312"/>
                  </a:lnTo>
                  <a:lnTo>
                    <a:pt x="164" y="312"/>
                  </a:lnTo>
                  <a:lnTo>
                    <a:pt x="166" y="312"/>
                  </a:lnTo>
                  <a:lnTo>
                    <a:pt x="166" y="312"/>
                  </a:lnTo>
                  <a:lnTo>
                    <a:pt x="169" y="312"/>
                  </a:lnTo>
                  <a:lnTo>
                    <a:pt x="169" y="314"/>
                  </a:lnTo>
                  <a:lnTo>
                    <a:pt x="169" y="314"/>
                  </a:lnTo>
                  <a:lnTo>
                    <a:pt x="169" y="312"/>
                  </a:lnTo>
                  <a:lnTo>
                    <a:pt x="169" y="312"/>
                  </a:lnTo>
                  <a:lnTo>
                    <a:pt x="171" y="312"/>
                  </a:lnTo>
                  <a:lnTo>
                    <a:pt x="171" y="314"/>
                  </a:lnTo>
                  <a:lnTo>
                    <a:pt x="173" y="314"/>
                  </a:lnTo>
                  <a:lnTo>
                    <a:pt x="173" y="314"/>
                  </a:lnTo>
                  <a:lnTo>
                    <a:pt x="173" y="317"/>
                  </a:lnTo>
                  <a:lnTo>
                    <a:pt x="173" y="317"/>
                  </a:lnTo>
                  <a:lnTo>
                    <a:pt x="173" y="319"/>
                  </a:lnTo>
                  <a:lnTo>
                    <a:pt x="171" y="321"/>
                  </a:lnTo>
                  <a:lnTo>
                    <a:pt x="171" y="323"/>
                  </a:lnTo>
                  <a:lnTo>
                    <a:pt x="171" y="323"/>
                  </a:lnTo>
                  <a:lnTo>
                    <a:pt x="173" y="323"/>
                  </a:lnTo>
                  <a:lnTo>
                    <a:pt x="173" y="326"/>
                  </a:lnTo>
                  <a:lnTo>
                    <a:pt x="175" y="326"/>
                  </a:lnTo>
                  <a:lnTo>
                    <a:pt x="175" y="328"/>
                  </a:lnTo>
                  <a:lnTo>
                    <a:pt x="175" y="328"/>
                  </a:lnTo>
                  <a:lnTo>
                    <a:pt x="178" y="328"/>
                  </a:lnTo>
                  <a:lnTo>
                    <a:pt x="178" y="330"/>
                  </a:lnTo>
                  <a:lnTo>
                    <a:pt x="180" y="330"/>
                  </a:lnTo>
                  <a:lnTo>
                    <a:pt x="182" y="330"/>
                  </a:lnTo>
                  <a:lnTo>
                    <a:pt x="184" y="330"/>
                  </a:lnTo>
                  <a:lnTo>
                    <a:pt x="184" y="330"/>
                  </a:lnTo>
                  <a:lnTo>
                    <a:pt x="186" y="332"/>
                  </a:lnTo>
                  <a:lnTo>
                    <a:pt x="186" y="332"/>
                  </a:lnTo>
                  <a:lnTo>
                    <a:pt x="186" y="332"/>
                  </a:lnTo>
                  <a:lnTo>
                    <a:pt x="189" y="332"/>
                  </a:lnTo>
                  <a:lnTo>
                    <a:pt x="189" y="332"/>
                  </a:lnTo>
                  <a:lnTo>
                    <a:pt x="189" y="332"/>
                  </a:lnTo>
                  <a:lnTo>
                    <a:pt x="191" y="330"/>
                  </a:lnTo>
                  <a:lnTo>
                    <a:pt x="191" y="330"/>
                  </a:lnTo>
                  <a:lnTo>
                    <a:pt x="193" y="332"/>
                  </a:lnTo>
                  <a:lnTo>
                    <a:pt x="193" y="332"/>
                  </a:lnTo>
                  <a:lnTo>
                    <a:pt x="195" y="334"/>
                  </a:lnTo>
                  <a:lnTo>
                    <a:pt x="198" y="334"/>
                  </a:lnTo>
                  <a:lnTo>
                    <a:pt x="198" y="334"/>
                  </a:lnTo>
                  <a:lnTo>
                    <a:pt x="198" y="332"/>
                  </a:lnTo>
                  <a:lnTo>
                    <a:pt x="200" y="334"/>
                  </a:lnTo>
                  <a:lnTo>
                    <a:pt x="204" y="334"/>
                  </a:lnTo>
                  <a:lnTo>
                    <a:pt x="206" y="337"/>
                  </a:lnTo>
                  <a:lnTo>
                    <a:pt x="206" y="334"/>
                  </a:lnTo>
                  <a:lnTo>
                    <a:pt x="209" y="334"/>
                  </a:lnTo>
                  <a:lnTo>
                    <a:pt x="211" y="334"/>
                  </a:lnTo>
                  <a:lnTo>
                    <a:pt x="211" y="337"/>
                  </a:lnTo>
                  <a:lnTo>
                    <a:pt x="211" y="337"/>
                  </a:lnTo>
                  <a:lnTo>
                    <a:pt x="213" y="337"/>
                  </a:lnTo>
                  <a:lnTo>
                    <a:pt x="213" y="334"/>
                  </a:lnTo>
                  <a:lnTo>
                    <a:pt x="215" y="334"/>
                  </a:lnTo>
                  <a:lnTo>
                    <a:pt x="215" y="334"/>
                  </a:lnTo>
                  <a:lnTo>
                    <a:pt x="217" y="330"/>
                  </a:lnTo>
                  <a:lnTo>
                    <a:pt x="217" y="330"/>
                  </a:lnTo>
                  <a:lnTo>
                    <a:pt x="217" y="330"/>
                  </a:lnTo>
                  <a:lnTo>
                    <a:pt x="220" y="330"/>
                  </a:lnTo>
                  <a:lnTo>
                    <a:pt x="222" y="330"/>
                  </a:lnTo>
                  <a:lnTo>
                    <a:pt x="233" y="330"/>
                  </a:lnTo>
                  <a:lnTo>
                    <a:pt x="233" y="332"/>
                  </a:lnTo>
                  <a:lnTo>
                    <a:pt x="237" y="334"/>
                  </a:lnTo>
                  <a:lnTo>
                    <a:pt x="240" y="337"/>
                  </a:lnTo>
                  <a:lnTo>
                    <a:pt x="242" y="337"/>
                  </a:lnTo>
                  <a:lnTo>
                    <a:pt x="242" y="337"/>
                  </a:lnTo>
                  <a:lnTo>
                    <a:pt x="244" y="337"/>
                  </a:lnTo>
                  <a:lnTo>
                    <a:pt x="244" y="337"/>
                  </a:lnTo>
                  <a:lnTo>
                    <a:pt x="244" y="337"/>
                  </a:lnTo>
                  <a:lnTo>
                    <a:pt x="246" y="337"/>
                  </a:lnTo>
                  <a:lnTo>
                    <a:pt x="246" y="339"/>
                  </a:lnTo>
                  <a:lnTo>
                    <a:pt x="246" y="339"/>
                  </a:lnTo>
                  <a:lnTo>
                    <a:pt x="246" y="341"/>
                  </a:lnTo>
                  <a:lnTo>
                    <a:pt x="246" y="341"/>
                  </a:lnTo>
                  <a:lnTo>
                    <a:pt x="246" y="341"/>
                  </a:lnTo>
                  <a:lnTo>
                    <a:pt x="248" y="341"/>
                  </a:lnTo>
                  <a:lnTo>
                    <a:pt x="248" y="341"/>
                  </a:lnTo>
                  <a:lnTo>
                    <a:pt x="248" y="343"/>
                  </a:lnTo>
                  <a:lnTo>
                    <a:pt x="248" y="343"/>
                  </a:lnTo>
                  <a:lnTo>
                    <a:pt x="251" y="346"/>
                  </a:lnTo>
                  <a:lnTo>
                    <a:pt x="253" y="346"/>
                  </a:lnTo>
                  <a:lnTo>
                    <a:pt x="255" y="346"/>
                  </a:lnTo>
                  <a:lnTo>
                    <a:pt x="257" y="348"/>
                  </a:lnTo>
                  <a:lnTo>
                    <a:pt x="257" y="348"/>
                  </a:lnTo>
                  <a:lnTo>
                    <a:pt x="262" y="348"/>
                  </a:lnTo>
                  <a:lnTo>
                    <a:pt x="264" y="348"/>
                  </a:lnTo>
                  <a:lnTo>
                    <a:pt x="264" y="348"/>
                  </a:lnTo>
                  <a:lnTo>
                    <a:pt x="264" y="346"/>
                  </a:lnTo>
                  <a:lnTo>
                    <a:pt x="266" y="346"/>
                  </a:lnTo>
                  <a:lnTo>
                    <a:pt x="266" y="346"/>
                  </a:lnTo>
                  <a:lnTo>
                    <a:pt x="266" y="346"/>
                  </a:lnTo>
                  <a:lnTo>
                    <a:pt x="268" y="346"/>
                  </a:lnTo>
                  <a:lnTo>
                    <a:pt x="268" y="346"/>
                  </a:lnTo>
                  <a:lnTo>
                    <a:pt x="268" y="343"/>
                  </a:lnTo>
                  <a:lnTo>
                    <a:pt x="268" y="343"/>
                  </a:lnTo>
                  <a:lnTo>
                    <a:pt x="271" y="343"/>
                  </a:lnTo>
                  <a:lnTo>
                    <a:pt x="271" y="343"/>
                  </a:lnTo>
                  <a:lnTo>
                    <a:pt x="271" y="343"/>
                  </a:lnTo>
                  <a:lnTo>
                    <a:pt x="273" y="343"/>
                  </a:lnTo>
                  <a:lnTo>
                    <a:pt x="275" y="343"/>
                  </a:lnTo>
                  <a:lnTo>
                    <a:pt x="275" y="346"/>
                  </a:lnTo>
                  <a:lnTo>
                    <a:pt x="277" y="348"/>
                  </a:lnTo>
                  <a:lnTo>
                    <a:pt x="277" y="348"/>
                  </a:lnTo>
                  <a:lnTo>
                    <a:pt x="277" y="350"/>
                  </a:lnTo>
                  <a:lnTo>
                    <a:pt x="277" y="350"/>
                  </a:lnTo>
                  <a:lnTo>
                    <a:pt x="277" y="350"/>
                  </a:lnTo>
                  <a:lnTo>
                    <a:pt x="277" y="350"/>
                  </a:lnTo>
                  <a:lnTo>
                    <a:pt x="277" y="350"/>
                  </a:lnTo>
                  <a:lnTo>
                    <a:pt x="277" y="352"/>
                  </a:lnTo>
                  <a:lnTo>
                    <a:pt x="279" y="352"/>
                  </a:lnTo>
                  <a:lnTo>
                    <a:pt x="279" y="354"/>
                  </a:lnTo>
                  <a:lnTo>
                    <a:pt x="279" y="354"/>
                  </a:lnTo>
                  <a:lnTo>
                    <a:pt x="279" y="357"/>
                  </a:lnTo>
                  <a:lnTo>
                    <a:pt x="282" y="357"/>
                  </a:lnTo>
                  <a:lnTo>
                    <a:pt x="282" y="359"/>
                  </a:lnTo>
                  <a:lnTo>
                    <a:pt x="282" y="359"/>
                  </a:lnTo>
                  <a:lnTo>
                    <a:pt x="284" y="359"/>
                  </a:lnTo>
                  <a:lnTo>
                    <a:pt x="284" y="359"/>
                  </a:lnTo>
                  <a:lnTo>
                    <a:pt x="284" y="359"/>
                  </a:lnTo>
                  <a:lnTo>
                    <a:pt x="286" y="359"/>
                  </a:lnTo>
                  <a:lnTo>
                    <a:pt x="286" y="359"/>
                  </a:lnTo>
                  <a:lnTo>
                    <a:pt x="286" y="359"/>
                  </a:lnTo>
                  <a:lnTo>
                    <a:pt x="286" y="361"/>
                  </a:lnTo>
                  <a:lnTo>
                    <a:pt x="291" y="365"/>
                  </a:lnTo>
                  <a:lnTo>
                    <a:pt x="291" y="365"/>
                  </a:lnTo>
                  <a:lnTo>
                    <a:pt x="291" y="365"/>
                  </a:lnTo>
                  <a:lnTo>
                    <a:pt x="291" y="365"/>
                  </a:lnTo>
                  <a:lnTo>
                    <a:pt x="293" y="365"/>
                  </a:lnTo>
                  <a:lnTo>
                    <a:pt x="293" y="365"/>
                  </a:lnTo>
                  <a:lnTo>
                    <a:pt x="293" y="365"/>
                  </a:lnTo>
                  <a:lnTo>
                    <a:pt x="293" y="368"/>
                  </a:lnTo>
                  <a:lnTo>
                    <a:pt x="293" y="368"/>
                  </a:lnTo>
                  <a:lnTo>
                    <a:pt x="295" y="370"/>
                  </a:lnTo>
                  <a:lnTo>
                    <a:pt x="295" y="370"/>
                  </a:lnTo>
                  <a:lnTo>
                    <a:pt x="297" y="372"/>
                  </a:lnTo>
                  <a:lnTo>
                    <a:pt x="297" y="370"/>
                  </a:lnTo>
                  <a:lnTo>
                    <a:pt x="299" y="370"/>
                  </a:lnTo>
                  <a:lnTo>
                    <a:pt x="299" y="370"/>
                  </a:lnTo>
                  <a:lnTo>
                    <a:pt x="302" y="370"/>
                  </a:lnTo>
                  <a:lnTo>
                    <a:pt x="302" y="368"/>
                  </a:lnTo>
                  <a:lnTo>
                    <a:pt x="302" y="368"/>
                  </a:lnTo>
                  <a:lnTo>
                    <a:pt x="304" y="368"/>
                  </a:lnTo>
                  <a:lnTo>
                    <a:pt x="306" y="368"/>
                  </a:lnTo>
                  <a:lnTo>
                    <a:pt x="306" y="370"/>
                  </a:lnTo>
                  <a:lnTo>
                    <a:pt x="306" y="370"/>
                  </a:lnTo>
                  <a:lnTo>
                    <a:pt x="306" y="370"/>
                  </a:lnTo>
                  <a:lnTo>
                    <a:pt x="306" y="372"/>
                  </a:lnTo>
                  <a:lnTo>
                    <a:pt x="306" y="372"/>
                  </a:lnTo>
                  <a:lnTo>
                    <a:pt x="313" y="374"/>
                  </a:lnTo>
                  <a:lnTo>
                    <a:pt x="317" y="374"/>
                  </a:lnTo>
                  <a:lnTo>
                    <a:pt x="319" y="374"/>
                  </a:lnTo>
                  <a:lnTo>
                    <a:pt x="319" y="377"/>
                  </a:lnTo>
                  <a:lnTo>
                    <a:pt x="322" y="379"/>
                  </a:lnTo>
                  <a:lnTo>
                    <a:pt x="322" y="379"/>
                  </a:lnTo>
                  <a:lnTo>
                    <a:pt x="322" y="379"/>
                  </a:lnTo>
                  <a:lnTo>
                    <a:pt x="324" y="379"/>
                  </a:lnTo>
                  <a:lnTo>
                    <a:pt x="324" y="379"/>
                  </a:lnTo>
                  <a:lnTo>
                    <a:pt x="324" y="379"/>
                  </a:lnTo>
                  <a:lnTo>
                    <a:pt x="326" y="381"/>
                  </a:lnTo>
                  <a:lnTo>
                    <a:pt x="326" y="381"/>
                  </a:lnTo>
                  <a:lnTo>
                    <a:pt x="330" y="381"/>
                  </a:lnTo>
                  <a:lnTo>
                    <a:pt x="330" y="381"/>
                  </a:lnTo>
                  <a:lnTo>
                    <a:pt x="330" y="381"/>
                  </a:lnTo>
                  <a:lnTo>
                    <a:pt x="333" y="381"/>
                  </a:lnTo>
                  <a:lnTo>
                    <a:pt x="335" y="381"/>
                  </a:lnTo>
                  <a:lnTo>
                    <a:pt x="335" y="381"/>
                  </a:lnTo>
                  <a:lnTo>
                    <a:pt x="337" y="379"/>
                  </a:lnTo>
                  <a:lnTo>
                    <a:pt x="339" y="379"/>
                  </a:lnTo>
                  <a:lnTo>
                    <a:pt x="339" y="379"/>
                  </a:lnTo>
                  <a:lnTo>
                    <a:pt x="342" y="381"/>
                  </a:lnTo>
                  <a:lnTo>
                    <a:pt x="342" y="379"/>
                  </a:lnTo>
                  <a:lnTo>
                    <a:pt x="342" y="379"/>
                  </a:lnTo>
                  <a:lnTo>
                    <a:pt x="344" y="381"/>
                  </a:lnTo>
                  <a:lnTo>
                    <a:pt x="344" y="381"/>
                  </a:lnTo>
                  <a:lnTo>
                    <a:pt x="346" y="381"/>
                  </a:lnTo>
                  <a:lnTo>
                    <a:pt x="346" y="381"/>
                  </a:lnTo>
                  <a:lnTo>
                    <a:pt x="346" y="383"/>
                  </a:lnTo>
                  <a:lnTo>
                    <a:pt x="346" y="388"/>
                  </a:lnTo>
                  <a:lnTo>
                    <a:pt x="346" y="390"/>
                  </a:lnTo>
                  <a:lnTo>
                    <a:pt x="346" y="390"/>
                  </a:lnTo>
                  <a:lnTo>
                    <a:pt x="348" y="392"/>
                  </a:lnTo>
                  <a:lnTo>
                    <a:pt x="353" y="394"/>
                  </a:lnTo>
                  <a:lnTo>
                    <a:pt x="353" y="394"/>
                  </a:lnTo>
                  <a:lnTo>
                    <a:pt x="353" y="396"/>
                  </a:lnTo>
                  <a:lnTo>
                    <a:pt x="355" y="396"/>
                  </a:lnTo>
                  <a:lnTo>
                    <a:pt x="355" y="396"/>
                  </a:lnTo>
                  <a:lnTo>
                    <a:pt x="355" y="399"/>
                  </a:lnTo>
                  <a:lnTo>
                    <a:pt x="357" y="399"/>
                  </a:lnTo>
                  <a:lnTo>
                    <a:pt x="361" y="403"/>
                  </a:lnTo>
                  <a:lnTo>
                    <a:pt x="361" y="403"/>
                  </a:lnTo>
                  <a:lnTo>
                    <a:pt x="364" y="403"/>
                  </a:lnTo>
                  <a:lnTo>
                    <a:pt x="364" y="405"/>
                  </a:lnTo>
                  <a:lnTo>
                    <a:pt x="364" y="405"/>
                  </a:lnTo>
                  <a:lnTo>
                    <a:pt x="366" y="410"/>
                  </a:lnTo>
                  <a:lnTo>
                    <a:pt x="366" y="410"/>
                  </a:lnTo>
                  <a:lnTo>
                    <a:pt x="368" y="412"/>
                  </a:lnTo>
                  <a:lnTo>
                    <a:pt x="368" y="410"/>
                  </a:lnTo>
                  <a:lnTo>
                    <a:pt x="370" y="410"/>
                  </a:lnTo>
                  <a:lnTo>
                    <a:pt x="373" y="410"/>
                  </a:lnTo>
                  <a:lnTo>
                    <a:pt x="373" y="410"/>
                  </a:lnTo>
                  <a:lnTo>
                    <a:pt x="375" y="410"/>
                  </a:lnTo>
                  <a:lnTo>
                    <a:pt x="377" y="410"/>
                  </a:lnTo>
                  <a:lnTo>
                    <a:pt x="379" y="410"/>
                  </a:lnTo>
                  <a:lnTo>
                    <a:pt x="384" y="408"/>
                  </a:lnTo>
                  <a:lnTo>
                    <a:pt x="384" y="408"/>
                  </a:lnTo>
                  <a:lnTo>
                    <a:pt x="384" y="408"/>
                  </a:lnTo>
                  <a:lnTo>
                    <a:pt x="386" y="410"/>
                  </a:lnTo>
                  <a:lnTo>
                    <a:pt x="388" y="410"/>
                  </a:lnTo>
                  <a:lnTo>
                    <a:pt x="390" y="412"/>
                  </a:lnTo>
                  <a:lnTo>
                    <a:pt x="395" y="412"/>
                  </a:lnTo>
                  <a:lnTo>
                    <a:pt x="397" y="410"/>
                  </a:lnTo>
                  <a:lnTo>
                    <a:pt x="401" y="408"/>
                  </a:lnTo>
                  <a:lnTo>
                    <a:pt x="404" y="408"/>
                  </a:lnTo>
                  <a:lnTo>
                    <a:pt x="404" y="408"/>
                  </a:lnTo>
                  <a:lnTo>
                    <a:pt x="406" y="408"/>
                  </a:lnTo>
                  <a:lnTo>
                    <a:pt x="408" y="410"/>
                  </a:lnTo>
                  <a:lnTo>
                    <a:pt x="410" y="410"/>
                  </a:lnTo>
                  <a:lnTo>
                    <a:pt x="410" y="410"/>
                  </a:lnTo>
                  <a:lnTo>
                    <a:pt x="412" y="410"/>
                  </a:lnTo>
                  <a:lnTo>
                    <a:pt x="417" y="410"/>
                  </a:lnTo>
                  <a:lnTo>
                    <a:pt x="417" y="410"/>
                  </a:lnTo>
                  <a:lnTo>
                    <a:pt x="417" y="408"/>
                  </a:lnTo>
                  <a:lnTo>
                    <a:pt x="419" y="408"/>
                  </a:lnTo>
                  <a:lnTo>
                    <a:pt x="421" y="405"/>
                  </a:lnTo>
                  <a:lnTo>
                    <a:pt x="421" y="405"/>
                  </a:lnTo>
                  <a:lnTo>
                    <a:pt x="424" y="405"/>
                  </a:lnTo>
                  <a:lnTo>
                    <a:pt x="424" y="405"/>
                  </a:lnTo>
                  <a:lnTo>
                    <a:pt x="424" y="405"/>
                  </a:lnTo>
                  <a:lnTo>
                    <a:pt x="424" y="410"/>
                  </a:lnTo>
                  <a:lnTo>
                    <a:pt x="426" y="410"/>
                  </a:lnTo>
                  <a:lnTo>
                    <a:pt x="428" y="412"/>
                  </a:lnTo>
                  <a:lnTo>
                    <a:pt x="432" y="412"/>
                  </a:lnTo>
                  <a:lnTo>
                    <a:pt x="435" y="412"/>
                  </a:lnTo>
                  <a:lnTo>
                    <a:pt x="437" y="412"/>
                  </a:lnTo>
                  <a:lnTo>
                    <a:pt x="437" y="414"/>
                  </a:lnTo>
                  <a:lnTo>
                    <a:pt x="441" y="416"/>
                  </a:lnTo>
                  <a:lnTo>
                    <a:pt x="448" y="421"/>
                  </a:lnTo>
                  <a:lnTo>
                    <a:pt x="450" y="419"/>
                  </a:lnTo>
                  <a:lnTo>
                    <a:pt x="452" y="416"/>
                  </a:lnTo>
                  <a:lnTo>
                    <a:pt x="466" y="408"/>
                  </a:lnTo>
                  <a:lnTo>
                    <a:pt x="470" y="403"/>
                  </a:lnTo>
                  <a:lnTo>
                    <a:pt x="472" y="403"/>
                  </a:lnTo>
                  <a:lnTo>
                    <a:pt x="472" y="401"/>
                  </a:lnTo>
                  <a:lnTo>
                    <a:pt x="472" y="401"/>
                  </a:lnTo>
                  <a:lnTo>
                    <a:pt x="474" y="399"/>
                  </a:lnTo>
                  <a:lnTo>
                    <a:pt x="474" y="396"/>
                  </a:lnTo>
                  <a:lnTo>
                    <a:pt x="474" y="394"/>
                  </a:lnTo>
                  <a:lnTo>
                    <a:pt x="474" y="392"/>
                  </a:lnTo>
                  <a:lnTo>
                    <a:pt x="474" y="390"/>
                  </a:lnTo>
                  <a:lnTo>
                    <a:pt x="477" y="390"/>
                  </a:lnTo>
                  <a:lnTo>
                    <a:pt x="481" y="381"/>
                  </a:lnTo>
                  <a:lnTo>
                    <a:pt x="481" y="379"/>
                  </a:lnTo>
                  <a:lnTo>
                    <a:pt x="481" y="379"/>
                  </a:lnTo>
                  <a:lnTo>
                    <a:pt x="481" y="377"/>
                  </a:lnTo>
                  <a:lnTo>
                    <a:pt x="481" y="377"/>
                  </a:lnTo>
                  <a:lnTo>
                    <a:pt x="481" y="374"/>
                  </a:lnTo>
                  <a:lnTo>
                    <a:pt x="481" y="374"/>
                  </a:lnTo>
                  <a:lnTo>
                    <a:pt x="486" y="370"/>
                  </a:lnTo>
                  <a:lnTo>
                    <a:pt x="486" y="370"/>
                  </a:lnTo>
                  <a:lnTo>
                    <a:pt x="486" y="368"/>
                  </a:lnTo>
                  <a:lnTo>
                    <a:pt x="488" y="368"/>
                  </a:lnTo>
                  <a:lnTo>
                    <a:pt x="488" y="368"/>
                  </a:lnTo>
                  <a:lnTo>
                    <a:pt x="490" y="365"/>
                  </a:lnTo>
                  <a:lnTo>
                    <a:pt x="492" y="365"/>
                  </a:lnTo>
                  <a:lnTo>
                    <a:pt x="494" y="365"/>
                  </a:lnTo>
                  <a:lnTo>
                    <a:pt x="494" y="365"/>
                  </a:lnTo>
                  <a:lnTo>
                    <a:pt x="497" y="363"/>
                  </a:lnTo>
                  <a:lnTo>
                    <a:pt x="497" y="361"/>
                  </a:lnTo>
                  <a:lnTo>
                    <a:pt x="499" y="361"/>
                  </a:lnTo>
                  <a:lnTo>
                    <a:pt x="499" y="359"/>
                  </a:lnTo>
                  <a:lnTo>
                    <a:pt x="499" y="357"/>
                  </a:lnTo>
                  <a:lnTo>
                    <a:pt x="499" y="354"/>
                  </a:lnTo>
                  <a:lnTo>
                    <a:pt x="501" y="350"/>
                  </a:lnTo>
                  <a:lnTo>
                    <a:pt x="501" y="350"/>
                  </a:lnTo>
                  <a:lnTo>
                    <a:pt x="501" y="348"/>
                  </a:lnTo>
                  <a:lnTo>
                    <a:pt x="508" y="341"/>
                  </a:lnTo>
                  <a:lnTo>
                    <a:pt x="512" y="328"/>
                  </a:lnTo>
                  <a:lnTo>
                    <a:pt x="514" y="326"/>
                  </a:lnTo>
                  <a:lnTo>
                    <a:pt x="514" y="326"/>
                  </a:lnTo>
                  <a:lnTo>
                    <a:pt x="514" y="323"/>
                  </a:lnTo>
                  <a:close/>
                </a:path>
              </a:pathLst>
            </a:custGeom>
            <a:solidFill>
              <a:srgbClr val="D6D9ED"/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BC0213D2-4ED5-48D2-981A-604756777D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4" y="2993"/>
              <a:ext cx="581" cy="565"/>
            </a:xfrm>
            <a:custGeom>
              <a:avLst/>
              <a:gdLst>
                <a:gd name="T0" fmla="*/ 578 w 581"/>
                <a:gd name="T1" fmla="*/ 128 h 565"/>
                <a:gd name="T2" fmla="*/ 570 w 581"/>
                <a:gd name="T3" fmla="*/ 115 h 565"/>
                <a:gd name="T4" fmla="*/ 547 w 581"/>
                <a:gd name="T5" fmla="*/ 117 h 565"/>
                <a:gd name="T6" fmla="*/ 508 w 581"/>
                <a:gd name="T7" fmla="*/ 100 h 565"/>
                <a:gd name="T8" fmla="*/ 494 w 581"/>
                <a:gd name="T9" fmla="*/ 80 h 565"/>
                <a:gd name="T10" fmla="*/ 463 w 581"/>
                <a:gd name="T11" fmla="*/ 53 h 565"/>
                <a:gd name="T12" fmla="*/ 445 w 581"/>
                <a:gd name="T13" fmla="*/ 42 h 565"/>
                <a:gd name="T14" fmla="*/ 432 w 581"/>
                <a:gd name="T15" fmla="*/ 35 h 565"/>
                <a:gd name="T16" fmla="*/ 414 w 581"/>
                <a:gd name="T17" fmla="*/ 33 h 565"/>
                <a:gd name="T18" fmla="*/ 395 w 581"/>
                <a:gd name="T19" fmla="*/ 20 h 565"/>
                <a:gd name="T20" fmla="*/ 381 w 581"/>
                <a:gd name="T21" fmla="*/ 13 h 565"/>
                <a:gd name="T22" fmla="*/ 372 w 581"/>
                <a:gd name="T23" fmla="*/ 13 h 565"/>
                <a:gd name="T24" fmla="*/ 346 w 581"/>
                <a:gd name="T25" fmla="*/ 9 h 565"/>
                <a:gd name="T26" fmla="*/ 337 w 581"/>
                <a:gd name="T27" fmla="*/ 4 h 565"/>
                <a:gd name="T28" fmla="*/ 317 w 581"/>
                <a:gd name="T29" fmla="*/ 2 h 565"/>
                <a:gd name="T30" fmla="*/ 290 w 581"/>
                <a:gd name="T31" fmla="*/ 9 h 565"/>
                <a:gd name="T32" fmla="*/ 275 w 581"/>
                <a:gd name="T33" fmla="*/ 4 h 565"/>
                <a:gd name="T34" fmla="*/ 250 w 581"/>
                <a:gd name="T35" fmla="*/ 15 h 565"/>
                <a:gd name="T36" fmla="*/ 237 w 581"/>
                <a:gd name="T37" fmla="*/ 31 h 565"/>
                <a:gd name="T38" fmla="*/ 217 w 581"/>
                <a:gd name="T39" fmla="*/ 38 h 565"/>
                <a:gd name="T40" fmla="*/ 206 w 581"/>
                <a:gd name="T41" fmla="*/ 38 h 565"/>
                <a:gd name="T42" fmla="*/ 188 w 581"/>
                <a:gd name="T43" fmla="*/ 64 h 565"/>
                <a:gd name="T44" fmla="*/ 164 w 581"/>
                <a:gd name="T45" fmla="*/ 75 h 565"/>
                <a:gd name="T46" fmla="*/ 149 w 581"/>
                <a:gd name="T47" fmla="*/ 86 h 565"/>
                <a:gd name="T48" fmla="*/ 137 w 581"/>
                <a:gd name="T49" fmla="*/ 106 h 565"/>
                <a:gd name="T50" fmla="*/ 100 w 581"/>
                <a:gd name="T51" fmla="*/ 142 h 565"/>
                <a:gd name="T52" fmla="*/ 67 w 581"/>
                <a:gd name="T53" fmla="*/ 188 h 565"/>
                <a:gd name="T54" fmla="*/ 38 w 581"/>
                <a:gd name="T55" fmla="*/ 224 h 565"/>
                <a:gd name="T56" fmla="*/ 18 w 581"/>
                <a:gd name="T57" fmla="*/ 268 h 565"/>
                <a:gd name="T58" fmla="*/ 44 w 581"/>
                <a:gd name="T59" fmla="*/ 252 h 565"/>
                <a:gd name="T60" fmla="*/ 80 w 581"/>
                <a:gd name="T61" fmla="*/ 275 h 565"/>
                <a:gd name="T62" fmla="*/ 120 w 581"/>
                <a:gd name="T63" fmla="*/ 317 h 565"/>
                <a:gd name="T64" fmla="*/ 140 w 581"/>
                <a:gd name="T65" fmla="*/ 323 h 565"/>
                <a:gd name="T66" fmla="*/ 173 w 581"/>
                <a:gd name="T67" fmla="*/ 348 h 565"/>
                <a:gd name="T68" fmla="*/ 222 w 581"/>
                <a:gd name="T69" fmla="*/ 368 h 565"/>
                <a:gd name="T70" fmla="*/ 262 w 581"/>
                <a:gd name="T71" fmla="*/ 405 h 565"/>
                <a:gd name="T72" fmla="*/ 290 w 581"/>
                <a:gd name="T73" fmla="*/ 439 h 565"/>
                <a:gd name="T74" fmla="*/ 324 w 581"/>
                <a:gd name="T75" fmla="*/ 485 h 565"/>
                <a:gd name="T76" fmla="*/ 308 w 581"/>
                <a:gd name="T77" fmla="*/ 565 h 565"/>
                <a:gd name="T78" fmla="*/ 406 w 581"/>
                <a:gd name="T79" fmla="*/ 421 h 565"/>
                <a:gd name="T80" fmla="*/ 395 w 581"/>
                <a:gd name="T81" fmla="*/ 412 h 565"/>
                <a:gd name="T82" fmla="*/ 397 w 581"/>
                <a:gd name="T83" fmla="*/ 397 h 565"/>
                <a:gd name="T84" fmla="*/ 410 w 581"/>
                <a:gd name="T85" fmla="*/ 381 h 565"/>
                <a:gd name="T86" fmla="*/ 417 w 581"/>
                <a:gd name="T87" fmla="*/ 357 h 565"/>
                <a:gd name="T88" fmla="*/ 443 w 581"/>
                <a:gd name="T89" fmla="*/ 339 h 565"/>
                <a:gd name="T90" fmla="*/ 463 w 581"/>
                <a:gd name="T91" fmla="*/ 310 h 565"/>
                <a:gd name="T92" fmla="*/ 476 w 581"/>
                <a:gd name="T93" fmla="*/ 272 h 565"/>
                <a:gd name="T94" fmla="*/ 463 w 581"/>
                <a:gd name="T95" fmla="*/ 257 h 565"/>
                <a:gd name="T96" fmla="*/ 468 w 581"/>
                <a:gd name="T97" fmla="*/ 252 h 565"/>
                <a:gd name="T98" fmla="*/ 485 w 581"/>
                <a:gd name="T99" fmla="*/ 268 h 565"/>
                <a:gd name="T100" fmla="*/ 501 w 581"/>
                <a:gd name="T101" fmla="*/ 270 h 565"/>
                <a:gd name="T102" fmla="*/ 519 w 581"/>
                <a:gd name="T103" fmla="*/ 268 h 565"/>
                <a:gd name="T104" fmla="*/ 508 w 581"/>
                <a:gd name="T105" fmla="*/ 279 h 565"/>
                <a:gd name="T106" fmla="*/ 490 w 581"/>
                <a:gd name="T107" fmla="*/ 334 h 565"/>
                <a:gd name="T108" fmla="*/ 472 w 581"/>
                <a:gd name="T109" fmla="*/ 341 h 565"/>
                <a:gd name="T110" fmla="*/ 445 w 581"/>
                <a:gd name="T111" fmla="*/ 383 h 565"/>
                <a:gd name="T112" fmla="*/ 408 w 581"/>
                <a:gd name="T113" fmla="*/ 421 h 565"/>
                <a:gd name="T114" fmla="*/ 570 w 581"/>
                <a:gd name="T115" fmla="*/ 204 h 565"/>
                <a:gd name="T116" fmla="*/ 558 w 581"/>
                <a:gd name="T117" fmla="*/ 177 h 565"/>
                <a:gd name="T118" fmla="*/ 552 w 581"/>
                <a:gd name="T119" fmla="*/ 186 h 565"/>
                <a:gd name="T120" fmla="*/ 554 w 581"/>
                <a:gd name="T121" fmla="*/ 168 h 565"/>
                <a:gd name="T122" fmla="*/ 561 w 581"/>
                <a:gd name="T123" fmla="*/ 148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81" h="565">
                  <a:moveTo>
                    <a:pt x="565" y="137"/>
                  </a:moveTo>
                  <a:lnTo>
                    <a:pt x="565" y="137"/>
                  </a:lnTo>
                  <a:lnTo>
                    <a:pt x="567" y="137"/>
                  </a:lnTo>
                  <a:lnTo>
                    <a:pt x="567" y="137"/>
                  </a:lnTo>
                  <a:lnTo>
                    <a:pt x="567" y="135"/>
                  </a:lnTo>
                  <a:lnTo>
                    <a:pt x="567" y="135"/>
                  </a:lnTo>
                  <a:lnTo>
                    <a:pt x="570" y="135"/>
                  </a:lnTo>
                  <a:lnTo>
                    <a:pt x="570" y="135"/>
                  </a:lnTo>
                  <a:lnTo>
                    <a:pt x="570" y="135"/>
                  </a:lnTo>
                  <a:lnTo>
                    <a:pt x="572" y="133"/>
                  </a:lnTo>
                  <a:lnTo>
                    <a:pt x="572" y="133"/>
                  </a:lnTo>
                  <a:lnTo>
                    <a:pt x="574" y="128"/>
                  </a:lnTo>
                  <a:lnTo>
                    <a:pt x="574" y="128"/>
                  </a:lnTo>
                  <a:lnTo>
                    <a:pt x="574" y="128"/>
                  </a:lnTo>
                  <a:lnTo>
                    <a:pt x="574" y="126"/>
                  </a:lnTo>
                  <a:lnTo>
                    <a:pt x="576" y="126"/>
                  </a:lnTo>
                  <a:lnTo>
                    <a:pt x="576" y="126"/>
                  </a:lnTo>
                  <a:lnTo>
                    <a:pt x="576" y="126"/>
                  </a:lnTo>
                  <a:lnTo>
                    <a:pt x="576" y="126"/>
                  </a:lnTo>
                  <a:lnTo>
                    <a:pt x="576" y="126"/>
                  </a:lnTo>
                  <a:lnTo>
                    <a:pt x="578" y="128"/>
                  </a:lnTo>
                  <a:lnTo>
                    <a:pt x="578" y="128"/>
                  </a:lnTo>
                  <a:lnTo>
                    <a:pt x="578" y="128"/>
                  </a:lnTo>
                  <a:lnTo>
                    <a:pt x="578" y="128"/>
                  </a:lnTo>
                  <a:lnTo>
                    <a:pt x="581" y="128"/>
                  </a:lnTo>
                  <a:lnTo>
                    <a:pt x="581" y="126"/>
                  </a:lnTo>
                  <a:lnTo>
                    <a:pt x="581" y="126"/>
                  </a:lnTo>
                  <a:lnTo>
                    <a:pt x="578" y="124"/>
                  </a:lnTo>
                  <a:lnTo>
                    <a:pt x="578" y="122"/>
                  </a:lnTo>
                  <a:lnTo>
                    <a:pt x="578" y="122"/>
                  </a:lnTo>
                  <a:lnTo>
                    <a:pt x="581" y="122"/>
                  </a:lnTo>
                  <a:lnTo>
                    <a:pt x="581" y="122"/>
                  </a:lnTo>
                  <a:lnTo>
                    <a:pt x="581" y="120"/>
                  </a:lnTo>
                  <a:lnTo>
                    <a:pt x="581" y="120"/>
                  </a:lnTo>
                  <a:lnTo>
                    <a:pt x="578" y="120"/>
                  </a:lnTo>
                  <a:lnTo>
                    <a:pt x="578" y="117"/>
                  </a:lnTo>
                  <a:lnTo>
                    <a:pt x="576" y="115"/>
                  </a:lnTo>
                  <a:lnTo>
                    <a:pt x="576" y="115"/>
                  </a:lnTo>
                  <a:lnTo>
                    <a:pt x="576" y="115"/>
                  </a:lnTo>
                  <a:lnTo>
                    <a:pt x="576" y="117"/>
                  </a:lnTo>
                  <a:lnTo>
                    <a:pt x="576" y="117"/>
                  </a:lnTo>
                  <a:lnTo>
                    <a:pt x="574" y="117"/>
                  </a:lnTo>
                  <a:lnTo>
                    <a:pt x="572" y="117"/>
                  </a:lnTo>
                  <a:lnTo>
                    <a:pt x="572" y="117"/>
                  </a:lnTo>
                  <a:lnTo>
                    <a:pt x="570" y="117"/>
                  </a:lnTo>
                  <a:lnTo>
                    <a:pt x="570" y="115"/>
                  </a:lnTo>
                  <a:lnTo>
                    <a:pt x="570" y="115"/>
                  </a:lnTo>
                  <a:lnTo>
                    <a:pt x="570" y="115"/>
                  </a:lnTo>
                  <a:lnTo>
                    <a:pt x="567" y="113"/>
                  </a:lnTo>
                  <a:lnTo>
                    <a:pt x="567" y="113"/>
                  </a:lnTo>
                  <a:lnTo>
                    <a:pt x="565" y="115"/>
                  </a:lnTo>
                  <a:lnTo>
                    <a:pt x="563" y="115"/>
                  </a:lnTo>
                  <a:lnTo>
                    <a:pt x="563" y="115"/>
                  </a:lnTo>
                  <a:lnTo>
                    <a:pt x="563" y="115"/>
                  </a:lnTo>
                  <a:lnTo>
                    <a:pt x="563" y="115"/>
                  </a:lnTo>
                  <a:lnTo>
                    <a:pt x="561" y="113"/>
                  </a:lnTo>
                  <a:lnTo>
                    <a:pt x="561" y="113"/>
                  </a:lnTo>
                  <a:lnTo>
                    <a:pt x="558" y="115"/>
                  </a:lnTo>
                  <a:lnTo>
                    <a:pt x="556" y="115"/>
                  </a:lnTo>
                  <a:lnTo>
                    <a:pt x="556" y="117"/>
                  </a:lnTo>
                  <a:lnTo>
                    <a:pt x="556" y="117"/>
                  </a:lnTo>
                  <a:lnTo>
                    <a:pt x="554" y="115"/>
                  </a:lnTo>
                  <a:lnTo>
                    <a:pt x="554" y="115"/>
                  </a:lnTo>
                  <a:lnTo>
                    <a:pt x="552" y="115"/>
                  </a:lnTo>
                  <a:lnTo>
                    <a:pt x="552" y="115"/>
                  </a:lnTo>
                  <a:lnTo>
                    <a:pt x="550" y="115"/>
                  </a:lnTo>
                  <a:lnTo>
                    <a:pt x="550" y="115"/>
                  </a:lnTo>
                  <a:lnTo>
                    <a:pt x="550" y="113"/>
                  </a:lnTo>
                  <a:lnTo>
                    <a:pt x="550" y="113"/>
                  </a:lnTo>
                  <a:lnTo>
                    <a:pt x="547" y="115"/>
                  </a:lnTo>
                  <a:lnTo>
                    <a:pt x="547" y="115"/>
                  </a:lnTo>
                  <a:lnTo>
                    <a:pt x="547" y="117"/>
                  </a:lnTo>
                  <a:lnTo>
                    <a:pt x="547" y="117"/>
                  </a:lnTo>
                  <a:lnTo>
                    <a:pt x="545" y="115"/>
                  </a:lnTo>
                  <a:lnTo>
                    <a:pt x="545" y="115"/>
                  </a:lnTo>
                  <a:lnTo>
                    <a:pt x="543" y="113"/>
                  </a:lnTo>
                  <a:lnTo>
                    <a:pt x="536" y="113"/>
                  </a:lnTo>
                  <a:lnTo>
                    <a:pt x="534" y="113"/>
                  </a:lnTo>
                  <a:lnTo>
                    <a:pt x="534" y="113"/>
                  </a:lnTo>
                  <a:lnTo>
                    <a:pt x="532" y="113"/>
                  </a:lnTo>
                  <a:lnTo>
                    <a:pt x="530" y="111"/>
                  </a:lnTo>
                  <a:lnTo>
                    <a:pt x="525" y="111"/>
                  </a:lnTo>
                  <a:lnTo>
                    <a:pt x="525" y="111"/>
                  </a:lnTo>
                  <a:lnTo>
                    <a:pt x="525" y="111"/>
                  </a:lnTo>
                  <a:lnTo>
                    <a:pt x="523" y="111"/>
                  </a:lnTo>
                  <a:lnTo>
                    <a:pt x="523" y="111"/>
                  </a:lnTo>
                  <a:lnTo>
                    <a:pt x="521" y="111"/>
                  </a:lnTo>
                  <a:lnTo>
                    <a:pt x="521" y="111"/>
                  </a:lnTo>
                  <a:lnTo>
                    <a:pt x="519" y="111"/>
                  </a:lnTo>
                  <a:lnTo>
                    <a:pt x="516" y="108"/>
                  </a:lnTo>
                  <a:lnTo>
                    <a:pt x="514" y="108"/>
                  </a:lnTo>
                  <a:lnTo>
                    <a:pt x="514" y="108"/>
                  </a:lnTo>
                  <a:lnTo>
                    <a:pt x="512" y="106"/>
                  </a:lnTo>
                  <a:lnTo>
                    <a:pt x="512" y="104"/>
                  </a:lnTo>
                  <a:lnTo>
                    <a:pt x="510" y="102"/>
                  </a:lnTo>
                  <a:lnTo>
                    <a:pt x="508" y="100"/>
                  </a:lnTo>
                  <a:lnTo>
                    <a:pt x="508" y="97"/>
                  </a:lnTo>
                  <a:lnTo>
                    <a:pt x="508" y="97"/>
                  </a:lnTo>
                  <a:lnTo>
                    <a:pt x="505" y="97"/>
                  </a:lnTo>
                  <a:lnTo>
                    <a:pt x="505" y="95"/>
                  </a:lnTo>
                  <a:lnTo>
                    <a:pt x="503" y="95"/>
                  </a:lnTo>
                  <a:lnTo>
                    <a:pt x="503" y="88"/>
                  </a:lnTo>
                  <a:lnTo>
                    <a:pt x="501" y="88"/>
                  </a:lnTo>
                  <a:lnTo>
                    <a:pt x="501" y="88"/>
                  </a:lnTo>
                  <a:lnTo>
                    <a:pt x="499" y="88"/>
                  </a:lnTo>
                  <a:lnTo>
                    <a:pt x="499" y="86"/>
                  </a:lnTo>
                  <a:lnTo>
                    <a:pt x="499" y="86"/>
                  </a:lnTo>
                  <a:lnTo>
                    <a:pt x="496" y="86"/>
                  </a:lnTo>
                  <a:lnTo>
                    <a:pt x="496" y="86"/>
                  </a:lnTo>
                  <a:lnTo>
                    <a:pt x="496" y="88"/>
                  </a:lnTo>
                  <a:lnTo>
                    <a:pt x="494" y="86"/>
                  </a:lnTo>
                  <a:lnTo>
                    <a:pt x="494" y="86"/>
                  </a:lnTo>
                  <a:lnTo>
                    <a:pt x="494" y="84"/>
                  </a:lnTo>
                  <a:lnTo>
                    <a:pt x="494" y="84"/>
                  </a:lnTo>
                  <a:lnTo>
                    <a:pt x="494" y="84"/>
                  </a:lnTo>
                  <a:lnTo>
                    <a:pt x="494" y="84"/>
                  </a:lnTo>
                  <a:lnTo>
                    <a:pt x="494" y="82"/>
                  </a:lnTo>
                  <a:lnTo>
                    <a:pt x="494" y="82"/>
                  </a:lnTo>
                  <a:lnTo>
                    <a:pt x="494" y="80"/>
                  </a:lnTo>
                  <a:lnTo>
                    <a:pt x="494" y="80"/>
                  </a:lnTo>
                  <a:lnTo>
                    <a:pt x="492" y="77"/>
                  </a:lnTo>
                  <a:lnTo>
                    <a:pt x="490" y="73"/>
                  </a:lnTo>
                  <a:lnTo>
                    <a:pt x="488" y="73"/>
                  </a:lnTo>
                  <a:lnTo>
                    <a:pt x="488" y="73"/>
                  </a:lnTo>
                  <a:lnTo>
                    <a:pt x="485" y="71"/>
                  </a:lnTo>
                  <a:lnTo>
                    <a:pt x="481" y="66"/>
                  </a:lnTo>
                  <a:lnTo>
                    <a:pt x="481" y="64"/>
                  </a:lnTo>
                  <a:lnTo>
                    <a:pt x="481" y="62"/>
                  </a:lnTo>
                  <a:lnTo>
                    <a:pt x="479" y="62"/>
                  </a:lnTo>
                  <a:lnTo>
                    <a:pt x="479" y="62"/>
                  </a:lnTo>
                  <a:lnTo>
                    <a:pt x="479" y="62"/>
                  </a:lnTo>
                  <a:lnTo>
                    <a:pt x="476" y="60"/>
                  </a:lnTo>
                  <a:lnTo>
                    <a:pt x="474" y="60"/>
                  </a:lnTo>
                  <a:lnTo>
                    <a:pt x="472" y="57"/>
                  </a:lnTo>
                  <a:lnTo>
                    <a:pt x="472" y="57"/>
                  </a:lnTo>
                  <a:lnTo>
                    <a:pt x="470" y="57"/>
                  </a:lnTo>
                  <a:lnTo>
                    <a:pt x="470" y="57"/>
                  </a:lnTo>
                  <a:lnTo>
                    <a:pt x="470" y="57"/>
                  </a:lnTo>
                  <a:lnTo>
                    <a:pt x="470" y="57"/>
                  </a:lnTo>
                  <a:lnTo>
                    <a:pt x="465" y="55"/>
                  </a:lnTo>
                  <a:lnTo>
                    <a:pt x="465" y="53"/>
                  </a:lnTo>
                  <a:lnTo>
                    <a:pt x="465" y="53"/>
                  </a:lnTo>
                  <a:lnTo>
                    <a:pt x="463" y="53"/>
                  </a:lnTo>
                  <a:lnTo>
                    <a:pt x="463" y="53"/>
                  </a:lnTo>
                  <a:lnTo>
                    <a:pt x="465" y="51"/>
                  </a:lnTo>
                  <a:lnTo>
                    <a:pt x="465" y="51"/>
                  </a:lnTo>
                  <a:lnTo>
                    <a:pt x="465" y="51"/>
                  </a:lnTo>
                  <a:lnTo>
                    <a:pt x="463" y="49"/>
                  </a:lnTo>
                  <a:lnTo>
                    <a:pt x="461" y="49"/>
                  </a:lnTo>
                  <a:lnTo>
                    <a:pt x="461" y="49"/>
                  </a:lnTo>
                  <a:lnTo>
                    <a:pt x="461" y="46"/>
                  </a:lnTo>
                  <a:lnTo>
                    <a:pt x="461" y="46"/>
                  </a:lnTo>
                  <a:lnTo>
                    <a:pt x="459" y="46"/>
                  </a:lnTo>
                  <a:lnTo>
                    <a:pt x="457" y="49"/>
                  </a:lnTo>
                  <a:lnTo>
                    <a:pt x="457" y="46"/>
                  </a:lnTo>
                  <a:lnTo>
                    <a:pt x="457" y="46"/>
                  </a:lnTo>
                  <a:lnTo>
                    <a:pt x="457" y="46"/>
                  </a:lnTo>
                  <a:lnTo>
                    <a:pt x="457" y="46"/>
                  </a:lnTo>
                  <a:lnTo>
                    <a:pt x="454" y="44"/>
                  </a:lnTo>
                  <a:lnTo>
                    <a:pt x="454" y="44"/>
                  </a:lnTo>
                  <a:lnTo>
                    <a:pt x="454" y="44"/>
                  </a:lnTo>
                  <a:lnTo>
                    <a:pt x="452" y="44"/>
                  </a:lnTo>
                  <a:lnTo>
                    <a:pt x="452" y="42"/>
                  </a:lnTo>
                  <a:lnTo>
                    <a:pt x="452" y="42"/>
                  </a:lnTo>
                  <a:lnTo>
                    <a:pt x="452" y="40"/>
                  </a:lnTo>
                  <a:lnTo>
                    <a:pt x="450" y="40"/>
                  </a:lnTo>
                  <a:lnTo>
                    <a:pt x="448" y="40"/>
                  </a:lnTo>
                  <a:lnTo>
                    <a:pt x="445" y="42"/>
                  </a:lnTo>
                  <a:lnTo>
                    <a:pt x="445" y="42"/>
                  </a:lnTo>
                  <a:lnTo>
                    <a:pt x="443" y="40"/>
                  </a:lnTo>
                  <a:lnTo>
                    <a:pt x="443" y="40"/>
                  </a:lnTo>
                  <a:lnTo>
                    <a:pt x="445" y="38"/>
                  </a:lnTo>
                  <a:lnTo>
                    <a:pt x="443" y="38"/>
                  </a:lnTo>
                  <a:lnTo>
                    <a:pt x="441" y="38"/>
                  </a:lnTo>
                  <a:lnTo>
                    <a:pt x="441" y="38"/>
                  </a:lnTo>
                  <a:lnTo>
                    <a:pt x="441" y="38"/>
                  </a:lnTo>
                  <a:lnTo>
                    <a:pt x="441" y="35"/>
                  </a:lnTo>
                  <a:lnTo>
                    <a:pt x="441" y="35"/>
                  </a:lnTo>
                  <a:lnTo>
                    <a:pt x="439" y="35"/>
                  </a:lnTo>
                  <a:lnTo>
                    <a:pt x="439" y="35"/>
                  </a:lnTo>
                  <a:lnTo>
                    <a:pt x="439" y="35"/>
                  </a:lnTo>
                  <a:lnTo>
                    <a:pt x="439" y="35"/>
                  </a:lnTo>
                  <a:lnTo>
                    <a:pt x="437" y="35"/>
                  </a:lnTo>
                  <a:lnTo>
                    <a:pt x="437" y="35"/>
                  </a:lnTo>
                  <a:lnTo>
                    <a:pt x="437" y="33"/>
                  </a:lnTo>
                  <a:lnTo>
                    <a:pt x="437" y="33"/>
                  </a:lnTo>
                  <a:lnTo>
                    <a:pt x="437" y="33"/>
                  </a:lnTo>
                  <a:lnTo>
                    <a:pt x="434" y="33"/>
                  </a:lnTo>
                  <a:lnTo>
                    <a:pt x="434" y="35"/>
                  </a:lnTo>
                  <a:lnTo>
                    <a:pt x="434" y="35"/>
                  </a:lnTo>
                  <a:lnTo>
                    <a:pt x="432" y="35"/>
                  </a:lnTo>
                  <a:lnTo>
                    <a:pt x="432" y="35"/>
                  </a:lnTo>
                  <a:lnTo>
                    <a:pt x="432" y="35"/>
                  </a:lnTo>
                  <a:lnTo>
                    <a:pt x="432" y="35"/>
                  </a:lnTo>
                  <a:lnTo>
                    <a:pt x="430" y="35"/>
                  </a:lnTo>
                  <a:lnTo>
                    <a:pt x="428" y="35"/>
                  </a:lnTo>
                  <a:lnTo>
                    <a:pt x="428" y="35"/>
                  </a:lnTo>
                  <a:lnTo>
                    <a:pt x="428" y="38"/>
                  </a:lnTo>
                  <a:lnTo>
                    <a:pt x="426" y="38"/>
                  </a:lnTo>
                  <a:lnTo>
                    <a:pt x="426" y="38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23" y="33"/>
                  </a:lnTo>
                  <a:lnTo>
                    <a:pt x="423" y="33"/>
                  </a:lnTo>
                  <a:lnTo>
                    <a:pt x="423" y="33"/>
                  </a:lnTo>
                  <a:lnTo>
                    <a:pt x="421" y="35"/>
                  </a:lnTo>
                  <a:lnTo>
                    <a:pt x="421" y="38"/>
                  </a:lnTo>
                  <a:lnTo>
                    <a:pt x="421" y="35"/>
                  </a:lnTo>
                  <a:lnTo>
                    <a:pt x="419" y="35"/>
                  </a:lnTo>
                  <a:lnTo>
                    <a:pt x="419" y="33"/>
                  </a:lnTo>
                  <a:lnTo>
                    <a:pt x="419" y="31"/>
                  </a:lnTo>
                  <a:lnTo>
                    <a:pt x="417" y="31"/>
                  </a:lnTo>
                  <a:lnTo>
                    <a:pt x="417" y="33"/>
                  </a:lnTo>
                  <a:lnTo>
                    <a:pt x="417" y="33"/>
                  </a:lnTo>
                  <a:lnTo>
                    <a:pt x="414" y="33"/>
                  </a:lnTo>
                  <a:lnTo>
                    <a:pt x="417" y="31"/>
                  </a:lnTo>
                  <a:lnTo>
                    <a:pt x="417" y="29"/>
                  </a:lnTo>
                  <a:lnTo>
                    <a:pt x="412" y="26"/>
                  </a:lnTo>
                  <a:lnTo>
                    <a:pt x="412" y="26"/>
                  </a:lnTo>
                  <a:lnTo>
                    <a:pt x="414" y="26"/>
                  </a:lnTo>
                  <a:lnTo>
                    <a:pt x="417" y="26"/>
                  </a:lnTo>
                  <a:lnTo>
                    <a:pt x="414" y="24"/>
                  </a:lnTo>
                  <a:lnTo>
                    <a:pt x="412" y="24"/>
                  </a:lnTo>
                  <a:lnTo>
                    <a:pt x="410" y="22"/>
                  </a:lnTo>
                  <a:lnTo>
                    <a:pt x="410" y="22"/>
                  </a:lnTo>
                  <a:lnTo>
                    <a:pt x="410" y="22"/>
                  </a:lnTo>
                  <a:lnTo>
                    <a:pt x="410" y="22"/>
                  </a:lnTo>
                  <a:lnTo>
                    <a:pt x="406" y="22"/>
                  </a:lnTo>
                  <a:lnTo>
                    <a:pt x="403" y="22"/>
                  </a:lnTo>
                  <a:lnTo>
                    <a:pt x="403" y="20"/>
                  </a:lnTo>
                  <a:lnTo>
                    <a:pt x="403" y="20"/>
                  </a:lnTo>
                  <a:lnTo>
                    <a:pt x="403" y="18"/>
                  </a:lnTo>
                  <a:lnTo>
                    <a:pt x="401" y="18"/>
                  </a:lnTo>
                  <a:lnTo>
                    <a:pt x="401" y="18"/>
                  </a:lnTo>
                  <a:lnTo>
                    <a:pt x="399" y="18"/>
                  </a:lnTo>
                  <a:lnTo>
                    <a:pt x="399" y="15"/>
                  </a:lnTo>
                  <a:lnTo>
                    <a:pt x="397" y="18"/>
                  </a:lnTo>
                  <a:lnTo>
                    <a:pt x="395" y="20"/>
                  </a:lnTo>
                  <a:lnTo>
                    <a:pt x="395" y="20"/>
                  </a:lnTo>
                  <a:lnTo>
                    <a:pt x="392" y="18"/>
                  </a:lnTo>
                  <a:lnTo>
                    <a:pt x="392" y="18"/>
                  </a:lnTo>
                  <a:lnTo>
                    <a:pt x="392" y="15"/>
                  </a:lnTo>
                  <a:lnTo>
                    <a:pt x="395" y="15"/>
                  </a:lnTo>
                  <a:lnTo>
                    <a:pt x="395" y="15"/>
                  </a:lnTo>
                  <a:lnTo>
                    <a:pt x="395" y="15"/>
                  </a:lnTo>
                  <a:lnTo>
                    <a:pt x="392" y="13"/>
                  </a:lnTo>
                  <a:lnTo>
                    <a:pt x="390" y="15"/>
                  </a:lnTo>
                  <a:lnTo>
                    <a:pt x="390" y="15"/>
                  </a:lnTo>
                  <a:lnTo>
                    <a:pt x="390" y="15"/>
                  </a:lnTo>
                  <a:lnTo>
                    <a:pt x="390" y="18"/>
                  </a:lnTo>
                  <a:lnTo>
                    <a:pt x="390" y="18"/>
                  </a:lnTo>
                  <a:lnTo>
                    <a:pt x="388" y="18"/>
                  </a:lnTo>
                  <a:lnTo>
                    <a:pt x="388" y="18"/>
                  </a:lnTo>
                  <a:lnTo>
                    <a:pt x="388" y="18"/>
                  </a:lnTo>
                  <a:lnTo>
                    <a:pt x="388" y="18"/>
                  </a:lnTo>
                  <a:lnTo>
                    <a:pt x="386" y="18"/>
                  </a:lnTo>
                  <a:lnTo>
                    <a:pt x="383" y="18"/>
                  </a:lnTo>
                  <a:lnTo>
                    <a:pt x="383" y="18"/>
                  </a:lnTo>
                  <a:lnTo>
                    <a:pt x="383" y="18"/>
                  </a:lnTo>
                  <a:lnTo>
                    <a:pt x="383" y="15"/>
                  </a:lnTo>
                  <a:lnTo>
                    <a:pt x="383" y="15"/>
                  </a:lnTo>
                  <a:lnTo>
                    <a:pt x="383" y="13"/>
                  </a:lnTo>
                  <a:lnTo>
                    <a:pt x="381" y="13"/>
                  </a:lnTo>
                  <a:lnTo>
                    <a:pt x="381" y="13"/>
                  </a:lnTo>
                  <a:lnTo>
                    <a:pt x="381" y="15"/>
                  </a:lnTo>
                  <a:lnTo>
                    <a:pt x="381" y="15"/>
                  </a:lnTo>
                  <a:lnTo>
                    <a:pt x="381" y="15"/>
                  </a:lnTo>
                  <a:lnTo>
                    <a:pt x="381" y="15"/>
                  </a:lnTo>
                  <a:lnTo>
                    <a:pt x="381" y="15"/>
                  </a:lnTo>
                  <a:lnTo>
                    <a:pt x="381" y="15"/>
                  </a:lnTo>
                  <a:lnTo>
                    <a:pt x="379" y="13"/>
                  </a:lnTo>
                  <a:lnTo>
                    <a:pt x="379" y="13"/>
                  </a:lnTo>
                  <a:lnTo>
                    <a:pt x="379" y="13"/>
                  </a:lnTo>
                  <a:lnTo>
                    <a:pt x="379" y="13"/>
                  </a:lnTo>
                  <a:lnTo>
                    <a:pt x="379" y="11"/>
                  </a:lnTo>
                  <a:lnTo>
                    <a:pt x="379" y="11"/>
                  </a:lnTo>
                  <a:lnTo>
                    <a:pt x="379" y="13"/>
                  </a:lnTo>
                  <a:lnTo>
                    <a:pt x="377" y="13"/>
                  </a:lnTo>
                  <a:lnTo>
                    <a:pt x="377" y="13"/>
                  </a:lnTo>
                  <a:lnTo>
                    <a:pt x="377" y="15"/>
                  </a:lnTo>
                  <a:lnTo>
                    <a:pt x="377" y="15"/>
                  </a:lnTo>
                  <a:lnTo>
                    <a:pt x="375" y="15"/>
                  </a:lnTo>
                  <a:lnTo>
                    <a:pt x="372" y="15"/>
                  </a:lnTo>
                  <a:lnTo>
                    <a:pt x="372" y="15"/>
                  </a:lnTo>
                  <a:lnTo>
                    <a:pt x="372" y="13"/>
                  </a:lnTo>
                  <a:lnTo>
                    <a:pt x="372" y="13"/>
                  </a:lnTo>
                  <a:lnTo>
                    <a:pt x="372" y="13"/>
                  </a:lnTo>
                  <a:lnTo>
                    <a:pt x="370" y="13"/>
                  </a:lnTo>
                  <a:lnTo>
                    <a:pt x="370" y="15"/>
                  </a:lnTo>
                  <a:lnTo>
                    <a:pt x="368" y="15"/>
                  </a:lnTo>
                  <a:lnTo>
                    <a:pt x="366" y="15"/>
                  </a:lnTo>
                  <a:lnTo>
                    <a:pt x="366" y="15"/>
                  </a:lnTo>
                  <a:lnTo>
                    <a:pt x="363" y="15"/>
                  </a:lnTo>
                  <a:lnTo>
                    <a:pt x="363" y="15"/>
                  </a:lnTo>
                  <a:lnTo>
                    <a:pt x="361" y="15"/>
                  </a:lnTo>
                  <a:lnTo>
                    <a:pt x="361" y="15"/>
                  </a:lnTo>
                  <a:lnTo>
                    <a:pt x="361" y="18"/>
                  </a:lnTo>
                  <a:lnTo>
                    <a:pt x="361" y="15"/>
                  </a:lnTo>
                  <a:lnTo>
                    <a:pt x="359" y="13"/>
                  </a:lnTo>
                  <a:lnTo>
                    <a:pt x="359" y="13"/>
                  </a:lnTo>
                  <a:lnTo>
                    <a:pt x="359" y="13"/>
                  </a:lnTo>
                  <a:lnTo>
                    <a:pt x="357" y="15"/>
                  </a:lnTo>
                  <a:lnTo>
                    <a:pt x="355" y="13"/>
                  </a:lnTo>
                  <a:lnTo>
                    <a:pt x="355" y="11"/>
                  </a:lnTo>
                  <a:lnTo>
                    <a:pt x="352" y="11"/>
                  </a:lnTo>
                  <a:lnTo>
                    <a:pt x="352" y="11"/>
                  </a:lnTo>
                  <a:lnTo>
                    <a:pt x="350" y="9"/>
                  </a:lnTo>
                  <a:lnTo>
                    <a:pt x="350" y="7"/>
                  </a:lnTo>
                  <a:lnTo>
                    <a:pt x="348" y="7"/>
                  </a:lnTo>
                  <a:lnTo>
                    <a:pt x="348" y="9"/>
                  </a:lnTo>
                  <a:lnTo>
                    <a:pt x="346" y="9"/>
                  </a:lnTo>
                  <a:lnTo>
                    <a:pt x="346" y="11"/>
                  </a:lnTo>
                  <a:lnTo>
                    <a:pt x="344" y="11"/>
                  </a:lnTo>
                  <a:lnTo>
                    <a:pt x="344" y="11"/>
                  </a:lnTo>
                  <a:lnTo>
                    <a:pt x="344" y="9"/>
                  </a:lnTo>
                  <a:lnTo>
                    <a:pt x="344" y="7"/>
                  </a:lnTo>
                  <a:lnTo>
                    <a:pt x="341" y="9"/>
                  </a:lnTo>
                  <a:lnTo>
                    <a:pt x="341" y="11"/>
                  </a:lnTo>
                  <a:lnTo>
                    <a:pt x="341" y="11"/>
                  </a:lnTo>
                  <a:lnTo>
                    <a:pt x="341" y="13"/>
                  </a:lnTo>
                  <a:lnTo>
                    <a:pt x="339" y="13"/>
                  </a:lnTo>
                  <a:lnTo>
                    <a:pt x="339" y="13"/>
                  </a:lnTo>
                  <a:lnTo>
                    <a:pt x="339" y="11"/>
                  </a:lnTo>
                  <a:lnTo>
                    <a:pt x="339" y="11"/>
                  </a:lnTo>
                  <a:lnTo>
                    <a:pt x="339" y="11"/>
                  </a:lnTo>
                  <a:lnTo>
                    <a:pt x="339" y="9"/>
                  </a:lnTo>
                  <a:lnTo>
                    <a:pt x="339" y="9"/>
                  </a:lnTo>
                  <a:lnTo>
                    <a:pt x="339" y="7"/>
                  </a:lnTo>
                  <a:lnTo>
                    <a:pt x="339" y="7"/>
                  </a:lnTo>
                  <a:lnTo>
                    <a:pt x="339" y="7"/>
                  </a:lnTo>
                  <a:lnTo>
                    <a:pt x="337" y="7"/>
                  </a:lnTo>
                  <a:lnTo>
                    <a:pt x="337" y="7"/>
                  </a:lnTo>
                  <a:lnTo>
                    <a:pt x="337" y="4"/>
                  </a:lnTo>
                  <a:lnTo>
                    <a:pt x="337" y="4"/>
                  </a:lnTo>
                  <a:lnTo>
                    <a:pt x="337" y="4"/>
                  </a:lnTo>
                  <a:lnTo>
                    <a:pt x="339" y="2"/>
                  </a:lnTo>
                  <a:lnTo>
                    <a:pt x="339" y="2"/>
                  </a:lnTo>
                  <a:lnTo>
                    <a:pt x="337" y="2"/>
                  </a:lnTo>
                  <a:lnTo>
                    <a:pt x="337" y="2"/>
                  </a:lnTo>
                  <a:lnTo>
                    <a:pt x="335" y="2"/>
                  </a:lnTo>
                  <a:lnTo>
                    <a:pt x="335" y="4"/>
                  </a:lnTo>
                  <a:lnTo>
                    <a:pt x="335" y="4"/>
                  </a:lnTo>
                  <a:lnTo>
                    <a:pt x="335" y="7"/>
                  </a:lnTo>
                  <a:lnTo>
                    <a:pt x="332" y="7"/>
                  </a:lnTo>
                  <a:lnTo>
                    <a:pt x="330" y="7"/>
                  </a:lnTo>
                  <a:lnTo>
                    <a:pt x="330" y="7"/>
                  </a:lnTo>
                  <a:lnTo>
                    <a:pt x="328" y="4"/>
                  </a:lnTo>
                  <a:lnTo>
                    <a:pt x="328" y="7"/>
                  </a:lnTo>
                  <a:lnTo>
                    <a:pt x="326" y="9"/>
                  </a:lnTo>
                  <a:lnTo>
                    <a:pt x="326" y="9"/>
                  </a:lnTo>
                  <a:lnTo>
                    <a:pt x="326" y="9"/>
                  </a:lnTo>
                  <a:lnTo>
                    <a:pt x="324" y="9"/>
                  </a:lnTo>
                  <a:lnTo>
                    <a:pt x="324" y="7"/>
                  </a:lnTo>
                  <a:lnTo>
                    <a:pt x="321" y="9"/>
                  </a:lnTo>
                  <a:lnTo>
                    <a:pt x="317" y="11"/>
                  </a:lnTo>
                  <a:lnTo>
                    <a:pt x="315" y="11"/>
                  </a:lnTo>
                  <a:lnTo>
                    <a:pt x="317" y="7"/>
                  </a:lnTo>
                  <a:lnTo>
                    <a:pt x="319" y="4"/>
                  </a:lnTo>
                  <a:lnTo>
                    <a:pt x="317" y="2"/>
                  </a:lnTo>
                  <a:lnTo>
                    <a:pt x="317" y="2"/>
                  </a:lnTo>
                  <a:lnTo>
                    <a:pt x="315" y="2"/>
                  </a:lnTo>
                  <a:lnTo>
                    <a:pt x="313" y="0"/>
                  </a:lnTo>
                  <a:lnTo>
                    <a:pt x="310" y="2"/>
                  </a:lnTo>
                  <a:lnTo>
                    <a:pt x="308" y="4"/>
                  </a:lnTo>
                  <a:lnTo>
                    <a:pt x="308" y="4"/>
                  </a:lnTo>
                  <a:lnTo>
                    <a:pt x="308" y="4"/>
                  </a:lnTo>
                  <a:lnTo>
                    <a:pt x="306" y="7"/>
                  </a:lnTo>
                  <a:lnTo>
                    <a:pt x="306" y="7"/>
                  </a:lnTo>
                  <a:lnTo>
                    <a:pt x="306" y="4"/>
                  </a:lnTo>
                  <a:lnTo>
                    <a:pt x="304" y="4"/>
                  </a:lnTo>
                  <a:lnTo>
                    <a:pt x="304" y="4"/>
                  </a:lnTo>
                  <a:lnTo>
                    <a:pt x="304" y="4"/>
                  </a:lnTo>
                  <a:lnTo>
                    <a:pt x="301" y="4"/>
                  </a:lnTo>
                  <a:lnTo>
                    <a:pt x="301" y="7"/>
                  </a:lnTo>
                  <a:lnTo>
                    <a:pt x="301" y="9"/>
                  </a:lnTo>
                  <a:lnTo>
                    <a:pt x="301" y="11"/>
                  </a:lnTo>
                  <a:lnTo>
                    <a:pt x="301" y="11"/>
                  </a:lnTo>
                  <a:lnTo>
                    <a:pt x="297" y="9"/>
                  </a:lnTo>
                  <a:lnTo>
                    <a:pt x="295" y="9"/>
                  </a:lnTo>
                  <a:lnTo>
                    <a:pt x="295" y="9"/>
                  </a:lnTo>
                  <a:lnTo>
                    <a:pt x="293" y="11"/>
                  </a:lnTo>
                  <a:lnTo>
                    <a:pt x="290" y="11"/>
                  </a:lnTo>
                  <a:lnTo>
                    <a:pt x="290" y="9"/>
                  </a:lnTo>
                  <a:lnTo>
                    <a:pt x="290" y="9"/>
                  </a:lnTo>
                  <a:lnTo>
                    <a:pt x="288" y="7"/>
                  </a:lnTo>
                  <a:lnTo>
                    <a:pt x="288" y="7"/>
                  </a:lnTo>
                  <a:lnTo>
                    <a:pt x="288" y="7"/>
                  </a:lnTo>
                  <a:lnTo>
                    <a:pt x="286" y="9"/>
                  </a:lnTo>
                  <a:lnTo>
                    <a:pt x="286" y="9"/>
                  </a:lnTo>
                  <a:lnTo>
                    <a:pt x="284" y="9"/>
                  </a:lnTo>
                  <a:lnTo>
                    <a:pt x="284" y="9"/>
                  </a:lnTo>
                  <a:lnTo>
                    <a:pt x="284" y="9"/>
                  </a:lnTo>
                  <a:lnTo>
                    <a:pt x="284" y="9"/>
                  </a:lnTo>
                  <a:lnTo>
                    <a:pt x="282" y="9"/>
                  </a:lnTo>
                  <a:lnTo>
                    <a:pt x="282" y="7"/>
                  </a:lnTo>
                  <a:lnTo>
                    <a:pt x="282" y="7"/>
                  </a:lnTo>
                  <a:lnTo>
                    <a:pt x="282" y="7"/>
                  </a:lnTo>
                  <a:lnTo>
                    <a:pt x="279" y="7"/>
                  </a:lnTo>
                  <a:lnTo>
                    <a:pt x="279" y="7"/>
                  </a:lnTo>
                  <a:lnTo>
                    <a:pt x="279" y="7"/>
                  </a:lnTo>
                  <a:lnTo>
                    <a:pt x="277" y="9"/>
                  </a:lnTo>
                  <a:lnTo>
                    <a:pt x="277" y="9"/>
                  </a:lnTo>
                  <a:lnTo>
                    <a:pt x="277" y="7"/>
                  </a:lnTo>
                  <a:lnTo>
                    <a:pt x="277" y="7"/>
                  </a:lnTo>
                  <a:lnTo>
                    <a:pt x="275" y="7"/>
                  </a:lnTo>
                  <a:lnTo>
                    <a:pt x="275" y="4"/>
                  </a:lnTo>
                  <a:lnTo>
                    <a:pt x="275" y="4"/>
                  </a:lnTo>
                  <a:lnTo>
                    <a:pt x="273" y="4"/>
                  </a:lnTo>
                  <a:lnTo>
                    <a:pt x="273" y="7"/>
                  </a:lnTo>
                  <a:lnTo>
                    <a:pt x="273" y="9"/>
                  </a:lnTo>
                  <a:lnTo>
                    <a:pt x="270" y="9"/>
                  </a:lnTo>
                  <a:lnTo>
                    <a:pt x="270" y="7"/>
                  </a:lnTo>
                  <a:lnTo>
                    <a:pt x="268" y="7"/>
                  </a:lnTo>
                  <a:lnTo>
                    <a:pt x="268" y="7"/>
                  </a:lnTo>
                  <a:lnTo>
                    <a:pt x="268" y="9"/>
                  </a:lnTo>
                  <a:lnTo>
                    <a:pt x="268" y="9"/>
                  </a:lnTo>
                  <a:lnTo>
                    <a:pt x="268" y="11"/>
                  </a:lnTo>
                  <a:lnTo>
                    <a:pt x="266" y="11"/>
                  </a:lnTo>
                  <a:lnTo>
                    <a:pt x="266" y="11"/>
                  </a:lnTo>
                  <a:lnTo>
                    <a:pt x="266" y="9"/>
                  </a:lnTo>
                  <a:lnTo>
                    <a:pt x="266" y="9"/>
                  </a:lnTo>
                  <a:lnTo>
                    <a:pt x="266" y="9"/>
                  </a:lnTo>
                  <a:lnTo>
                    <a:pt x="264" y="11"/>
                  </a:lnTo>
                  <a:lnTo>
                    <a:pt x="264" y="11"/>
                  </a:lnTo>
                  <a:lnTo>
                    <a:pt x="259" y="18"/>
                  </a:lnTo>
                  <a:lnTo>
                    <a:pt x="255" y="18"/>
                  </a:lnTo>
                  <a:lnTo>
                    <a:pt x="253" y="18"/>
                  </a:lnTo>
                  <a:lnTo>
                    <a:pt x="255" y="15"/>
                  </a:lnTo>
                  <a:lnTo>
                    <a:pt x="253" y="15"/>
                  </a:lnTo>
                  <a:lnTo>
                    <a:pt x="253" y="13"/>
                  </a:lnTo>
                  <a:lnTo>
                    <a:pt x="250" y="15"/>
                  </a:lnTo>
                  <a:lnTo>
                    <a:pt x="248" y="22"/>
                  </a:lnTo>
                  <a:lnTo>
                    <a:pt x="248" y="22"/>
                  </a:lnTo>
                  <a:lnTo>
                    <a:pt x="248" y="22"/>
                  </a:lnTo>
                  <a:lnTo>
                    <a:pt x="248" y="22"/>
                  </a:lnTo>
                  <a:lnTo>
                    <a:pt x="248" y="24"/>
                  </a:lnTo>
                  <a:lnTo>
                    <a:pt x="248" y="26"/>
                  </a:lnTo>
                  <a:lnTo>
                    <a:pt x="248" y="26"/>
                  </a:lnTo>
                  <a:lnTo>
                    <a:pt x="246" y="26"/>
                  </a:lnTo>
                  <a:lnTo>
                    <a:pt x="246" y="26"/>
                  </a:lnTo>
                  <a:lnTo>
                    <a:pt x="246" y="26"/>
                  </a:lnTo>
                  <a:lnTo>
                    <a:pt x="246" y="26"/>
                  </a:lnTo>
                  <a:lnTo>
                    <a:pt x="246" y="29"/>
                  </a:lnTo>
                  <a:lnTo>
                    <a:pt x="244" y="29"/>
                  </a:lnTo>
                  <a:lnTo>
                    <a:pt x="244" y="29"/>
                  </a:lnTo>
                  <a:lnTo>
                    <a:pt x="244" y="29"/>
                  </a:lnTo>
                  <a:lnTo>
                    <a:pt x="242" y="29"/>
                  </a:lnTo>
                  <a:lnTo>
                    <a:pt x="242" y="26"/>
                  </a:lnTo>
                  <a:lnTo>
                    <a:pt x="239" y="26"/>
                  </a:lnTo>
                  <a:lnTo>
                    <a:pt x="239" y="29"/>
                  </a:lnTo>
                  <a:lnTo>
                    <a:pt x="239" y="31"/>
                  </a:lnTo>
                  <a:lnTo>
                    <a:pt x="239" y="31"/>
                  </a:lnTo>
                  <a:lnTo>
                    <a:pt x="239" y="31"/>
                  </a:lnTo>
                  <a:lnTo>
                    <a:pt x="237" y="31"/>
                  </a:lnTo>
                  <a:lnTo>
                    <a:pt x="237" y="31"/>
                  </a:lnTo>
                  <a:lnTo>
                    <a:pt x="237" y="29"/>
                  </a:lnTo>
                  <a:lnTo>
                    <a:pt x="237" y="29"/>
                  </a:lnTo>
                  <a:lnTo>
                    <a:pt x="235" y="29"/>
                  </a:lnTo>
                  <a:lnTo>
                    <a:pt x="233" y="29"/>
                  </a:lnTo>
                  <a:lnTo>
                    <a:pt x="231" y="29"/>
                  </a:lnTo>
                  <a:lnTo>
                    <a:pt x="231" y="29"/>
                  </a:lnTo>
                  <a:lnTo>
                    <a:pt x="233" y="31"/>
                  </a:lnTo>
                  <a:lnTo>
                    <a:pt x="233" y="31"/>
                  </a:lnTo>
                  <a:lnTo>
                    <a:pt x="231" y="33"/>
                  </a:lnTo>
                  <a:lnTo>
                    <a:pt x="226" y="35"/>
                  </a:lnTo>
                  <a:lnTo>
                    <a:pt x="226" y="33"/>
                  </a:lnTo>
                  <a:lnTo>
                    <a:pt x="224" y="33"/>
                  </a:lnTo>
                  <a:lnTo>
                    <a:pt x="224" y="33"/>
                  </a:lnTo>
                  <a:lnTo>
                    <a:pt x="224" y="31"/>
                  </a:lnTo>
                  <a:lnTo>
                    <a:pt x="224" y="31"/>
                  </a:lnTo>
                  <a:lnTo>
                    <a:pt x="224" y="31"/>
                  </a:lnTo>
                  <a:lnTo>
                    <a:pt x="222" y="31"/>
                  </a:lnTo>
                  <a:lnTo>
                    <a:pt x="222" y="31"/>
                  </a:lnTo>
                  <a:lnTo>
                    <a:pt x="222" y="31"/>
                  </a:lnTo>
                  <a:lnTo>
                    <a:pt x="222" y="33"/>
                  </a:lnTo>
                  <a:lnTo>
                    <a:pt x="219" y="33"/>
                  </a:lnTo>
                  <a:lnTo>
                    <a:pt x="219" y="35"/>
                  </a:lnTo>
                  <a:lnTo>
                    <a:pt x="219" y="38"/>
                  </a:lnTo>
                  <a:lnTo>
                    <a:pt x="217" y="38"/>
                  </a:lnTo>
                  <a:lnTo>
                    <a:pt x="217" y="38"/>
                  </a:lnTo>
                  <a:lnTo>
                    <a:pt x="217" y="35"/>
                  </a:lnTo>
                  <a:lnTo>
                    <a:pt x="217" y="35"/>
                  </a:lnTo>
                  <a:lnTo>
                    <a:pt x="217" y="35"/>
                  </a:lnTo>
                  <a:lnTo>
                    <a:pt x="215" y="35"/>
                  </a:lnTo>
                  <a:lnTo>
                    <a:pt x="215" y="38"/>
                  </a:lnTo>
                  <a:lnTo>
                    <a:pt x="215" y="38"/>
                  </a:lnTo>
                  <a:lnTo>
                    <a:pt x="215" y="40"/>
                  </a:lnTo>
                  <a:lnTo>
                    <a:pt x="215" y="40"/>
                  </a:lnTo>
                  <a:lnTo>
                    <a:pt x="215" y="40"/>
                  </a:lnTo>
                  <a:lnTo>
                    <a:pt x="213" y="40"/>
                  </a:lnTo>
                  <a:lnTo>
                    <a:pt x="213" y="40"/>
                  </a:lnTo>
                  <a:lnTo>
                    <a:pt x="211" y="40"/>
                  </a:lnTo>
                  <a:lnTo>
                    <a:pt x="208" y="40"/>
                  </a:lnTo>
                  <a:lnTo>
                    <a:pt x="208" y="40"/>
                  </a:lnTo>
                  <a:lnTo>
                    <a:pt x="208" y="40"/>
                  </a:lnTo>
                  <a:lnTo>
                    <a:pt x="208" y="40"/>
                  </a:lnTo>
                  <a:lnTo>
                    <a:pt x="206" y="40"/>
                  </a:lnTo>
                  <a:lnTo>
                    <a:pt x="206" y="40"/>
                  </a:lnTo>
                  <a:lnTo>
                    <a:pt x="206" y="40"/>
                  </a:lnTo>
                  <a:lnTo>
                    <a:pt x="208" y="38"/>
                  </a:lnTo>
                  <a:lnTo>
                    <a:pt x="208" y="38"/>
                  </a:lnTo>
                  <a:lnTo>
                    <a:pt x="206" y="38"/>
                  </a:lnTo>
                  <a:lnTo>
                    <a:pt x="206" y="38"/>
                  </a:lnTo>
                  <a:lnTo>
                    <a:pt x="206" y="38"/>
                  </a:lnTo>
                  <a:lnTo>
                    <a:pt x="204" y="40"/>
                  </a:lnTo>
                  <a:lnTo>
                    <a:pt x="204" y="40"/>
                  </a:lnTo>
                  <a:lnTo>
                    <a:pt x="204" y="42"/>
                  </a:lnTo>
                  <a:lnTo>
                    <a:pt x="204" y="44"/>
                  </a:lnTo>
                  <a:lnTo>
                    <a:pt x="202" y="44"/>
                  </a:lnTo>
                  <a:lnTo>
                    <a:pt x="200" y="44"/>
                  </a:lnTo>
                  <a:lnTo>
                    <a:pt x="200" y="46"/>
                  </a:lnTo>
                  <a:lnTo>
                    <a:pt x="200" y="49"/>
                  </a:lnTo>
                  <a:lnTo>
                    <a:pt x="200" y="53"/>
                  </a:lnTo>
                  <a:lnTo>
                    <a:pt x="200" y="53"/>
                  </a:lnTo>
                  <a:lnTo>
                    <a:pt x="197" y="55"/>
                  </a:lnTo>
                  <a:lnTo>
                    <a:pt x="197" y="55"/>
                  </a:lnTo>
                  <a:lnTo>
                    <a:pt x="193" y="60"/>
                  </a:lnTo>
                  <a:lnTo>
                    <a:pt x="191" y="60"/>
                  </a:lnTo>
                  <a:lnTo>
                    <a:pt x="191" y="60"/>
                  </a:lnTo>
                  <a:lnTo>
                    <a:pt x="188" y="57"/>
                  </a:lnTo>
                  <a:lnTo>
                    <a:pt x="186" y="57"/>
                  </a:lnTo>
                  <a:lnTo>
                    <a:pt x="186" y="57"/>
                  </a:lnTo>
                  <a:lnTo>
                    <a:pt x="186" y="60"/>
                  </a:lnTo>
                  <a:lnTo>
                    <a:pt x="188" y="62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88" y="64"/>
                  </a:lnTo>
                  <a:lnTo>
                    <a:pt x="186" y="64"/>
                  </a:lnTo>
                  <a:lnTo>
                    <a:pt x="186" y="64"/>
                  </a:lnTo>
                  <a:lnTo>
                    <a:pt x="184" y="64"/>
                  </a:lnTo>
                  <a:lnTo>
                    <a:pt x="184" y="64"/>
                  </a:lnTo>
                  <a:lnTo>
                    <a:pt x="184" y="64"/>
                  </a:lnTo>
                  <a:lnTo>
                    <a:pt x="184" y="66"/>
                  </a:lnTo>
                  <a:lnTo>
                    <a:pt x="182" y="66"/>
                  </a:lnTo>
                  <a:lnTo>
                    <a:pt x="180" y="64"/>
                  </a:lnTo>
                  <a:lnTo>
                    <a:pt x="180" y="64"/>
                  </a:lnTo>
                  <a:lnTo>
                    <a:pt x="177" y="64"/>
                  </a:lnTo>
                  <a:lnTo>
                    <a:pt x="177" y="66"/>
                  </a:lnTo>
                  <a:lnTo>
                    <a:pt x="175" y="69"/>
                  </a:lnTo>
                  <a:lnTo>
                    <a:pt x="173" y="71"/>
                  </a:lnTo>
                  <a:lnTo>
                    <a:pt x="173" y="71"/>
                  </a:lnTo>
                  <a:lnTo>
                    <a:pt x="171" y="71"/>
                  </a:lnTo>
                  <a:lnTo>
                    <a:pt x="171" y="69"/>
                  </a:lnTo>
                  <a:lnTo>
                    <a:pt x="169" y="69"/>
                  </a:lnTo>
                  <a:lnTo>
                    <a:pt x="169" y="71"/>
                  </a:lnTo>
                  <a:lnTo>
                    <a:pt x="169" y="73"/>
                  </a:lnTo>
                  <a:lnTo>
                    <a:pt x="166" y="73"/>
                  </a:lnTo>
                  <a:lnTo>
                    <a:pt x="166" y="73"/>
                  </a:lnTo>
                  <a:lnTo>
                    <a:pt x="164" y="75"/>
                  </a:lnTo>
                  <a:lnTo>
                    <a:pt x="164" y="75"/>
                  </a:lnTo>
                  <a:lnTo>
                    <a:pt x="164" y="75"/>
                  </a:lnTo>
                  <a:lnTo>
                    <a:pt x="164" y="75"/>
                  </a:lnTo>
                  <a:lnTo>
                    <a:pt x="164" y="77"/>
                  </a:lnTo>
                  <a:lnTo>
                    <a:pt x="164" y="77"/>
                  </a:lnTo>
                  <a:lnTo>
                    <a:pt x="164" y="77"/>
                  </a:lnTo>
                  <a:lnTo>
                    <a:pt x="160" y="82"/>
                  </a:lnTo>
                  <a:lnTo>
                    <a:pt x="160" y="84"/>
                  </a:lnTo>
                  <a:lnTo>
                    <a:pt x="157" y="84"/>
                  </a:lnTo>
                  <a:lnTo>
                    <a:pt x="157" y="84"/>
                  </a:lnTo>
                  <a:lnTo>
                    <a:pt x="157" y="84"/>
                  </a:lnTo>
                  <a:lnTo>
                    <a:pt x="155" y="82"/>
                  </a:lnTo>
                  <a:lnTo>
                    <a:pt x="155" y="82"/>
                  </a:lnTo>
                  <a:lnTo>
                    <a:pt x="155" y="84"/>
                  </a:lnTo>
                  <a:lnTo>
                    <a:pt x="155" y="84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1" y="88"/>
                  </a:lnTo>
                  <a:lnTo>
                    <a:pt x="151" y="88"/>
                  </a:lnTo>
                  <a:lnTo>
                    <a:pt x="151" y="88"/>
                  </a:lnTo>
                  <a:lnTo>
                    <a:pt x="151" y="88"/>
                  </a:lnTo>
                  <a:lnTo>
                    <a:pt x="149" y="88"/>
                  </a:lnTo>
                  <a:lnTo>
                    <a:pt x="149" y="88"/>
                  </a:lnTo>
                  <a:lnTo>
                    <a:pt x="149" y="86"/>
                  </a:lnTo>
                  <a:lnTo>
                    <a:pt x="149" y="86"/>
                  </a:lnTo>
                  <a:lnTo>
                    <a:pt x="149" y="86"/>
                  </a:lnTo>
                  <a:lnTo>
                    <a:pt x="146" y="86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91"/>
                  </a:lnTo>
                  <a:lnTo>
                    <a:pt x="142" y="93"/>
                  </a:lnTo>
                  <a:lnTo>
                    <a:pt x="137" y="95"/>
                  </a:lnTo>
                  <a:lnTo>
                    <a:pt x="135" y="95"/>
                  </a:lnTo>
                  <a:lnTo>
                    <a:pt x="135" y="97"/>
                  </a:lnTo>
                  <a:lnTo>
                    <a:pt x="137" y="100"/>
                  </a:lnTo>
                  <a:lnTo>
                    <a:pt x="140" y="100"/>
                  </a:lnTo>
                  <a:lnTo>
                    <a:pt x="140" y="100"/>
                  </a:lnTo>
                  <a:lnTo>
                    <a:pt x="142" y="100"/>
                  </a:lnTo>
                  <a:lnTo>
                    <a:pt x="142" y="102"/>
                  </a:lnTo>
                  <a:lnTo>
                    <a:pt x="144" y="104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2" y="111"/>
                  </a:lnTo>
                  <a:lnTo>
                    <a:pt x="140" y="111"/>
                  </a:lnTo>
                  <a:lnTo>
                    <a:pt x="140" y="111"/>
                  </a:lnTo>
                  <a:lnTo>
                    <a:pt x="140" y="108"/>
                  </a:lnTo>
                  <a:lnTo>
                    <a:pt x="137" y="106"/>
                  </a:lnTo>
                  <a:lnTo>
                    <a:pt x="135" y="106"/>
                  </a:lnTo>
                  <a:lnTo>
                    <a:pt x="133" y="106"/>
                  </a:lnTo>
                  <a:lnTo>
                    <a:pt x="131" y="106"/>
                  </a:lnTo>
                  <a:lnTo>
                    <a:pt x="126" y="106"/>
                  </a:lnTo>
                  <a:lnTo>
                    <a:pt x="126" y="108"/>
                  </a:lnTo>
                  <a:lnTo>
                    <a:pt x="126" y="108"/>
                  </a:lnTo>
                  <a:lnTo>
                    <a:pt x="126" y="111"/>
                  </a:lnTo>
                  <a:lnTo>
                    <a:pt x="126" y="115"/>
                  </a:lnTo>
                  <a:lnTo>
                    <a:pt x="126" y="115"/>
                  </a:lnTo>
                  <a:lnTo>
                    <a:pt x="126" y="115"/>
                  </a:lnTo>
                  <a:lnTo>
                    <a:pt x="124" y="115"/>
                  </a:lnTo>
                  <a:lnTo>
                    <a:pt x="124" y="115"/>
                  </a:lnTo>
                  <a:lnTo>
                    <a:pt x="122" y="115"/>
                  </a:lnTo>
                  <a:lnTo>
                    <a:pt x="120" y="117"/>
                  </a:lnTo>
                  <a:lnTo>
                    <a:pt x="118" y="117"/>
                  </a:lnTo>
                  <a:lnTo>
                    <a:pt x="118" y="120"/>
                  </a:lnTo>
                  <a:lnTo>
                    <a:pt x="118" y="120"/>
                  </a:lnTo>
                  <a:lnTo>
                    <a:pt x="118" y="122"/>
                  </a:lnTo>
                  <a:lnTo>
                    <a:pt x="118" y="126"/>
                  </a:lnTo>
                  <a:lnTo>
                    <a:pt x="115" y="126"/>
                  </a:lnTo>
                  <a:lnTo>
                    <a:pt x="111" y="131"/>
                  </a:lnTo>
                  <a:lnTo>
                    <a:pt x="104" y="137"/>
                  </a:lnTo>
                  <a:lnTo>
                    <a:pt x="102" y="139"/>
                  </a:lnTo>
                  <a:lnTo>
                    <a:pt x="100" y="142"/>
                  </a:lnTo>
                  <a:lnTo>
                    <a:pt x="98" y="142"/>
                  </a:lnTo>
                  <a:lnTo>
                    <a:pt x="98" y="142"/>
                  </a:lnTo>
                  <a:lnTo>
                    <a:pt x="95" y="151"/>
                  </a:lnTo>
                  <a:lnTo>
                    <a:pt x="95" y="153"/>
                  </a:lnTo>
                  <a:lnTo>
                    <a:pt x="89" y="155"/>
                  </a:lnTo>
                  <a:lnTo>
                    <a:pt x="89" y="159"/>
                  </a:lnTo>
                  <a:lnTo>
                    <a:pt x="89" y="162"/>
                  </a:lnTo>
                  <a:lnTo>
                    <a:pt x="89" y="164"/>
                  </a:lnTo>
                  <a:lnTo>
                    <a:pt x="87" y="166"/>
                  </a:lnTo>
                  <a:lnTo>
                    <a:pt x="87" y="166"/>
                  </a:lnTo>
                  <a:lnTo>
                    <a:pt x="80" y="168"/>
                  </a:lnTo>
                  <a:lnTo>
                    <a:pt x="78" y="168"/>
                  </a:lnTo>
                  <a:lnTo>
                    <a:pt x="75" y="170"/>
                  </a:lnTo>
                  <a:lnTo>
                    <a:pt x="73" y="173"/>
                  </a:lnTo>
                  <a:lnTo>
                    <a:pt x="71" y="177"/>
                  </a:lnTo>
                  <a:lnTo>
                    <a:pt x="71" y="177"/>
                  </a:lnTo>
                  <a:lnTo>
                    <a:pt x="71" y="179"/>
                  </a:lnTo>
                  <a:lnTo>
                    <a:pt x="71" y="179"/>
                  </a:lnTo>
                  <a:lnTo>
                    <a:pt x="71" y="182"/>
                  </a:lnTo>
                  <a:lnTo>
                    <a:pt x="71" y="182"/>
                  </a:lnTo>
                  <a:lnTo>
                    <a:pt x="69" y="186"/>
                  </a:lnTo>
                  <a:lnTo>
                    <a:pt x="69" y="188"/>
                  </a:lnTo>
                  <a:lnTo>
                    <a:pt x="67" y="188"/>
                  </a:lnTo>
                  <a:lnTo>
                    <a:pt x="67" y="188"/>
                  </a:lnTo>
                  <a:lnTo>
                    <a:pt x="62" y="190"/>
                  </a:lnTo>
                  <a:lnTo>
                    <a:pt x="62" y="190"/>
                  </a:lnTo>
                  <a:lnTo>
                    <a:pt x="62" y="190"/>
                  </a:lnTo>
                  <a:lnTo>
                    <a:pt x="62" y="193"/>
                  </a:lnTo>
                  <a:lnTo>
                    <a:pt x="62" y="193"/>
                  </a:lnTo>
                  <a:lnTo>
                    <a:pt x="60" y="193"/>
                  </a:lnTo>
                  <a:lnTo>
                    <a:pt x="60" y="195"/>
                  </a:lnTo>
                  <a:lnTo>
                    <a:pt x="60" y="195"/>
                  </a:lnTo>
                  <a:lnTo>
                    <a:pt x="60" y="195"/>
                  </a:lnTo>
                  <a:lnTo>
                    <a:pt x="60" y="197"/>
                  </a:lnTo>
                  <a:lnTo>
                    <a:pt x="58" y="197"/>
                  </a:lnTo>
                  <a:lnTo>
                    <a:pt x="58" y="199"/>
                  </a:lnTo>
                  <a:lnTo>
                    <a:pt x="58" y="199"/>
                  </a:lnTo>
                  <a:lnTo>
                    <a:pt x="53" y="204"/>
                  </a:lnTo>
                  <a:lnTo>
                    <a:pt x="51" y="206"/>
                  </a:lnTo>
                  <a:lnTo>
                    <a:pt x="51" y="206"/>
                  </a:lnTo>
                  <a:lnTo>
                    <a:pt x="49" y="208"/>
                  </a:lnTo>
                  <a:lnTo>
                    <a:pt x="47" y="210"/>
                  </a:lnTo>
                  <a:lnTo>
                    <a:pt x="47" y="213"/>
                  </a:lnTo>
                  <a:lnTo>
                    <a:pt x="44" y="215"/>
                  </a:lnTo>
                  <a:lnTo>
                    <a:pt x="44" y="217"/>
                  </a:lnTo>
                  <a:lnTo>
                    <a:pt x="44" y="217"/>
                  </a:lnTo>
                  <a:lnTo>
                    <a:pt x="38" y="224"/>
                  </a:lnTo>
                  <a:lnTo>
                    <a:pt x="38" y="224"/>
                  </a:lnTo>
                  <a:lnTo>
                    <a:pt x="36" y="224"/>
                  </a:lnTo>
                  <a:lnTo>
                    <a:pt x="31" y="224"/>
                  </a:lnTo>
                  <a:lnTo>
                    <a:pt x="29" y="226"/>
                  </a:lnTo>
                  <a:lnTo>
                    <a:pt x="27" y="226"/>
                  </a:lnTo>
                  <a:lnTo>
                    <a:pt x="24" y="228"/>
                  </a:lnTo>
                  <a:lnTo>
                    <a:pt x="22" y="230"/>
                  </a:lnTo>
                  <a:lnTo>
                    <a:pt x="22" y="241"/>
                  </a:lnTo>
                  <a:lnTo>
                    <a:pt x="22" y="241"/>
                  </a:lnTo>
                  <a:lnTo>
                    <a:pt x="16" y="246"/>
                  </a:lnTo>
                  <a:lnTo>
                    <a:pt x="9" y="255"/>
                  </a:lnTo>
                  <a:lnTo>
                    <a:pt x="5" y="257"/>
                  </a:lnTo>
                  <a:lnTo>
                    <a:pt x="2" y="259"/>
                  </a:lnTo>
                  <a:lnTo>
                    <a:pt x="0" y="259"/>
                  </a:lnTo>
                  <a:lnTo>
                    <a:pt x="2" y="261"/>
                  </a:lnTo>
                  <a:lnTo>
                    <a:pt x="2" y="266"/>
                  </a:lnTo>
                  <a:lnTo>
                    <a:pt x="7" y="266"/>
                  </a:lnTo>
                  <a:lnTo>
                    <a:pt x="7" y="268"/>
                  </a:lnTo>
                  <a:lnTo>
                    <a:pt x="11" y="266"/>
                  </a:lnTo>
                  <a:lnTo>
                    <a:pt x="13" y="266"/>
                  </a:lnTo>
                  <a:lnTo>
                    <a:pt x="13" y="266"/>
                  </a:lnTo>
                  <a:lnTo>
                    <a:pt x="16" y="268"/>
                  </a:lnTo>
                  <a:lnTo>
                    <a:pt x="16" y="268"/>
                  </a:lnTo>
                  <a:lnTo>
                    <a:pt x="16" y="268"/>
                  </a:lnTo>
                  <a:lnTo>
                    <a:pt x="18" y="268"/>
                  </a:lnTo>
                  <a:lnTo>
                    <a:pt x="20" y="266"/>
                  </a:lnTo>
                  <a:lnTo>
                    <a:pt x="20" y="266"/>
                  </a:lnTo>
                  <a:lnTo>
                    <a:pt x="22" y="268"/>
                  </a:lnTo>
                  <a:lnTo>
                    <a:pt x="22" y="268"/>
                  </a:lnTo>
                  <a:lnTo>
                    <a:pt x="22" y="268"/>
                  </a:lnTo>
                  <a:lnTo>
                    <a:pt x="24" y="268"/>
                  </a:lnTo>
                  <a:lnTo>
                    <a:pt x="24" y="268"/>
                  </a:lnTo>
                  <a:lnTo>
                    <a:pt x="24" y="266"/>
                  </a:lnTo>
                  <a:lnTo>
                    <a:pt x="27" y="268"/>
                  </a:lnTo>
                  <a:lnTo>
                    <a:pt x="27" y="268"/>
                  </a:lnTo>
                  <a:lnTo>
                    <a:pt x="27" y="268"/>
                  </a:lnTo>
                  <a:lnTo>
                    <a:pt x="29" y="268"/>
                  </a:lnTo>
                  <a:lnTo>
                    <a:pt x="31" y="266"/>
                  </a:lnTo>
                  <a:lnTo>
                    <a:pt x="33" y="264"/>
                  </a:lnTo>
                  <a:lnTo>
                    <a:pt x="33" y="261"/>
                  </a:lnTo>
                  <a:lnTo>
                    <a:pt x="33" y="259"/>
                  </a:lnTo>
                  <a:lnTo>
                    <a:pt x="36" y="257"/>
                  </a:lnTo>
                  <a:lnTo>
                    <a:pt x="38" y="255"/>
                  </a:lnTo>
                  <a:lnTo>
                    <a:pt x="40" y="252"/>
                  </a:lnTo>
                  <a:lnTo>
                    <a:pt x="40" y="252"/>
                  </a:lnTo>
                  <a:lnTo>
                    <a:pt x="42" y="252"/>
                  </a:lnTo>
                  <a:lnTo>
                    <a:pt x="42" y="252"/>
                  </a:lnTo>
                  <a:lnTo>
                    <a:pt x="44" y="252"/>
                  </a:lnTo>
                  <a:lnTo>
                    <a:pt x="44" y="252"/>
                  </a:lnTo>
                  <a:lnTo>
                    <a:pt x="47" y="252"/>
                  </a:lnTo>
                  <a:lnTo>
                    <a:pt x="49" y="252"/>
                  </a:lnTo>
                  <a:lnTo>
                    <a:pt x="51" y="252"/>
                  </a:lnTo>
                  <a:lnTo>
                    <a:pt x="56" y="252"/>
                  </a:lnTo>
                  <a:lnTo>
                    <a:pt x="58" y="252"/>
                  </a:lnTo>
                  <a:lnTo>
                    <a:pt x="60" y="255"/>
                  </a:lnTo>
                  <a:lnTo>
                    <a:pt x="62" y="257"/>
                  </a:lnTo>
                  <a:lnTo>
                    <a:pt x="62" y="257"/>
                  </a:lnTo>
                  <a:lnTo>
                    <a:pt x="67" y="261"/>
                  </a:lnTo>
                  <a:lnTo>
                    <a:pt x="69" y="261"/>
                  </a:lnTo>
                  <a:lnTo>
                    <a:pt x="71" y="261"/>
                  </a:lnTo>
                  <a:lnTo>
                    <a:pt x="71" y="264"/>
                  </a:lnTo>
                  <a:lnTo>
                    <a:pt x="71" y="264"/>
                  </a:lnTo>
                  <a:lnTo>
                    <a:pt x="73" y="266"/>
                  </a:lnTo>
                  <a:lnTo>
                    <a:pt x="71" y="268"/>
                  </a:lnTo>
                  <a:lnTo>
                    <a:pt x="71" y="268"/>
                  </a:lnTo>
                  <a:lnTo>
                    <a:pt x="73" y="268"/>
                  </a:lnTo>
                  <a:lnTo>
                    <a:pt x="73" y="268"/>
                  </a:lnTo>
                  <a:lnTo>
                    <a:pt x="75" y="268"/>
                  </a:lnTo>
                  <a:lnTo>
                    <a:pt x="75" y="268"/>
                  </a:lnTo>
                  <a:lnTo>
                    <a:pt x="75" y="270"/>
                  </a:lnTo>
                  <a:lnTo>
                    <a:pt x="78" y="270"/>
                  </a:lnTo>
                  <a:lnTo>
                    <a:pt x="78" y="270"/>
                  </a:lnTo>
                  <a:lnTo>
                    <a:pt x="80" y="275"/>
                  </a:lnTo>
                  <a:lnTo>
                    <a:pt x="80" y="275"/>
                  </a:lnTo>
                  <a:lnTo>
                    <a:pt x="82" y="275"/>
                  </a:lnTo>
                  <a:lnTo>
                    <a:pt x="87" y="279"/>
                  </a:lnTo>
                  <a:lnTo>
                    <a:pt x="87" y="279"/>
                  </a:lnTo>
                  <a:lnTo>
                    <a:pt x="89" y="281"/>
                  </a:lnTo>
                  <a:lnTo>
                    <a:pt x="91" y="284"/>
                  </a:lnTo>
                  <a:lnTo>
                    <a:pt x="91" y="286"/>
                  </a:lnTo>
                  <a:lnTo>
                    <a:pt x="95" y="286"/>
                  </a:lnTo>
                  <a:lnTo>
                    <a:pt x="100" y="290"/>
                  </a:lnTo>
                  <a:lnTo>
                    <a:pt x="102" y="292"/>
                  </a:lnTo>
                  <a:lnTo>
                    <a:pt x="102" y="292"/>
                  </a:lnTo>
                  <a:lnTo>
                    <a:pt x="104" y="295"/>
                  </a:lnTo>
                  <a:lnTo>
                    <a:pt x="106" y="297"/>
                  </a:lnTo>
                  <a:lnTo>
                    <a:pt x="106" y="297"/>
                  </a:lnTo>
                  <a:lnTo>
                    <a:pt x="106" y="299"/>
                  </a:lnTo>
                  <a:lnTo>
                    <a:pt x="106" y="299"/>
                  </a:lnTo>
                  <a:lnTo>
                    <a:pt x="109" y="299"/>
                  </a:lnTo>
                  <a:lnTo>
                    <a:pt x="109" y="301"/>
                  </a:lnTo>
                  <a:lnTo>
                    <a:pt x="109" y="301"/>
                  </a:lnTo>
                  <a:lnTo>
                    <a:pt x="111" y="306"/>
                  </a:lnTo>
                  <a:lnTo>
                    <a:pt x="113" y="308"/>
                  </a:lnTo>
                  <a:lnTo>
                    <a:pt x="118" y="310"/>
                  </a:lnTo>
                  <a:lnTo>
                    <a:pt x="120" y="315"/>
                  </a:lnTo>
                  <a:lnTo>
                    <a:pt x="120" y="317"/>
                  </a:lnTo>
                  <a:lnTo>
                    <a:pt x="120" y="319"/>
                  </a:lnTo>
                  <a:lnTo>
                    <a:pt x="118" y="321"/>
                  </a:lnTo>
                  <a:lnTo>
                    <a:pt x="118" y="323"/>
                  </a:lnTo>
                  <a:lnTo>
                    <a:pt x="118" y="328"/>
                  </a:lnTo>
                  <a:lnTo>
                    <a:pt x="118" y="332"/>
                  </a:lnTo>
                  <a:lnTo>
                    <a:pt x="118" y="334"/>
                  </a:lnTo>
                  <a:lnTo>
                    <a:pt x="118" y="334"/>
                  </a:lnTo>
                  <a:lnTo>
                    <a:pt x="118" y="334"/>
                  </a:lnTo>
                  <a:lnTo>
                    <a:pt x="118" y="334"/>
                  </a:lnTo>
                  <a:lnTo>
                    <a:pt x="120" y="334"/>
                  </a:lnTo>
                  <a:lnTo>
                    <a:pt x="124" y="334"/>
                  </a:lnTo>
                  <a:lnTo>
                    <a:pt x="126" y="334"/>
                  </a:lnTo>
                  <a:lnTo>
                    <a:pt x="129" y="334"/>
                  </a:lnTo>
                  <a:lnTo>
                    <a:pt x="129" y="334"/>
                  </a:lnTo>
                  <a:lnTo>
                    <a:pt x="129" y="334"/>
                  </a:lnTo>
                  <a:lnTo>
                    <a:pt x="131" y="334"/>
                  </a:lnTo>
                  <a:lnTo>
                    <a:pt x="131" y="332"/>
                  </a:lnTo>
                  <a:lnTo>
                    <a:pt x="131" y="332"/>
                  </a:lnTo>
                  <a:lnTo>
                    <a:pt x="135" y="330"/>
                  </a:lnTo>
                  <a:lnTo>
                    <a:pt x="135" y="330"/>
                  </a:lnTo>
                  <a:lnTo>
                    <a:pt x="137" y="328"/>
                  </a:lnTo>
                  <a:lnTo>
                    <a:pt x="137" y="326"/>
                  </a:lnTo>
                  <a:lnTo>
                    <a:pt x="137" y="323"/>
                  </a:lnTo>
                  <a:lnTo>
                    <a:pt x="140" y="323"/>
                  </a:lnTo>
                  <a:lnTo>
                    <a:pt x="142" y="323"/>
                  </a:lnTo>
                  <a:lnTo>
                    <a:pt x="142" y="323"/>
                  </a:lnTo>
                  <a:lnTo>
                    <a:pt x="144" y="323"/>
                  </a:lnTo>
                  <a:lnTo>
                    <a:pt x="144" y="321"/>
                  </a:lnTo>
                  <a:lnTo>
                    <a:pt x="144" y="319"/>
                  </a:lnTo>
                  <a:lnTo>
                    <a:pt x="144" y="317"/>
                  </a:lnTo>
                  <a:lnTo>
                    <a:pt x="146" y="315"/>
                  </a:lnTo>
                  <a:lnTo>
                    <a:pt x="146" y="315"/>
                  </a:lnTo>
                  <a:lnTo>
                    <a:pt x="149" y="315"/>
                  </a:lnTo>
                  <a:lnTo>
                    <a:pt x="151" y="317"/>
                  </a:lnTo>
                  <a:lnTo>
                    <a:pt x="153" y="319"/>
                  </a:lnTo>
                  <a:lnTo>
                    <a:pt x="155" y="321"/>
                  </a:lnTo>
                  <a:lnTo>
                    <a:pt x="155" y="323"/>
                  </a:lnTo>
                  <a:lnTo>
                    <a:pt x="160" y="326"/>
                  </a:lnTo>
                  <a:lnTo>
                    <a:pt x="164" y="332"/>
                  </a:lnTo>
                  <a:lnTo>
                    <a:pt x="166" y="332"/>
                  </a:lnTo>
                  <a:lnTo>
                    <a:pt x="166" y="334"/>
                  </a:lnTo>
                  <a:lnTo>
                    <a:pt x="166" y="337"/>
                  </a:lnTo>
                  <a:lnTo>
                    <a:pt x="166" y="339"/>
                  </a:lnTo>
                  <a:lnTo>
                    <a:pt x="169" y="339"/>
                  </a:lnTo>
                  <a:lnTo>
                    <a:pt x="171" y="341"/>
                  </a:lnTo>
                  <a:lnTo>
                    <a:pt x="171" y="343"/>
                  </a:lnTo>
                  <a:lnTo>
                    <a:pt x="173" y="346"/>
                  </a:lnTo>
                  <a:lnTo>
                    <a:pt x="173" y="348"/>
                  </a:lnTo>
                  <a:lnTo>
                    <a:pt x="173" y="350"/>
                  </a:lnTo>
                  <a:lnTo>
                    <a:pt x="175" y="350"/>
                  </a:lnTo>
                  <a:lnTo>
                    <a:pt x="177" y="352"/>
                  </a:lnTo>
                  <a:lnTo>
                    <a:pt x="180" y="352"/>
                  </a:lnTo>
                  <a:lnTo>
                    <a:pt x="182" y="354"/>
                  </a:lnTo>
                  <a:lnTo>
                    <a:pt x="184" y="357"/>
                  </a:lnTo>
                  <a:lnTo>
                    <a:pt x="186" y="357"/>
                  </a:lnTo>
                  <a:lnTo>
                    <a:pt x="186" y="357"/>
                  </a:lnTo>
                  <a:lnTo>
                    <a:pt x="188" y="354"/>
                  </a:lnTo>
                  <a:lnTo>
                    <a:pt x="188" y="352"/>
                  </a:lnTo>
                  <a:lnTo>
                    <a:pt x="191" y="352"/>
                  </a:lnTo>
                  <a:lnTo>
                    <a:pt x="191" y="352"/>
                  </a:lnTo>
                  <a:lnTo>
                    <a:pt x="193" y="354"/>
                  </a:lnTo>
                  <a:lnTo>
                    <a:pt x="195" y="357"/>
                  </a:lnTo>
                  <a:lnTo>
                    <a:pt x="197" y="359"/>
                  </a:lnTo>
                  <a:lnTo>
                    <a:pt x="200" y="361"/>
                  </a:lnTo>
                  <a:lnTo>
                    <a:pt x="200" y="361"/>
                  </a:lnTo>
                  <a:lnTo>
                    <a:pt x="202" y="363"/>
                  </a:lnTo>
                  <a:lnTo>
                    <a:pt x="202" y="363"/>
                  </a:lnTo>
                  <a:lnTo>
                    <a:pt x="204" y="366"/>
                  </a:lnTo>
                  <a:lnTo>
                    <a:pt x="206" y="366"/>
                  </a:lnTo>
                  <a:lnTo>
                    <a:pt x="217" y="368"/>
                  </a:lnTo>
                  <a:lnTo>
                    <a:pt x="219" y="368"/>
                  </a:lnTo>
                  <a:lnTo>
                    <a:pt x="222" y="368"/>
                  </a:lnTo>
                  <a:lnTo>
                    <a:pt x="222" y="368"/>
                  </a:lnTo>
                  <a:lnTo>
                    <a:pt x="224" y="372"/>
                  </a:lnTo>
                  <a:lnTo>
                    <a:pt x="224" y="372"/>
                  </a:lnTo>
                  <a:lnTo>
                    <a:pt x="228" y="377"/>
                  </a:lnTo>
                  <a:lnTo>
                    <a:pt x="228" y="377"/>
                  </a:lnTo>
                  <a:lnTo>
                    <a:pt x="231" y="379"/>
                  </a:lnTo>
                  <a:lnTo>
                    <a:pt x="231" y="379"/>
                  </a:lnTo>
                  <a:lnTo>
                    <a:pt x="231" y="383"/>
                  </a:lnTo>
                  <a:lnTo>
                    <a:pt x="231" y="385"/>
                  </a:lnTo>
                  <a:lnTo>
                    <a:pt x="231" y="385"/>
                  </a:lnTo>
                  <a:lnTo>
                    <a:pt x="233" y="388"/>
                  </a:lnTo>
                  <a:lnTo>
                    <a:pt x="235" y="390"/>
                  </a:lnTo>
                  <a:lnTo>
                    <a:pt x="237" y="392"/>
                  </a:lnTo>
                  <a:lnTo>
                    <a:pt x="239" y="394"/>
                  </a:lnTo>
                  <a:lnTo>
                    <a:pt x="246" y="399"/>
                  </a:lnTo>
                  <a:lnTo>
                    <a:pt x="248" y="401"/>
                  </a:lnTo>
                  <a:lnTo>
                    <a:pt x="253" y="405"/>
                  </a:lnTo>
                  <a:lnTo>
                    <a:pt x="255" y="405"/>
                  </a:lnTo>
                  <a:lnTo>
                    <a:pt x="255" y="405"/>
                  </a:lnTo>
                  <a:lnTo>
                    <a:pt x="257" y="405"/>
                  </a:lnTo>
                  <a:lnTo>
                    <a:pt x="257" y="403"/>
                  </a:lnTo>
                  <a:lnTo>
                    <a:pt x="259" y="403"/>
                  </a:lnTo>
                  <a:lnTo>
                    <a:pt x="259" y="403"/>
                  </a:lnTo>
                  <a:lnTo>
                    <a:pt x="262" y="405"/>
                  </a:lnTo>
                  <a:lnTo>
                    <a:pt x="264" y="405"/>
                  </a:lnTo>
                  <a:lnTo>
                    <a:pt x="264" y="405"/>
                  </a:lnTo>
                  <a:lnTo>
                    <a:pt x="264" y="408"/>
                  </a:lnTo>
                  <a:lnTo>
                    <a:pt x="264" y="408"/>
                  </a:lnTo>
                  <a:lnTo>
                    <a:pt x="266" y="408"/>
                  </a:lnTo>
                  <a:lnTo>
                    <a:pt x="268" y="408"/>
                  </a:lnTo>
                  <a:lnTo>
                    <a:pt x="268" y="408"/>
                  </a:lnTo>
                  <a:lnTo>
                    <a:pt x="270" y="410"/>
                  </a:lnTo>
                  <a:lnTo>
                    <a:pt x="273" y="410"/>
                  </a:lnTo>
                  <a:lnTo>
                    <a:pt x="273" y="412"/>
                  </a:lnTo>
                  <a:lnTo>
                    <a:pt x="273" y="412"/>
                  </a:lnTo>
                  <a:lnTo>
                    <a:pt x="273" y="414"/>
                  </a:lnTo>
                  <a:lnTo>
                    <a:pt x="275" y="414"/>
                  </a:lnTo>
                  <a:lnTo>
                    <a:pt x="275" y="414"/>
                  </a:lnTo>
                  <a:lnTo>
                    <a:pt x="275" y="416"/>
                  </a:lnTo>
                  <a:lnTo>
                    <a:pt x="277" y="416"/>
                  </a:lnTo>
                  <a:lnTo>
                    <a:pt x="282" y="419"/>
                  </a:lnTo>
                  <a:lnTo>
                    <a:pt x="284" y="419"/>
                  </a:lnTo>
                  <a:lnTo>
                    <a:pt x="284" y="421"/>
                  </a:lnTo>
                  <a:lnTo>
                    <a:pt x="284" y="423"/>
                  </a:lnTo>
                  <a:lnTo>
                    <a:pt x="286" y="428"/>
                  </a:lnTo>
                  <a:lnTo>
                    <a:pt x="290" y="434"/>
                  </a:lnTo>
                  <a:lnTo>
                    <a:pt x="290" y="436"/>
                  </a:lnTo>
                  <a:lnTo>
                    <a:pt x="290" y="439"/>
                  </a:lnTo>
                  <a:lnTo>
                    <a:pt x="290" y="443"/>
                  </a:lnTo>
                  <a:lnTo>
                    <a:pt x="290" y="445"/>
                  </a:lnTo>
                  <a:lnTo>
                    <a:pt x="293" y="445"/>
                  </a:lnTo>
                  <a:lnTo>
                    <a:pt x="295" y="448"/>
                  </a:lnTo>
                  <a:lnTo>
                    <a:pt x="295" y="448"/>
                  </a:lnTo>
                  <a:lnTo>
                    <a:pt x="297" y="450"/>
                  </a:lnTo>
                  <a:lnTo>
                    <a:pt x="297" y="452"/>
                  </a:lnTo>
                  <a:lnTo>
                    <a:pt x="299" y="454"/>
                  </a:lnTo>
                  <a:lnTo>
                    <a:pt x="304" y="459"/>
                  </a:lnTo>
                  <a:lnTo>
                    <a:pt x="308" y="463"/>
                  </a:lnTo>
                  <a:lnTo>
                    <a:pt x="313" y="465"/>
                  </a:lnTo>
                  <a:lnTo>
                    <a:pt x="315" y="465"/>
                  </a:lnTo>
                  <a:lnTo>
                    <a:pt x="317" y="467"/>
                  </a:lnTo>
                  <a:lnTo>
                    <a:pt x="319" y="467"/>
                  </a:lnTo>
                  <a:lnTo>
                    <a:pt x="321" y="467"/>
                  </a:lnTo>
                  <a:lnTo>
                    <a:pt x="324" y="470"/>
                  </a:lnTo>
                  <a:lnTo>
                    <a:pt x="326" y="470"/>
                  </a:lnTo>
                  <a:lnTo>
                    <a:pt x="330" y="476"/>
                  </a:lnTo>
                  <a:lnTo>
                    <a:pt x="330" y="476"/>
                  </a:lnTo>
                  <a:lnTo>
                    <a:pt x="330" y="479"/>
                  </a:lnTo>
                  <a:lnTo>
                    <a:pt x="330" y="479"/>
                  </a:lnTo>
                  <a:lnTo>
                    <a:pt x="326" y="481"/>
                  </a:lnTo>
                  <a:lnTo>
                    <a:pt x="326" y="483"/>
                  </a:lnTo>
                  <a:lnTo>
                    <a:pt x="324" y="485"/>
                  </a:lnTo>
                  <a:lnTo>
                    <a:pt x="319" y="490"/>
                  </a:lnTo>
                  <a:lnTo>
                    <a:pt x="317" y="492"/>
                  </a:lnTo>
                  <a:lnTo>
                    <a:pt x="317" y="492"/>
                  </a:lnTo>
                  <a:lnTo>
                    <a:pt x="317" y="496"/>
                  </a:lnTo>
                  <a:lnTo>
                    <a:pt x="315" y="498"/>
                  </a:lnTo>
                  <a:lnTo>
                    <a:pt x="315" y="498"/>
                  </a:lnTo>
                  <a:lnTo>
                    <a:pt x="306" y="505"/>
                  </a:lnTo>
                  <a:lnTo>
                    <a:pt x="304" y="507"/>
                  </a:lnTo>
                  <a:lnTo>
                    <a:pt x="301" y="510"/>
                  </a:lnTo>
                  <a:lnTo>
                    <a:pt x="301" y="510"/>
                  </a:lnTo>
                  <a:lnTo>
                    <a:pt x="301" y="510"/>
                  </a:lnTo>
                  <a:lnTo>
                    <a:pt x="301" y="512"/>
                  </a:lnTo>
                  <a:lnTo>
                    <a:pt x="299" y="516"/>
                  </a:lnTo>
                  <a:lnTo>
                    <a:pt x="299" y="523"/>
                  </a:lnTo>
                  <a:lnTo>
                    <a:pt x="301" y="536"/>
                  </a:lnTo>
                  <a:lnTo>
                    <a:pt x="299" y="549"/>
                  </a:lnTo>
                  <a:lnTo>
                    <a:pt x="299" y="558"/>
                  </a:lnTo>
                  <a:lnTo>
                    <a:pt x="301" y="561"/>
                  </a:lnTo>
                  <a:lnTo>
                    <a:pt x="304" y="561"/>
                  </a:lnTo>
                  <a:lnTo>
                    <a:pt x="304" y="561"/>
                  </a:lnTo>
                  <a:lnTo>
                    <a:pt x="306" y="561"/>
                  </a:lnTo>
                  <a:lnTo>
                    <a:pt x="306" y="563"/>
                  </a:lnTo>
                  <a:lnTo>
                    <a:pt x="308" y="563"/>
                  </a:lnTo>
                  <a:lnTo>
                    <a:pt x="308" y="565"/>
                  </a:lnTo>
                  <a:lnTo>
                    <a:pt x="308" y="565"/>
                  </a:lnTo>
                  <a:lnTo>
                    <a:pt x="310" y="565"/>
                  </a:lnTo>
                  <a:lnTo>
                    <a:pt x="310" y="565"/>
                  </a:lnTo>
                  <a:lnTo>
                    <a:pt x="310" y="565"/>
                  </a:lnTo>
                  <a:lnTo>
                    <a:pt x="319" y="561"/>
                  </a:lnTo>
                  <a:lnTo>
                    <a:pt x="324" y="554"/>
                  </a:lnTo>
                  <a:lnTo>
                    <a:pt x="332" y="547"/>
                  </a:lnTo>
                  <a:lnTo>
                    <a:pt x="344" y="536"/>
                  </a:lnTo>
                  <a:lnTo>
                    <a:pt x="352" y="529"/>
                  </a:lnTo>
                  <a:lnTo>
                    <a:pt x="357" y="523"/>
                  </a:lnTo>
                  <a:lnTo>
                    <a:pt x="366" y="512"/>
                  </a:lnTo>
                  <a:lnTo>
                    <a:pt x="366" y="510"/>
                  </a:lnTo>
                  <a:lnTo>
                    <a:pt x="377" y="483"/>
                  </a:lnTo>
                  <a:lnTo>
                    <a:pt x="379" y="474"/>
                  </a:lnTo>
                  <a:lnTo>
                    <a:pt x="386" y="456"/>
                  </a:lnTo>
                  <a:lnTo>
                    <a:pt x="395" y="439"/>
                  </a:lnTo>
                  <a:lnTo>
                    <a:pt x="395" y="436"/>
                  </a:lnTo>
                  <a:lnTo>
                    <a:pt x="403" y="430"/>
                  </a:lnTo>
                  <a:lnTo>
                    <a:pt x="406" y="428"/>
                  </a:lnTo>
                  <a:lnTo>
                    <a:pt x="406" y="428"/>
                  </a:lnTo>
                  <a:lnTo>
                    <a:pt x="406" y="425"/>
                  </a:lnTo>
                  <a:lnTo>
                    <a:pt x="406" y="423"/>
                  </a:lnTo>
                  <a:lnTo>
                    <a:pt x="406" y="421"/>
                  </a:lnTo>
                  <a:lnTo>
                    <a:pt x="406" y="421"/>
                  </a:lnTo>
                  <a:lnTo>
                    <a:pt x="401" y="425"/>
                  </a:lnTo>
                  <a:lnTo>
                    <a:pt x="401" y="425"/>
                  </a:lnTo>
                  <a:lnTo>
                    <a:pt x="399" y="423"/>
                  </a:lnTo>
                  <a:lnTo>
                    <a:pt x="401" y="421"/>
                  </a:lnTo>
                  <a:lnTo>
                    <a:pt x="406" y="419"/>
                  </a:lnTo>
                  <a:lnTo>
                    <a:pt x="406" y="416"/>
                  </a:lnTo>
                  <a:lnTo>
                    <a:pt x="406" y="416"/>
                  </a:lnTo>
                  <a:lnTo>
                    <a:pt x="406" y="416"/>
                  </a:lnTo>
                  <a:lnTo>
                    <a:pt x="403" y="416"/>
                  </a:lnTo>
                  <a:lnTo>
                    <a:pt x="403" y="416"/>
                  </a:lnTo>
                  <a:lnTo>
                    <a:pt x="401" y="416"/>
                  </a:lnTo>
                  <a:lnTo>
                    <a:pt x="401" y="419"/>
                  </a:lnTo>
                  <a:lnTo>
                    <a:pt x="401" y="419"/>
                  </a:lnTo>
                  <a:lnTo>
                    <a:pt x="399" y="421"/>
                  </a:lnTo>
                  <a:lnTo>
                    <a:pt x="397" y="421"/>
                  </a:lnTo>
                  <a:lnTo>
                    <a:pt x="395" y="421"/>
                  </a:lnTo>
                  <a:lnTo>
                    <a:pt x="397" y="421"/>
                  </a:lnTo>
                  <a:lnTo>
                    <a:pt x="397" y="419"/>
                  </a:lnTo>
                  <a:lnTo>
                    <a:pt x="395" y="419"/>
                  </a:lnTo>
                  <a:lnTo>
                    <a:pt x="392" y="419"/>
                  </a:lnTo>
                  <a:lnTo>
                    <a:pt x="395" y="416"/>
                  </a:lnTo>
                  <a:lnTo>
                    <a:pt x="395" y="416"/>
                  </a:lnTo>
                  <a:lnTo>
                    <a:pt x="395" y="412"/>
                  </a:lnTo>
                  <a:lnTo>
                    <a:pt x="395" y="412"/>
                  </a:lnTo>
                  <a:lnTo>
                    <a:pt x="397" y="410"/>
                  </a:lnTo>
                  <a:lnTo>
                    <a:pt x="397" y="410"/>
                  </a:lnTo>
                  <a:lnTo>
                    <a:pt x="399" y="410"/>
                  </a:lnTo>
                  <a:lnTo>
                    <a:pt x="399" y="408"/>
                  </a:lnTo>
                  <a:lnTo>
                    <a:pt x="401" y="410"/>
                  </a:lnTo>
                  <a:lnTo>
                    <a:pt x="401" y="410"/>
                  </a:lnTo>
                  <a:lnTo>
                    <a:pt x="403" y="408"/>
                  </a:lnTo>
                  <a:lnTo>
                    <a:pt x="401" y="408"/>
                  </a:lnTo>
                  <a:lnTo>
                    <a:pt x="401" y="408"/>
                  </a:lnTo>
                  <a:lnTo>
                    <a:pt x="401" y="405"/>
                  </a:lnTo>
                  <a:lnTo>
                    <a:pt x="401" y="405"/>
                  </a:lnTo>
                  <a:lnTo>
                    <a:pt x="399" y="405"/>
                  </a:lnTo>
                  <a:lnTo>
                    <a:pt x="399" y="405"/>
                  </a:lnTo>
                  <a:lnTo>
                    <a:pt x="399" y="405"/>
                  </a:lnTo>
                  <a:lnTo>
                    <a:pt x="397" y="403"/>
                  </a:lnTo>
                  <a:lnTo>
                    <a:pt x="395" y="403"/>
                  </a:lnTo>
                  <a:lnTo>
                    <a:pt x="395" y="403"/>
                  </a:lnTo>
                  <a:lnTo>
                    <a:pt x="395" y="401"/>
                  </a:lnTo>
                  <a:lnTo>
                    <a:pt x="395" y="401"/>
                  </a:lnTo>
                  <a:lnTo>
                    <a:pt x="397" y="399"/>
                  </a:lnTo>
                  <a:lnTo>
                    <a:pt x="397" y="399"/>
                  </a:lnTo>
                  <a:lnTo>
                    <a:pt x="397" y="397"/>
                  </a:lnTo>
                  <a:lnTo>
                    <a:pt x="397" y="397"/>
                  </a:lnTo>
                  <a:lnTo>
                    <a:pt x="397" y="397"/>
                  </a:lnTo>
                  <a:lnTo>
                    <a:pt x="397" y="394"/>
                  </a:lnTo>
                  <a:lnTo>
                    <a:pt x="395" y="394"/>
                  </a:lnTo>
                  <a:lnTo>
                    <a:pt x="397" y="392"/>
                  </a:lnTo>
                  <a:lnTo>
                    <a:pt x="397" y="390"/>
                  </a:lnTo>
                  <a:lnTo>
                    <a:pt x="406" y="388"/>
                  </a:lnTo>
                  <a:lnTo>
                    <a:pt x="406" y="388"/>
                  </a:lnTo>
                  <a:lnTo>
                    <a:pt x="408" y="385"/>
                  </a:lnTo>
                  <a:lnTo>
                    <a:pt x="408" y="383"/>
                  </a:lnTo>
                  <a:lnTo>
                    <a:pt x="410" y="381"/>
                  </a:lnTo>
                  <a:lnTo>
                    <a:pt x="408" y="381"/>
                  </a:lnTo>
                  <a:lnTo>
                    <a:pt x="408" y="381"/>
                  </a:lnTo>
                  <a:lnTo>
                    <a:pt x="406" y="381"/>
                  </a:lnTo>
                  <a:lnTo>
                    <a:pt x="406" y="381"/>
                  </a:lnTo>
                  <a:lnTo>
                    <a:pt x="406" y="379"/>
                  </a:lnTo>
                  <a:lnTo>
                    <a:pt x="406" y="377"/>
                  </a:lnTo>
                  <a:lnTo>
                    <a:pt x="406" y="377"/>
                  </a:lnTo>
                  <a:lnTo>
                    <a:pt x="408" y="377"/>
                  </a:lnTo>
                  <a:lnTo>
                    <a:pt x="408" y="377"/>
                  </a:lnTo>
                  <a:lnTo>
                    <a:pt x="408" y="377"/>
                  </a:lnTo>
                  <a:lnTo>
                    <a:pt x="408" y="377"/>
                  </a:lnTo>
                  <a:lnTo>
                    <a:pt x="410" y="377"/>
                  </a:lnTo>
                  <a:lnTo>
                    <a:pt x="410" y="379"/>
                  </a:lnTo>
                  <a:lnTo>
                    <a:pt x="410" y="379"/>
                  </a:lnTo>
                  <a:lnTo>
                    <a:pt x="410" y="381"/>
                  </a:lnTo>
                  <a:lnTo>
                    <a:pt x="410" y="383"/>
                  </a:lnTo>
                  <a:lnTo>
                    <a:pt x="412" y="383"/>
                  </a:lnTo>
                  <a:lnTo>
                    <a:pt x="412" y="383"/>
                  </a:lnTo>
                  <a:lnTo>
                    <a:pt x="412" y="381"/>
                  </a:lnTo>
                  <a:lnTo>
                    <a:pt x="412" y="377"/>
                  </a:lnTo>
                  <a:lnTo>
                    <a:pt x="412" y="377"/>
                  </a:lnTo>
                  <a:lnTo>
                    <a:pt x="412" y="377"/>
                  </a:lnTo>
                  <a:lnTo>
                    <a:pt x="412" y="374"/>
                  </a:lnTo>
                  <a:lnTo>
                    <a:pt x="412" y="374"/>
                  </a:lnTo>
                  <a:lnTo>
                    <a:pt x="412" y="372"/>
                  </a:lnTo>
                  <a:lnTo>
                    <a:pt x="412" y="370"/>
                  </a:lnTo>
                  <a:lnTo>
                    <a:pt x="412" y="366"/>
                  </a:lnTo>
                  <a:lnTo>
                    <a:pt x="412" y="363"/>
                  </a:lnTo>
                  <a:lnTo>
                    <a:pt x="412" y="363"/>
                  </a:lnTo>
                  <a:lnTo>
                    <a:pt x="412" y="361"/>
                  </a:lnTo>
                  <a:lnTo>
                    <a:pt x="417" y="359"/>
                  </a:lnTo>
                  <a:lnTo>
                    <a:pt x="417" y="359"/>
                  </a:lnTo>
                  <a:lnTo>
                    <a:pt x="417" y="359"/>
                  </a:lnTo>
                  <a:lnTo>
                    <a:pt x="414" y="359"/>
                  </a:lnTo>
                  <a:lnTo>
                    <a:pt x="414" y="357"/>
                  </a:lnTo>
                  <a:lnTo>
                    <a:pt x="414" y="357"/>
                  </a:lnTo>
                  <a:lnTo>
                    <a:pt x="414" y="357"/>
                  </a:lnTo>
                  <a:lnTo>
                    <a:pt x="417" y="357"/>
                  </a:lnTo>
                  <a:lnTo>
                    <a:pt x="417" y="357"/>
                  </a:lnTo>
                  <a:lnTo>
                    <a:pt x="417" y="354"/>
                  </a:lnTo>
                  <a:lnTo>
                    <a:pt x="417" y="354"/>
                  </a:lnTo>
                  <a:lnTo>
                    <a:pt x="419" y="354"/>
                  </a:lnTo>
                  <a:lnTo>
                    <a:pt x="421" y="354"/>
                  </a:lnTo>
                  <a:lnTo>
                    <a:pt x="423" y="354"/>
                  </a:lnTo>
                  <a:lnTo>
                    <a:pt x="423" y="352"/>
                  </a:lnTo>
                  <a:lnTo>
                    <a:pt x="426" y="352"/>
                  </a:lnTo>
                  <a:lnTo>
                    <a:pt x="428" y="352"/>
                  </a:lnTo>
                  <a:lnTo>
                    <a:pt x="428" y="350"/>
                  </a:lnTo>
                  <a:lnTo>
                    <a:pt x="432" y="352"/>
                  </a:lnTo>
                  <a:lnTo>
                    <a:pt x="432" y="350"/>
                  </a:lnTo>
                  <a:lnTo>
                    <a:pt x="434" y="350"/>
                  </a:lnTo>
                  <a:lnTo>
                    <a:pt x="434" y="350"/>
                  </a:lnTo>
                  <a:lnTo>
                    <a:pt x="437" y="350"/>
                  </a:lnTo>
                  <a:lnTo>
                    <a:pt x="437" y="350"/>
                  </a:lnTo>
                  <a:lnTo>
                    <a:pt x="437" y="350"/>
                  </a:lnTo>
                  <a:lnTo>
                    <a:pt x="439" y="350"/>
                  </a:lnTo>
                  <a:lnTo>
                    <a:pt x="439" y="350"/>
                  </a:lnTo>
                  <a:lnTo>
                    <a:pt x="439" y="348"/>
                  </a:lnTo>
                  <a:lnTo>
                    <a:pt x="439" y="346"/>
                  </a:lnTo>
                  <a:lnTo>
                    <a:pt x="439" y="343"/>
                  </a:lnTo>
                  <a:lnTo>
                    <a:pt x="439" y="339"/>
                  </a:lnTo>
                  <a:lnTo>
                    <a:pt x="441" y="339"/>
                  </a:lnTo>
                  <a:lnTo>
                    <a:pt x="443" y="339"/>
                  </a:lnTo>
                  <a:lnTo>
                    <a:pt x="452" y="334"/>
                  </a:lnTo>
                  <a:lnTo>
                    <a:pt x="450" y="332"/>
                  </a:lnTo>
                  <a:lnTo>
                    <a:pt x="450" y="330"/>
                  </a:lnTo>
                  <a:lnTo>
                    <a:pt x="450" y="326"/>
                  </a:lnTo>
                  <a:lnTo>
                    <a:pt x="450" y="321"/>
                  </a:lnTo>
                  <a:lnTo>
                    <a:pt x="452" y="319"/>
                  </a:lnTo>
                  <a:lnTo>
                    <a:pt x="452" y="319"/>
                  </a:lnTo>
                  <a:lnTo>
                    <a:pt x="454" y="319"/>
                  </a:lnTo>
                  <a:lnTo>
                    <a:pt x="454" y="319"/>
                  </a:lnTo>
                  <a:lnTo>
                    <a:pt x="459" y="319"/>
                  </a:lnTo>
                  <a:lnTo>
                    <a:pt x="459" y="319"/>
                  </a:lnTo>
                  <a:lnTo>
                    <a:pt x="459" y="317"/>
                  </a:lnTo>
                  <a:lnTo>
                    <a:pt x="459" y="315"/>
                  </a:lnTo>
                  <a:lnTo>
                    <a:pt x="459" y="310"/>
                  </a:lnTo>
                  <a:lnTo>
                    <a:pt x="457" y="310"/>
                  </a:lnTo>
                  <a:lnTo>
                    <a:pt x="457" y="299"/>
                  </a:lnTo>
                  <a:lnTo>
                    <a:pt x="459" y="299"/>
                  </a:lnTo>
                  <a:lnTo>
                    <a:pt x="459" y="297"/>
                  </a:lnTo>
                  <a:lnTo>
                    <a:pt x="461" y="297"/>
                  </a:lnTo>
                  <a:lnTo>
                    <a:pt x="461" y="299"/>
                  </a:lnTo>
                  <a:lnTo>
                    <a:pt x="463" y="301"/>
                  </a:lnTo>
                  <a:lnTo>
                    <a:pt x="463" y="306"/>
                  </a:lnTo>
                  <a:lnTo>
                    <a:pt x="463" y="308"/>
                  </a:lnTo>
                  <a:lnTo>
                    <a:pt x="463" y="310"/>
                  </a:lnTo>
                  <a:lnTo>
                    <a:pt x="463" y="310"/>
                  </a:lnTo>
                  <a:lnTo>
                    <a:pt x="465" y="310"/>
                  </a:lnTo>
                  <a:lnTo>
                    <a:pt x="465" y="310"/>
                  </a:lnTo>
                  <a:lnTo>
                    <a:pt x="465" y="308"/>
                  </a:lnTo>
                  <a:lnTo>
                    <a:pt x="465" y="306"/>
                  </a:lnTo>
                  <a:lnTo>
                    <a:pt x="465" y="301"/>
                  </a:lnTo>
                  <a:lnTo>
                    <a:pt x="463" y="297"/>
                  </a:lnTo>
                  <a:lnTo>
                    <a:pt x="465" y="292"/>
                  </a:lnTo>
                  <a:lnTo>
                    <a:pt x="465" y="290"/>
                  </a:lnTo>
                  <a:lnTo>
                    <a:pt x="468" y="284"/>
                  </a:lnTo>
                  <a:lnTo>
                    <a:pt x="468" y="279"/>
                  </a:lnTo>
                  <a:lnTo>
                    <a:pt x="470" y="277"/>
                  </a:lnTo>
                  <a:lnTo>
                    <a:pt x="474" y="277"/>
                  </a:lnTo>
                  <a:lnTo>
                    <a:pt x="474" y="277"/>
                  </a:lnTo>
                  <a:lnTo>
                    <a:pt x="474" y="279"/>
                  </a:lnTo>
                  <a:lnTo>
                    <a:pt x="476" y="279"/>
                  </a:lnTo>
                  <a:lnTo>
                    <a:pt x="476" y="279"/>
                  </a:lnTo>
                  <a:lnTo>
                    <a:pt x="476" y="277"/>
                  </a:lnTo>
                  <a:lnTo>
                    <a:pt x="479" y="277"/>
                  </a:lnTo>
                  <a:lnTo>
                    <a:pt x="479" y="277"/>
                  </a:lnTo>
                  <a:lnTo>
                    <a:pt x="479" y="275"/>
                  </a:lnTo>
                  <a:lnTo>
                    <a:pt x="479" y="272"/>
                  </a:lnTo>
                  <a:lnTo>
                    <a:pt x="479" y="272"/>
                  </a:lnTo>
                  <a:lnTo>
                    <a:pt x="476" y="272"/>
                  </a:lnTo>
                  <a:lnTo>
                    <a:pt x="474" y="275"/>
                  </a:lnTo>
                  <a:lnTo>
                    <a:pt x="472" y="275"/>
                  </a:lnTo>
                  <a:lnTo>
                    <a:pt x="472" y="272"/>
                  </a:lnTo>
                  <a:lnTo>
                    <a:pt x="472" y="270"/>
                  </a:lnTo>
                  <a:lnTo>
                    <a:pt x="472" y="268"/>
                  </a:lnTo>
                  <a:lnTo>
                    <a:pt x="470" y="268"/>
                  </a:lnTo>
                  <a:lnTo>
                    <a:pt x="470" y="268"/>
                  </a:lnTo>
                  <a:lnTo>
                    <a:pt x="470" y="270"/>
                  </a:lnTo>
                  <a:lnTo>
                    <a:pt x="468" y="270"/>
                  </a:lnTo>
                  <a:lnTo>
                    <a:pt x="468" y="268"/>
                  </a:lnTo>
                  <a:lnTo>
                    <a:pt x="465" y="268"/>
                  </a:lnTo>
                  <a:lnTo>
                    <a:pt x="463" y="266"/>
                  </a:lnTo>
                  <a:lnTo>
                    <a:pt x="465" y="264"/>
                  </a:lnTo>
                  <a:lnTo>
                    <a:pt x="465" y="261"/>
                  </a:lnTo>
                  <a:lnTo>
                    <a:pt x="463" y="261"/>
                  </a:lnTo>
                  <a:lnTo>
                    <a:pt x="463" y="261"/>
                  </a:lnTo>
                  <a:lnTo>
                    <a:pt x="463" y="261"/>
                  </a:lnTo>
                  <a:lnTo>
                    <a:pt x="461" y="264"/>
                  </a:lnTo>
                  <a:lnTo>
                    <a:pt x="463" y="259"/>
                  </a:lnTo>
                  <a:lnTo>
                    <a:pt x="463" y="259"/>
                  </a:lnTo>
                  <a:lnTo>
                    <a:pt x="463" y="259"/>
                  </a:lnTo>
                  <a:lnTo>
                    <a:pt x="463" y="257"/>
                  </a:lnTo>
                  <a:lnTo>
                    <a:pt x="463" y="257"/>
                  </a:lnTo>
                  <a:lnTo>
                    <a:pt x="463" y="257"/>
                  </a:lnTo>
                  <a:lnTo>
                    <a:pt x="463" y="255"/>
                  </a:lnTo>
                  <a:lnTo>
                    <a:pt x="463" y="255"/>
                  </a:lnTo>
                  <a:lnTo>
                    <a:pt x="463" y="252"/>
                  </a:lnTo>
                  <a:lnTo>
                    <a:pt x="463" y="252"/>
                  </a:lnTo>
                  <a:lnTo>
                    <a:pt x="463" y="250"/>
                  </a:lnTo>
                  <a:lnTo>
                    <a:pt x="463" y="250"/>
                  </a:lnTo>
                  <a:lnTo>
                    <a:pt x="463" y="250"/>
                  </a:lnTo>
                  <a:lnTo>
                    <a:pt x="463" y="250"/>
                  </a:lnTo>
                  <a:lnTo>
                    <a:pt x="463" y="250"/>
                  </a:lnTo>
                  <a:lnTo>
                    <a:pt x="463" y="250"/>
                  </a:lnTo>
                  <a:lnTo>
                    <a:pt x="463" y="248"/>
                  </a:lnTo>
                  <a:lnTo>
                    <a:pt x="465" y="246"/>
                  </a:lnTo>
                  <a:lnTo>
                    <a:pt x="465" y="246"/>
                  </a:lnTo>
                  <a:lnTo>
                    <a:pt x="465" y="244"/>
                  </a:lnTo>
                  <a:lnTo>
                    <a:pt x="465" y="244"/>
                  </a:lnTo>
                  <a:lnTo>
                    <a:pt x="465" y="244"/>
                  </a:lnTo>
                  <a:lnTo>
                    <a:pt x="465" y="244"/>
                  </a:lnTo>
                  <a:lnTo>
                    <a:pt x="465" y="246"/>
                  </a:lnTo>
                  <a:lnTo>
                    <a:pt x="465" y="248"/>
                  </a:lnTo>
                  <a:lnTo>
                    <a:pt x="468" y="246"/>
                  </a:lnTo>
                  <a:lnTo>
                    <a:pt x="468" y="248"/>
                  </a:lnTo>
                  <a:lnTo>
                    <a:pt x="468" y="250"/>
                  </a:lnTo>
                  <a:lnTo>
                    <a:pt x="468" y="252"/>
                  </a:lnTo>
                  <a:lnTo>
                    <a:pt x="468" y="252"/>
                  </a:lnTo>
                  <a:lnTo>
                    <a:pt x="468" y="255"/>
                  </a:lnTo>
                  <a:lnTo>
                    <a:pt x="470" y="255"/>
                  </a:lnTo>
                  <a:lnTo>
                    <a:pt x="470" y="257"/>
                  </a:lnTo>
                  <a:lnTo>
                    <a:pt x="470" y="257"/>
                  </a:lnTo>
                  <a:lnTo>
                    <a:pt x="468" y="259"/>
                  </a:lnTo>
                  <a:lnTo>
                    <a:pt x="468" y="259"/>
                  </a:lnTo>
                  <a:lnTo>
                    <a:pt x="468" y="259"/>
                  </a:lnTo>
                  <a:lnTo>
                    <a:pt x="470" y="259"/>
                  </a:lnTo>
                  <a:lnTo>
                    <a:pt x="470" y="259"/>
                  </a:lnTo>
                  <a:lnTo>
                    <a:pt x="470" y="259"/>
                  </a:lnTo>
                  <a:lnTo>
                    <a:pt x="472" y="261"/>
                  </a:lnTo>
                  <a:lnTo>
                    <a:pt x="472" y="261"/>
                  </a:lnTo>
                  <a:lnTo>
                    <a:pt x="472" y="264"/>
                  </a:lnTo>
                  <a:lnTo>
                    <a:pt x="474" y="264"/>
                  </a:lnTo>
                  <a:lnTo>
                    <a:pt x="476" y="266"/>
                  </a:lnTo>
                  <a:lnTo>
                    <a:pt x="476" y="264"/>
                  </a:lnTo>
                  <a:lnTo>
                    <a:pt x="479" y="264"/>
                  </a:lnTo>
                  <a:lnTo>
                    <a:pt x="479" y="264"/>
                  </a:lnTo>
                  <a:lnTo>
                    <a:pt x="481" y="264"/>
                  </a:lnTo>
                  <a:lnTo>
                    <a:pt x="481" y="266"/>
                  </a:lnTo>
                  <a:lnTo>
                    <a:pt x="483" y="266"/>
                  </a:lnTo>
                  <a:lnTo>
                    <a:pt x="483" y="266"/>
                  </a:lnTo>
                  <a:lnTo>
                    <a:pt x="483" y="266"/>
                  </a:lnTo>
                  <a:lnTo>
                    <a:pt x="485" y="268"/>
                  </a:lnTo>
                  <a:lnTo>
                    <a:pt x="485" y="268"/>
                  </a:lnTo>
                  <a:lnTo>
                    <a:pt x="485" y="270"/>
                  </a:lnTo>
                  <a:lnTo>
                    <a:pt x="483" y="270"/>
                  </a:lnTo>
                  <a:lnTo>
                    <a:pt x="483" y="270"/>
                  </a:lnTo>
                  <a:lnTo>
                    <a:pt x="483" y="270"/>
                  </a:lnTo>
                  <a:lnTo>
                    <a:pt x="483" y="272"/>
                  </a:lnTo>
                  <a:lnTo>
                    <a:pt x="483" y="272"/>
                  </a:lnTo>
                  <a:lnTo>
                    <a:pt x="483" y="275"/>
                  </a:lnTo>
                  <a:lnTo>
                    <a:pt x="483" y="275"/>
                  </a:lnTo>
                  <a:lnTo>
                    <a:pt x="483" y="277"/>
                  </a:lnTo>
                  <a:lnTo>
                    <a:pt x="485" y="277"/>
                  </a:lnTo>
                  <a:lnTo>
                    <a:pt x="488" y="277"/>
                  </a:lnTo>
                  <a:lnTo>
                    <a:pt x="490" y="279"/>
                  </a:lnTo>
                  <a:lnTo>
                    <a:pt x="492" y="281"/>
                  </a:lnTo>
                  <a:lnTo>
                    <a:pt x="490" y="277"/>
                  </a:lnTo>
                  <a:lnTo>
                    <a:pt x="490" y="275"/>
                  </a:lnTo>
                  <a:lnTo>
                    <a:pt x="490" y="272"/>
                  </a:lnTo>
                  <a:lnTo>
                    <a:pt x="492" y="272"/>
                  </a:lnTo>
                  <a:lnTo>
                    <a:pt x="492" y="270"/>
                  </a:lnTo>
                  <a:lnTo>
                    <a:pt x="492" y="270"/>
                  </a:lnTo>
                  <a:lnTo>
                    <a:pt x="494" y="270"/>
                  </a:lnTo>
                  <a:lnTo>
                    <a:pt x="496" y="270"/>
                  </a:lnTo>
                  <a:lnTo>
                    <a:pt x="501" y="270"/>
                  </a:lnTo>
                  <a:lnTo>
                    <a:pt x="501" y="270"/>
                  </a:lnTo>
                  <a:lnTo>
                    <a:pt x="501" y="268"/>
                  </a:lnTo>
                  <a:lnTo>
                    <a:pt x="503" y="268"/>
                  </a:lnTo>
                  <a:lnTo>
                    <a:pt x="508" y="268"/>
                  </a:lnTo>
                  <a:lnTo>
                    <a:pt x="510" y="268"/>
                  </a:lnTo>
                  <a:lnTo>
                    <a:pt x="510" y="266"/>
                  </a:lnTo>
                  <a:lnTo>
                    <a:pt x="510" y="266"/>
                  </a:lnTo>
                  <a:lnTo>
                    <a:pt x="512" y="266"/>
                  </a:lnTo>
                  <a:lnTo>
                    <a:pt x="510" y="264"/>
                  </a:lnTo>
                  <a:lnTo>
                    <a:pt x="510" y="264"/>
                  </a:lnTo>
                  <a:lnTo>
                    <a:pt x="510" y="264"/>
                  </a:lnTo>
                  <a:lnTo>
                    <a:pt x="510" y="264"/>
                  </a:lnTo>
                  <a:lnTo>
                    <a:pt x="510" y="261"/>
                  </a:lnTo>
                  <a:lnTo>
                    <a:pt x="510" y="261"/>
                  </a:lnTo>
                  <a:lnTo>
                    <a:pt x="512" y="259"/>
                  </a:lnTo>
                  <a:lnTo>
                    <a:pt x="512" y="259"/>
                  </a:lnTo>
                  <a:lnTo>
                    <a:pt x="512" y="259"/>
                  </a:lnTo>
                  <a:lnTo>
                    <a:pt x="514" y="259"/>
                  </a:lnTo>
                  <a:lnTo>
                    <a:pt x="514" y="259"/>
                  </a:lnTo>
                  <a:lnTo>
                    <a:pt x="514" y="261"/>
                  </a:lnTo>
                  <a:lnTo>
                    <a:pt x="516" y="264"/>
                  </a:lnTo>
                  <a:lnTo>
                    <a:pt x="516" y="264"/>
                  </a:lnTo>
                  <a:lnTo>
                    <a:pt x="519" y="266"/>
                  </a:lnTo>
                  <a:lnTo>
                    <a:pt x="519" y="266"/>
                  </a:lnTo>
                  <a:lnTo>
                    <a:pt x="519" y="268"/>
                  </a:lnTo>
                  <a:lnTo>
                    <a:pt x="519" y="270"/>
                  </a:lnTo>
                  <a:lnTo>
                    <a:pt x="519" y="275"/>
                  </a:lnTo>
                  <a:lnTo>
                    <a:pt x="516" y="277"/>
                  </a:lnTo>
                  <a:lnTo>
                    <a:pt x="516" y="279"/>
                  </a:lnTo>
                  <a:lnTo>
                    <a:pt x="516" y="281"/>
                  </a:lnTo>
                  <a:lnTo>
                    <a:pt x="516" y="281"/>
                  </a:lnTo>
                  <a:lnTo>
                    <a:pt x="516" y="284"/>
                  </a:lnTo>
                  <a:lnTo>
                    <a:pt x="514" y="284"/>
                  </a:lnTo>
                  <a:lnTo>
                    <a:pt x="514" y="284"/>
                  </a:lnTo>
                  <a:lnTo>
                    <a:pt x="512" y="281"/>
                  </a:lnTo>
                  <a:lnTo>
                    <a:pt x="512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512" y="277"/>
                  </a:lnTo>
                  <a:lnTo>
                    <a:pt x="512" y="277"/>
                  </a:lnTo>
                  <a:lnTo>
                    <a:pt x="512" y="277"/>
                  </a:lnTo>
                  <a:lnTo>
                    <a:pt x="510" y="275"/>
                  </a:lnTo>
                  <a:lnTo>
                    <a:pt x="508" y="272"/>
                  </a:lnTo>
                  <a:lnTo>
                    <a:pt x="508" y="272"/>
                  </a:lnTo>
                  <a:lnTo>
                    <a:pt x="508" y="272"/>
                  </a:lnTo>
                  <a:lnTo>
                    <a:pt x="505" y="275"/>
                  </a:lnTo>
                  <a:lnTo>
                    <a:pt x="505" y="275"/>
                  </a:lnTo>
                  <a:lnTo>
                    <a:pt x="505" y="275"/>
                  </a:lnTo>
                  <a:lnTo>
                    <a:pt x="508" y="279"/>
                  </a:lnTo>
                  <a:lnTo>
                    <a:pt x="508" y="281"/>
                  </a:lnTo>
                  <a:lnTo>
                    <a:pt x="508" y="284"/>
                  </a:lnTo>
                  <a:lnTo>
                    <a:pt x="510" y="297"/>
                  </a:lnTo>
                  <a:lnTo>
                    <a:pt x="508" y="306"/>
                  </a:lnTo>
                  <a:lnTo>
                    <a:pt x="505" y="310"/>
                  </a:lnTo>
                  <a:lnTo>
                    <a:pt x="505" y="312"/>
                  </a:lnTo>
                  <a:lnTo>
                    <a:pt x="503" y="312"/>
                  </a:lnTo>
                  <a:lnTo>
                    <a:pt x="501" y="312"/>
                  </a:lnTo>
                  <a:lnTo>
                    <a:pt x="499" y="315"/>
                  </a:lnTo>
                  <a:lnTo>
                    <a:pt x="494" y="319"/>
                  </a:lnTo>
                  <a:lnTo>
                    <a:pt x="492" y="319"/>
                  </a:lnTo>
                  <a:lnTo>
                    <a:pt x="490" y="319"/>
                  </a:lnTo>
                  <a:lnTo>
                    <a:pt x="490" y="319"/>
                  </a:lnTo>
                  <a:lnTo>
                    <a:pt x="488" y="319"/>
                  </a:lnTo>
                  <a:lnTo>
                    <a:pt x="488" y="319"/>
                  </a:lnTo>
                  <a:lnTo>
                    <a:pt x="488" y="319"/>
                  </a:lnTo>
                  <a:lnTo>
                    <a:pt x="488" y="321"/>
                  </a:lnTo>
                  <a:lnTo>
                    <a:pt x="490" y="321"/>
                  </a:lnTo>
                  <a:lnTo>
                    <a:pt x="488" y="326"/>
                  </a:lnTo>
                  <a:lnTo>
                    <a:pt x="488" y="330"/>
                  </a:lnTo>
                  <a:lnTo>
                    <a:pt x="485" y="332"/>
                  </a:lnTo>
                  <a:lnTo>
                    <a:pt x="488" y="334"/>
                  </a:lnTo>
                  <a:lnTo>
                    <a:pt x="488" y="334"/>
                  </a:lnTo>
                  <a:lnTo>
                    <a:pt x="490" y="334"/>
                  </a:lnTo>
                  <a:lnTo>
                    <a:pt x="490" y="334"/>
                  </a:lnTo>
                  <a:lnTo>
                    <a:pt x="490" y="337"/>
                  </a:lnTo>
                  <a:lnTo>
                    <a:pt x="490" y="337"/>
                  </a:lnTo>
                  <a:lnTo>
                    <a:pt x="490" y="337"/>
                  </a:lnTo>
                  <a:lnTo>
                    <a:pt x="488" y="337"/>
                  </a:lnTo>
                  <a:lnTo>
                    <a:pt x="488" y="339"/>
                  </a:lnTo>
                  <a:lnTo>
                    <a:pt x="488" y="339"/>
                  </a:lnTo>
                  <a:lnTo>
                    <a:pt x="488" y="339"/>
                  </a:lnTo>
                  <a:lnTo>
                    <a:pt x="488" y="339"/>
                  </a:lnTo>
                  <a:lnTo>
                    <a:pt x="485" y="339"/>
                  </a:lnTo>
                  <a:lnTo>
                    <a:pt x="485" y="339"/>
                  </a:lnTo>
                  <a:lnTo>
                    <a:pt x="485" y="339"/>
                  </a:lnTo>
                  <a:lnTo>
                    <a:pt x="485" y="334"/>
                  </a:lnTo>
                  <a:lnTo>
                    <a:pt x="485" y="334"/>
                  </a:lnTo>
                  <a:lnTo>
                    <a:pt x="483" y="334"/>
                  </a:lnTo>
                  <a:lnTo>
                    <a:pt x="481" y="334"/>
                  </a:lnTo>
                  <a:lnTo>
                    <a:pt x="479" y="334"/>
                  </a:lnTo>
                  <a:lnTo>
                    <a:pt x="479" y="334"/>
                  </a:lnTo>
                  <a:lnTo>
                    <a:pt x="476" y="334"/>
                  </a:lnTo>
                  <a:lnTo>
                    <a:pt x="474" y="334"/>
                  </a:lnTo>
                  <a:lnTo>
                    <a:pt x="474" y="334"/>
                  </a:lnTo>
                  <a:lnTo>
                    <a:pt x="474" y="337"/>
                  </a:lnTo>
                  <a:lnTo>
                    <a:pt x="472" y="339"/>
                  </a:lnTo>
                  <a:lnTo>
                    <a:pt x="472" y="341"/>
                  </a:lnTo>
                  <a:lnTo>
                    <a:pt x="474" y="346"/>
                  </a:lnTo>
                  <a:lnTo>
                    <a:pt x="474" y="352"/>
                  </a:lnTo>
                  <a:lnTo>
                    <a:pt x="472" y="359"/>
                  </a:lnTo>
                  <a:lnTo>
                    <a:pt x="470" y="363"/>
                  </a:lnTo>
                  <a:lnTo>
                    <a:pt x="468" y="368"/>
                  </a:lnTo>
                  <a:lnTo>
                    <a:pt x="468" y="368"/>
                  </a:lnTo>
                  <a:lnTo>
                    <a:pt x="465" y="370"/>
                  </a:lnTo>
                  <a:lnTo>
                    <a:pt x="463" y="372"/>
                  </a:lnTo>
                  <a:lnTo>
                    <a:pt x="461" y="372"/>
                  </a:lnTo>
                  <a:lnTo>
                    <a:pt x="459" y="374"/>
                  </a:lnTo>
                  <a:lnTo>
                    <a:pt x="454" y="372"/>
                  </a:lnTo>
                  <a:lnTo>
                    <a:pt x="454" y="370"/>
                  </a:lnTo>
                  <a:lnTo>
                    <a:pt x="454" y="370"/>
                  </a:lnTo>
                  <a:lnTo>
                    <a:pt x="452" y="372"/>
                  </a:lnTo>
                  <a:lnTo>
                    <a:pt x="452" y="374"/>
                  </a:lnTo>
                  <a:lnTo>
                    <a:pt x="452" y="377"/>
                  </a:lnTo>
                  <a:lnTo>
                    <a:pt x="452" y="379"/>
                  </a:lnTo>
                  <a:lnTo>
                    <a:pt x="452" y="381"/>
                  </a:lnTo>
                  <a:lnTo>
                    <a:pt x="452" y="381"/>
                  </a:lnTo>
                  <a:lnTo>
                    <a:pt x="450" y="379"/>
                  </a:lnTo>
                  <a:lnTo>
                    <a:pt x="450" y="377"/>
                  </a:lnTo>
                  <a:lnTo>
                    <a:pt x="448" y="379"/>
                  </a:lnTo>
                  <a:lnTo>
                    <a:pt x="448" y="381"/>
                  </a:lnTo>
                  <a:lnTo>
                    <a:pt x="445" y="383"/>
                  </a:lnTo>
                  <a:lnTo>
                    <a:pt x="445" y="385"/>
                  </a:lnTo>
                  <a:lnTo>
                    <a:pt x="437" y="394"/>
                  </a:lnTo>
                  <a:lnTo>
                    <a:pt x="434" y="397"/>
                  </a:lnTo>
                  <a:lnTo>
                    <a:pt x="430" y="397"/>
                  </a:lnTo>
                  <a:lnTo>
                    <a:pt x="428" y="397"/>
                  </a:lnTo>
                  <a:lnTo>
                    <a:pt x="423" y="397"/>
                  </a:lnTo>
                  <a:lnTo>
                    <a:pt x="426" y="399"/>
                  </a:lnTo>
                  <a:lnTo>
                    <a:pt x="423" y="401"/>
                  </a:lnTo>
                  <a:lnTo>
                    <a:pt x="421" y="403"/>
                  </a:lnTo>
                  <a:lnTo>
                    <a:pt x="417" y="403"/>
                  </a:lnTo>
                  <a:lnTo>
                    <a:pt x="412" y="399"/>
                  </a:lnTo>
                  <a:lnTo>
                    <a:pt x="408" y="397"/>
                  </a:lnTo>
                  <a:lnTo>
                    <a:pt x="406" y="399"/>
                  </a:lnTo>
                  <a:lnTo>
                    <a:pt x="406" y="401"/>
                  </a:lnTo>
                  <a:lnTo>
                    <a:pt x="410" y="408"/>
                  </a:lnTo>
                  <a:lnTo>
                    <a:pt x="412" y="410"/>
                  </a:lnTo>
                  <a:lnTo>
                    <a:pt x="410" y="412"/>
                  </a:lnTo>
                  <a:lnTo>
                    <a:pt x="408" y="412"/>
                  </a:lnTo>
                  <a:lnTo>
                    <a:pt x="408" y="412"/>
                  </a:lnTo>
                  <a:lnTo>
                    <a:pt x="410" y="414"/>
                  </a:lnTo>
                  <a:lnTo>
                    <a:pt x="410" y="416"/>
                  </a:lnTo>
                  <a:lnTo>
                    <a:pt x="410" y="419"/>
                  </a:lnTo>
                  <a:lnTo>
                    <a:pt x="408" y="421"/>
                  </a:lnTo>
                  <a:lnTo>
                    <a:pt x="408" y="421"/>
                  </a:lnTo>
                  <a:lnTo>
                    <a:pt x="406" y="425"/>
                  </a:lnTo>
                  <a:lnTo>
                    <a:pt x="406" y="428"/>
                  </a:lnTo>
                  <a:lnTo>
                    <a:pt x="406" y="428"/>
                  </a:lnTo>
                  <a:lnTo>
                    <a:pt x="408" y="428"/>
                  </a:lnTo>
                  <a:lnTo>
                    <a:pt x="410" y="423"/>
                  </a:lnTo>
                  <a:lnTo>
                    <a:pt x="421" y="410"/>
                  </a:lnTo>
                  <a:lnTo>
                    <a:pt x="421" y="408"/>
                  </a:lnTo>
                  <a:lnTo>
                    <a:pt x="443" y="394"/>
                  </a:lnTo>
                  <a:lnTo>
                    <a:pt x="461" y="381"/>
                  </a:lnTo>
                  <a:lnTo>
                    <a:pt x="474" y="370"/>
                  </a:lnTo>
                  <a:lnTo>
                    <a:pt x="483" y="361"/>
                  </a:lnTo>
                  <a:lnTo>
                    <a:pt x="494" y="348"/>
                  </a:lnTo>
                  <a:lnTo>
                    <a:pt x="499" y="341"/>
                  </a:lnTo>
                  <a:lnTo>
                    <a:pt x="505" y="332"/>
                  </a:lnTo>
                  <a:lnTo>
                    <a:pt x="514" y="319"/>
                  </a:lnTo>
                  <a:lnTo>
                    <a:pt x="516" y="317"/>
                  </a:lnTo>
                  <a:lnTo>
                    <a:pt x="516" y="317"/>
                  </a:lnTo>
                  <a:lnTo>
                    <a:pt x="536" y="284"/>
                  </a:lnTo>
                  <a:lnTo>
                    <a:pt x="541" y="270"/>
                  </a:lnTo>
                  <a:lnTo>
                    <a:pt x="543" y="261"/>
                  </a:lnTo>
                  <a:lnTo>
                    <a:pt x="556" y="228"/>
                  </a:lnTo>
                  <a:lnTo>
                    <a:pt x="558" y="224"/>
                  </a:lnTo>
                  <a:lnTo>
                    <a:pt x="563" y="213"/>
                  </a:lnTo>
                  <a:lnTo>
                    <a:pt x="570" y="204"/>
                  </a:lnTo>
                  <a:lnTo>
                    <a:pt x="572" y="197"/>
                  </a:lnTo>
                  <a:lnTo>
                    <a:pt x="581" y="186"/>
                  </a:lnTo>
                  <a:lnTo>
                    <a:pt x="581" y="186"/>
                  </a:lnTo>
                  <a:lnTo>
                    <a:pt x="578" y="186"/>
                  </a:lnTo>
                  <a:lnTo>
                    <a:pt x="578" y="186"/>
                  </a:lnTo>
                  <a:lnTo>
                    <a:pt x="578" y="186"/>
                  </a:lnTo>
                  <a:lnTo>
                    <a:pt x="578" y="186"/>
                  </a:lnTo>
                  <a:lnTo>
                    <a:pt x="578" y="184"/>
                  </a:lnTo>
                  <a:lnTo>
                    <a:pt x="578" y="184"/>
                  </a:lnTo>
                  <a:lnTo>
                    <a:pt x="576" y="184"/>
                  </a:lnTo>
                  <a:lnTo>
                    <a:pt x="576" y="184"/>
                  </a:lnTo>
                  <a:lnTo>
                    <a:pt x="574" y="184"/>
                  </a:lnTo>
                  <a:lnTo>
                    <a:pt x="572" y="182"/>
                  </a:lnTo>
                  <a:lnTo>
                    <a:pt x="570" y="179"/>
                  </a:lnTo>
                  <a:lnTo>
                    <a:pt x="570" y="177"/>
                  </a:lnTo>
                  <a:lnTo>
                    <a:pt x="567" y="177"/>
                  </a:lnTo>
                  <a:lnTo>
                    <a:pt x="565" y="177"/>
                  </a:lnTo>
                  <a:lnTo>
                    <a:pt x="563" y="175"/>
                  </a:lnTo>
                  <a:lnTo>
                    <a:pt x="563" y="177"/>
                  </a:lnTo>
                  <a:lnTo>
                    <a:pt x="561" y="177"/>
                  </a:lnTo>
                  <a:lnTo>
                    <a:pt x="561" y="177"/>
                  </a:lnTo>
                  <a:lnTo>
                    <a:pt x="561" y="177"/>
                  </a:lnTo>
                  <a:lnTo>
                    <a:pt x="558" y="177"/>
                  </a:lnTo>
                  <a:lnTo>
                    <a:pt x="558" y="177"/>
                  </a:lnTo>
                  <a:lnTo>
                    <a:pt x="558" y="177"/>
                  </a:lnTo>
                  <a:lnTo>
                    <a:pt x="556" y="179"/>
                  </a:lnTo>
                  <a:lnTo>
                    <a:pt x="556" y="179"/>
                  </a:lnTo>
                  <a:lnTo>
                    <a:pt x="554" y="179"/>
                  </a:lnTo>
                  <a:lnTo>
                    <a:pt x="552" y="179"/>
                  </a:lnTo>
                  <a:lnTo>
                    <a:pt x="552" y="182"/>
                  </a:lnTo>
                  <a:lnTo>
                    <a:pt x="552" y="182"/>
                  </a:lnTo>
                  <a:lnTo>
                    <a:pt x="552" y="182"/>
                  </a:lnTo>
                  <a:lnTo>
                    <a:pt x="552" y="182"/>
                  </a:lnTo>
                  <a:lnTo>
                    <a:pt x="554" y="184"/>
                  </a:lnTo>
                  <a:lnTo>
                    <a:pt x="556" y="184"/>
                  </a:lnTo>
                  <a:lnTo>
                    <a:pt x="556" y="184"/>
                  </a:lnTo>
                  <a:lnTo>
                    <a:pt x="556" y="186"/>
                  </a:lnTo>
                  <a:lnTo>
                    <a:pt x="556" y="186"/>
                  </a:lnTo>
                  <a:lnTo>
                    <a:pt x="556" y="186"/>
                  </a:lnTo>
                  <a:lnTo>
                    <a:pt x="556" y="186"/>
                  </a:lnTo>
                  <a:lnTo>
                    <a:pt x="556" y="188"/>
                  </a:lnTo>
                  <a:lnTo>
                    <a:pt x="556" y="188"/>
                  </a:lnTo>
                  <a:lnTo>
                    <a:pt x="556" y="188"/>
                  </a:lnTo>
                  <a:lnTo>
                    <a:pt x="554" y="190"/>
                  </a:lnTo>
                  <a:lnTo>
                    <a:pt x="554" y="188"/>
                  </a:lnTo>
                  <a:lnTo>
                    <a:pt x="554" y="188"/>
                  </a:lnTo>
                  <a:lnTo>
                    <a:pt x="554" y="188"/>
                  </a:lnTo>
                  <a:lnTo>
                    <a:pt x="552" y="186"/>
                  </a:lnTo>
                  <a:lnTo>
                    <a:pt x="552" y="186"/>
                  </a:lnTo>
                  <a:lnTo>
                    <a:pt x="550" y="186"/>
                  </a:lnTo>
                  <a:lnTo>
                    <a:pt x="547" y="186"/>
                  </a:lnTo>
                  <a:lnTo>
                    <a:pt x="547" y="184"/>
                  </a:lnTo>
                  <a:lnTo>
                    <a:pt x="547" y="184"/>
                  </a:lnTo>
                  <a:lnTo>
                    <a:pt x="547" y="184"/>
                  </a:lnTo>
                  <a:lnTo>
                    <a:pt x="547" y="184"/>
                  </a:lnTo>
                  <a:lnTo>
                    <a:pt x="547" y="182"/>
                  </a:lnTo>
                  <a:lnTo>
                    <a:pt x="547" y="179"/>
                  </a:lnTo>
                  <a:lnTo>
                    <a:pt x="547" y="179"/>
                  </a:lnTo>
                  <a:lnTo>
                    <a:pt x="547" y="177"/>
                  </a:lnTo>
                  <a:lnTo>
                    <a:pt x="547" y="177"/>
                  </a:lnTo>
                  <a:lnTo>
                    <a:pt x="547" y="175"/>
                  </a:lnTo>
                  <a:lnTo>
                    <a:pt x="547" y="175"/>
                  </a:lnTo>
                  <a:lnTo>
                    <a:pt x="550" y="175"/>
                  </a:lnTo>
                  <a:lnTo>
                    <a:pt x="552" y="173"/>
                  </a:lnTo>
                  <a:lnTo>
                    <a:pt x="552" y="170"/>
                  </a:lnTo>
                  <a:lnTo>
                    <a:pt x="552" y="170"/>
                  </a:lnTo>
                  <a:lnTo>
                    <a:pt x="554" y="168"/>
                  </a:lnTo>
                  <a:lnTo>
                    <a:pt x="554" y="168"/>
                  </a:lnTo>
                  <a:lnTo>
                    <a:pt x="554" y="168"/>
                  </a:lnTo>
                  <a:lnTo>
                    <a:pt x="554" y="168"/>
                  </a:lnTo>
                  <a:lnTo>
                    <a:pt x="554" y="168"/>
                  </a:lnTo>
                  <a:lnTo>
                    <a:pt x="554" y="168"/>
                  </a:lnTo>
                  <a:lnTo>
                    <a:pt x="554" y="168"/>
                  </a:lnTo>
                  <a:lnTo>
                    <a:pt x="556" y="168"/>
                  </a:lnTo>
                  <a:lnTo>
                    <a:pt x="556" y="168"/>
                  </a:lnTo>
                  <a:lnTo>
                    <a:pt x="556" y="168"/>
                  </a:lnTo>
                  <a:lnTo>
                    <a:pt x="556" y="168"/>
                  </a:lnTo>
                  <a:lnTo>
                    <a:pt x="556" y="168"/>
                  </a:lnTo>
                  <a:lnTo>
                    <a:pt x="556" y="168"/>
                  </a:lnTo>
                  <a:lnTo>
                    <a:pt x="556" y="168"/>
                  </a:lnTo>
                  <a:lnTo>
                    <a:pt x="558" y="168"/>
                  </a:lnTo>
                  <a:lnTo>
                    <a:pt x="558" y="168"/>
                  </a:lnTo>
                  <a:lnTo>
                    <a:pt x="558" y="168"/>
                  </a:lnTo>
                  <a:lnTo>
                    <a:pt x="558" y="168"/>
                  </a:lnTo>
                  <a:lnTo>
                    <a:pt x="558" y="168"/>
                  </a:lnTo>
                  <a:lnTo>
                    <a:pt x="558" y="166"/>
                  </a:lnTo>
                  <a:lnTo>
                    <a:pt x="558" y="166"/>
                  </a:lnTo>
                  <a:lnTo>
                    <a:pt x="558" y="164"/>
                  </a:lnTo>
                  <a:lnTo>
                    <a:pt x="558" y="164"/>
                  </a:lnTo>
                  <a:lnTo>
                    <a:pt x="561" y="164"/>
                  </a:lnTo>
                  <a:lnTo>
                    <a:pt x="561" y="162"/>
                  </a:lnTo>
                  <a:lnTo>
                    <a:pt x="561" y="159"/>
                  </a:lnTo>
                  <a:lnTo>
                    <a:pt x="563" y="157"/>
                  </a:lnTo>
                  <a:lnTo>
                    <a:pt x="563" y="157"/>
                  </a:lnTo>
                  <a:lnTo>
                    <a:pt x="563" y="155"/>
                  </a:lnTo>
                  <a:lnTo>
                    <a:pt x="561" y="148"/>
                  </a:lnTo>
                  <a:lnTo>
                    <a:pt x="561" y="146"/>
                  </a:lnTo>
                  <a:lnTo>
                    <a:pt x="563" y="142"/>
                  </a:lnTo>
                  <a:lnTo>
                    <a:pt x="563" y="142"/>
                  </a:lnTo>
                  <a:lnTo>
                    <a:pt x="563" y="142"/>
                  </a:lnTo>
                  <a:lnTo>
                    <a:pt x="563" y="142"/>
                  </a:lnTo>
                  <a:lnTo>
                    <a:pt x="563" y="142"/>
                  </a:lnTo>
                  <a:lnTo>
                    <a:pt x="563" y="142"/>
                  </a:lnTo>
                  <a:lnTo>
                    <a:pt x="565" y="139"/>
                  </a:lnTo>
                  <a:lnTo>
                    <a:pt x="565" y="139"/>
                  </a:lnTo>
                  <a:lnTo>
                    <a:pt x="565" y="139"/>
                  </a:lnTo>
                  <a:lnTo>
                    <a:pt x="565" y="139"/>
                  </a:lnTo>
                  <a:lnTo>
                    <a:pt x="565" y="137"/>
                  </a:lnTo>
                  <a:lnTo>
                    <a:pt x="565" y="137"/>
                  </a:lnTo>
                  <a:lnTo>
                    <a:pt x="565" y="137"/>
                  </a:lnTo>
                  <a:lnTo>
                    <a:pt x="565" y="135"/>
                  </a:lnTo>
                  <a:lnTo>
                    <a:pt x="565" y="135"/>
                  </a:lnTo>
                  <a:lnTo>
                    <a:pt x="565" y="135"/>
                  </a:lnTo>
                  <a:lnTo>
                    <a:pt x="565" y="135"/>
                  </a:lnTo>
                  <a:lnTo>
                    <a:pt x="565" y="135"/>
                  </a:lnTo>
                  <a:lnTo>
                    <a:pt x="565" y="137"/>
                  </a:lnTo>
                  <a:lnTo>
                    <a:pt x="565" y="137"/>
                  </a:lnTo>
                  <a:close/>
                </a:path>
              </a:pathLst>
            </a:custGeom>
            <a:solidFill>
              <a:srgbClr val="D6D9ED"/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5E536E5-6C05-4D4E-A965-AC54A4AE63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30" y="874"/>
              <a:ext cx="680" cy="576"/>
            </a:xfrm>
            <a:custGeom>
              <a:avLst/>
              <a:gdLst>
                <a:gd name="T0" fmla="*/ 261 w 680"/>
                <a:gd name="T1" fmla="*/ 528 h 576"/>
                <a:gd name="T2" fmla="*/ 257 w 680"/>
                <a:gd name="T3" fmla="*/ 519 h 576"/>
                <a:gd name="T4" fmla="*/ 255 w 680"/>
                <a:gd name="T5" fmla="*/ 517 h 576"/>
                <a:gd name="T6" fmla="*/ 257 w 680"/>
                <a:gd name="T7" fmla="*/ 503 h 576"/>
                <a:gd name="T8" fmla="*/ 253 w 680"/>
                <a:gd name="T9" fmla="*/ 494 h 576"/>
                <a:gd name="T10" fmla="*/ 250 w 680"/>
                <a:gd name="T11" fmla="*/ 488 h 576"/>
                <a:gd name="T12" fmla="*/ 246 w 680"/>
                <a:gd name="T13" fmla="*/ 472 h 576"/>
                <a:gd name="T14" fmla="*/ 237 w 680"/>
                <a:gd name="T15" fmla="*/ 452 h 576"/>
                <a:gd name="T16" fmla="*/ 226 w 680"/>
                <a:gd name="T17" fmla="*/ 441 h 576"/>
                <a:gd name="T18" fmla="*/ 188 w 680"/>
                <a:gd name="T19" fmla="*/ 435 h 576"/>
                <a:gd name="T20" fmla="*/ 171 w 680"/>
                <a:gd name="T21" fmla="*/ 439 h 576"/>
                <a:gd name="T22" fmla="*/ 153 w 680"/>
                <a:gd name="T23" fmla="*/ 439 h 576"/>
                <a:gd name="T24" fmla="*/ 140 w 680"/>
                <a:gd name="T25" fmla="*/ 437 h 576"/>
                <a:gd name="T26" fmla="*/ 129 w 680"/>
                <a:gd name="T27" fmla="*/ 430 h 576"/>
                <a:gd name="T28" fmla="*/ 113 w 680"/>
                <a:gd name="T29" fmla="*/ 426 h 576"/>
                <a:gd name="T30" fmla="*/ 78 w 680"/>
                <a:gd name="T31" fmla="*/ 426 h 576"/>
                <a:gd name="T32" fmla="*/ 44 w 680"/>
                <a:gd name="T33" fmla="*/ 472 h 576"/>
                <a:gd name="T34" fmla="*/ 38 w 680"/>
                <a:gd name="T35" fmla="*/ 486 h 576"/>
                <a:gd name="T36" fmla="*/ 24 w 680"/>
                <a:gd name="T37" fmla="*/ 506 h 576"/>
                <a:gd name="T38" fmla="*/ 18 w 680"/>
                <a:gd name="T39" fmla="*/ 510 h 576"/>
                <a:gd name="T40" fmla="*/ 9 w 680"/>
                <a:gd name="T41" fmla="*/ 512 h 576"/>
                <a:gd name="T42" fmla="*/ 4 w 680"/>
                <a:gd name="T43" fmla="*/ 521 h 576"/>
                <a:gd name="T44" fmla="*/ 0 w 680"/>
                <a:gd name="T45" fmla="*/ 528 h 576"/>
                <a:gd name="T46" fmla="*/ 0 w 680"/>
                <a:gd name="T47" fmla="*/ 534 h 576"/>
                <a:gd name="T48" fmla="*/ 7 w 680"/>
                <a:gd name="T49" fmla="*/ 530 h 576"/>
                <a:gd name="T50" fmla="*/ 20 w 680"/>
                <a:gd name="T51" fmla="*/ 539 h 576"/>
                <a:gd name="T52" fmla="*/ 33 w 680"/>
                <a:gd name="T53" fmla="*/ 543 h 576"/>
                <a:gd name="T54" fmla="*/ 40 w 680"/>
                <a:gd name="T55" fmla="*/ 539 h 576"/>
                <a:gd name="T56" fmla="*/ 44 w 680"/>
                <a:gd name="T57" fmla="*/ 534 h 576"/>
                <a:gd name="T58" fmla="*/ 58 w 680"/>
                <a:gd name="T59" fmla="*/ 525 h 576"/>
                <a:gd name="T60" fmla="*/ 60 w 680"/>
                <a:gd name="T61" fmla="*/ 519 h 576"/>
                <a:gd name="T62" fmla="*/ 75 w 680"/>
                <a:gd name="T63" fmla="*/ 512 h 576"/>
                <a:gd name="T64" fmla="*/ 84 w 680"/>
                <a:gd name="T65" fmla="*/ 510 h 576"/>
                <a:gd name="T66" fmla="*/ 95 w 680"/>
                <a:gd name="T67" fmla="*/ 508 h 576"/>
                <a:gd name="T68" fmla="*/ 104 w 680"/>
                <a:gd name="T69" fmla="*/ 508 h 576"/>
                <a:gd name="T70" fmla="*/ 89 w 680"/>
                <a:gd name="T71" fmla="*/ 532 h 576"/>
                <a:gd name="T72" fmla="*/ 80 w 680"/>
                <a:gd name="T73" fmla="*/ 545 h 576"/>
                <a:gd name="T74" fmla="*/ 80 w 680"/>
                <a:gd name="T75" fmla="*/ 554 h 576"/>
                <a:gd name="T76" fmla="*/ 93 w 680"/>
                <a:gd name="T77" fmla="*/ 557 h 576"/>
                <a:gd name="T78" fmla="*/ 100 w 680"/>
                <a:gd name="T79" fmla="*/ 563 h 576"/>
                <a:gd name="T80" fmla="*/ 113 w 680"/>
                <a:gd name="T81" fmla="*/ 561 h 576"/>
                <a:gd name="T82" fmla="*/ 120 w 680"/>
                <a:gd name="T83" fmla="*/ 557 h 576"/>
                <a:gd name="T84" fmla="*/ 131 w 680"/>
                <a:gd name="T85" fmla="*/ 561 h 576"/>
                <a:gd name="T86" fmla="*/ 135 w 680"/>
                <a:gd name="T87" fmla="*/ 572 h 576"/>
                <a:gd name="T88" fmla="*/ 142 w 680"/>
                <a:gd name="T89" fmla="*/ 572 h 576"/>
                <a:gd name="T90" fmla="*/ 151 w 680"/>
                <a:gd name="T91" fmla="*/ 570 h 576"/>
                <a:gd name="T92" fmla="*/ 153 w 680"/>
                <a:gd name="T93" fmla="*/ 561 h 576"/>
                <a:gd name="T94" fmla="*/ 151 w 680"/>
                <a:gd name="T95" fmla="*/ 552 h 576"/>
                <a:gd name="T96" fmla="*/ 157 w 680"/>
                <a:gd name="T97" fmla="*/ 550 h 576"/>
                <a:gd name="T98" fmla="*/ 153 w 680"/>
                <a:gd name="T99" fmla="*/ 541 h 576"/>
                <a:gd name="T100" fmla="*/ 160 w 680"/>
                <a:gd name="T101" fmla="*/ 530 h 576"/>
                <a:gd name="T102" fmla="*/ 168 w 680"/>
                <a:gd name="T103" fmla="*/ 525 h 576"/>
                <a:gd name="T104" fmla="*/ 171 w 680"/>
                <a:gd name="T105" fmla="*/ 534 h 576"/>
                <a:gd name="T106" fmla="*/ 197 w 680"/>
                <a:gd name="T107" fmla="*/ 539 h 576"/>
                <a:gd name="T108" fmla="*/ 217 w 680"/>
                <a:gd name="T109" fmla="*/ 537 h 576"/>
                <a:gd name="T110" fmla="*/ 242 w 680"/>
                <a:gd name="T111" fmla="*/ 543 h 576"/>
                <a:gd name="T112" fmla="*/ 261 w 680"/>
                <a:gd name="T113" fmla="*/ 543 h 576"/>
                <a:gd name="T114" fmla="*/ 454 w 680"/>
                <a:gd name="T115" fmla="*/ 346 h 576"/>
                <a:gd name="T116" fmla="*/ 452 w 680"/>
                <a:gd name="T117" fmla="*/ 348 h 576"/>
                <a:gd name="T118" fmla="*/ 676 w 680"/>
                <a:gd name="T119" fmla="*/ 0 h 576"/>
                <a:gd name="T120" fmla="*/ 678 w 680"/>
                <a:gd name="T121" fmla="*/ 5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80" h="576">
                  <a:moveTo>
                    <a:pt x="266" y="532"/>
                  </a:moveTo>
                  <a:lnTo>
                    <a:pt x="266" y="532"/>
                  </a:lnTo>
                  <a:lnTo>
                    <a:pt x="264" y="532"/>
                  </a:lnTo>
                  <a:lnTo>
                    <a:pt x="264" y="530"/>
                  </a:lnTo>
                  <a:lnTo>
                    <a:pt x="264" y="530"/>
                  </a:lnTo>
                  <a:lnTo>
                    <a:pt x="261" y="530"/>
                  </a:lnTo>
                  <a:lnTo>
                    <a:pt x="261" y="528"/>
                  </a:lnTo>
                  <a:lnTo>
                    <a:pt x="261" y="528"/>
                  </a:lnTo>
                  <a:lnTo>
                    <a:pt x="261" y="525"/>
                  </a:lnTo>
                  <a:lnTo>
                    <a:pt x="261" y="523"/>
                  </a:lnTo>
                  <a:lnTo>
                    <a:pt x="261" y="521"/>
                  </a:lnTo>
                  <a:lnTo>
                    <a:pt x="261" y="521"/>
                  </a:lnTo>
                  <a:lnTo>
                    <a:pt x="261" y="521"/>
                  </a:lnTo>
                  <a:lnTo>
                    <a:pt x="259" y="521"/>
                  </a:lnTo>
                  <a:lnTo>
                    <a:pt x="259" y="521"/>
                  </a:lnTo>
                  <a:lnTo>
                    <a:pt x="257" y="519"/>
                  </a:lnTo>
                  <a:lnTo>
                    <a:pt x="257" y="519"/>
                  </a:lnTo>
                  <a:lnTo>
                    <a:pt x="257" y="519"/>
                  </a:lnTo>
                  <a:lnTo>
                    <a:pt x="255" y="521"/>
                  </a:lnTo>
                  <a:lnTo>
                    <a:pt x="255" y="521"/>
                  </a:lnTo>
                  <a:lnTo>
                    <a:pt x="253" y="521"/>
                  </a:lnTo>
                  <a:lnTo>
                    <a:pt x="253" y="519"/>
                  </a:lnTo>
                  <a:lnTo>
                    <a:pt x="255" y="517"/>
                  </a:lnTo>
                  <a:lnTo>
                    <a:pt x="255" y="517"/>
                  </a:lnTo>
                  <a:lnTo>
                    <a:pt x="257" y="519"/>
                  </a:lnTo>
                  <a:lnTo>
                    <a:pt x="257" y="510"/>
                  </a:lnTo>
                  <a:lnTo>
                    <a:pt x="257" y="508"/>
                  </a:lnTo>
                  <a:lnTo>
                    <a:pt x="255" y="508"/>
                  </a:lnTo>
                  <a:lnTo>
                    <a:pt x="255" y="508"/>
                  </a:lnTo>
                  <a:lnTo>
                    <a:pt x="257" y="506"/>
                  </a:lnTo>
                  <a:lnTo>
                    <a:pt x="257" y="503"/>
                  </a:lnTo>
                  <a:lnTo>
                    <a:pt x="257" y="503"/>
                  </a:lnTo>
                  <a:lnTo>
                    <a:pt x="255" y="503"/>
                  </a:lnTo>
                  <a:lnTo>
                    <a:pt x="255" y="501"/>
                  </a:lnTo>
                  <a:lnTo>
                    <a:pt x="255" y="501"/>
                  </a:lnTo>
                  <a:lnTo>
                    <a:pt x="255" y="501"/>
                  </a:lnTo>
                  <a:lnTo>
                    <a:pt x="253" y="499"/>
                  </a:lnTo>
                  <a:lnTo>
                    <a:pt x="253" y="499"/>
                  </a:lnTo>
                  <a:lnTo>
                    <a:pt x="253" y="497"/>
                  </a:lnTo>
                  <a:lnTo>
                    <a:pt x="253" y="494"/>
                  </a:lnTo>
                  <a:lnTo>
                    <a:pt x="253" y="494"/>
                  </a:lnTo>
                  <a:lnTo>
                    <a:pt x="253" y="494"/>
                  </a:lnTo>
                  <a:lnTo>
                    <a:pt x="250" y="492"/>
                  </a:lnTo>
                  <a:lnTo>
                    <a:pt x="253" y="492"/>
                  </a:lnTo>
                  <a:lnTo>
                    <a:pt x="253" y="490"/>
                  </a:lnTo>
                  <a:lnTo>
                    <a:pt x="253" y="490"/>
                  </a:lnTo>
                  <a:lnTo>
                    <a:pt x="250" y="488"/>
                  </a:lnTo>
                  <a:lnTo>
                    <a:pt x="250" y="488"/>
                  </a:lnTo>
                  <a:lnTo>
                    <a:pt x="250" y="486"/>
                  </a:lnTo>
                  <a:lnTo>
                    <a:pt x="250" y="481"/>
                  </a:lnTo>
                  <a:lnTo>
                    <a:pt x="248" y="481"/>
                  </a:lnTo>
                  <a:lnTo>
                    <a:pt x="248" y="479"/>
                  </a:lnTo>
                  <a:lnTo>
                    <a:pt x="248" y="475"/>
                  </a:lnTo>
                  <a:lnTo>
                    <a:pt x="248" y="475"/>
                  </a:lnTo>
                  <a:lnTo>
                    <a:pt x="248" y="475"/>
                  </a:lnTo>
                  <a:lnTo>
                    <a:pt x="246" y="472"/>
                  </a:lnTo>
                  <a:lnTo>
                    <a:pt x="246" y="470"/>
                  </a:lnTo>
                  <a:lnTo>
                    <a:pt x="246" y="470"/>
                  </a:lnTo>
                  <a:lnTo>
                    <a:pt x="244" y="466"/>
                  </a:lnTo>
                  <a:lnTo>
                    <a:pt x="242" y="459"/>
                  </a:lnTo>
                  <a:lnTo>
                    <a:pt x="239" y="457"/>
                  </a:lnTo>
                  <a:lnTo>
                    <a:pt x="237" y="457"/>
                  </a:lnTo>
                  <a:lnTo>
                    <a:pt x="237" y="455"/>
                  </a:lnTo>
                  <a:lnTo>
                    <a:pt x="237" y="452"/>
                  </a:lnTo>
                  <a:lnTo>
                    <a:pt x="237" y="452"/>
                  </a:lnTo>
                  <a:lnTo>
                    <a:pt x="235" y="448"/>
                  </a:lnTo>
                  <a:lnTo>
                    <a:pt x="235" y="448"/>
                  </a:lnTo>
                  <a:lnTo>
                    <a:pt x="233" y="446"/>
                  </a:lnTo>
                  <a:lnTo>
                    <a:pt x="233" y="446"/>
                  </a:lnTo>
                  <a:lnTo>
                    <a:pt x="230" y="446"/>
                  </a:lnTo>
                  <a:lnTo>
                    <a:pt x="228" y="443"/>
                  </a:lnTo>
                  <a:lnTo>
                    <a:pt x="226" y="441"/>
                  </a:lnTo>
                  <a:lnTo>
                    <a:pt x="224" y="441"/>
                  </a:lnTo>
                  <a:lnTo>
                    <a:pt x="222" y="439"/>
                  </a:lnTo>
                  <a:lnTo>
                    <a:pt x="215" y="439"/>
                  </a:lnTo>
                  <a:lnTo>
                    <a:pt x="208" y="437"/>
                  </a:lnTo>
                  <a:lnTo>
                    <a:pt x="197" y="435"/>
                  </a:lnTo>
                  <a:lnTo>
                    <a:pt x="191" y="435"/>
                  </a:lnTo>
                  <a:lnTo>
                    <a:pt x="191" y="435"/>
                  </a:lnTo>
                  <a:lnTo>
                    <a:pt x="188" y="435"/>
                  </a:lnTo>
                  <a:lnTo>
                    <a:pt x="184" y="437"/>
                  </a:lnTo>
                  <a:lnTo>
                    <a:pt x="182" y="437"/>
                  </a:lnTo>
                  <a:lnTo>
                    <a:pt x="182" y="439"/>
                  </a:lnTo>
                  <a:lnTo>
                    <a:pt x="168" y="437"/>
                  </a:lnTo>
                  <a:lnTo>
                    <a:pt x="168" y="439"/>
                  </a:lnTo>
                  <a:lnTo>
                    <a:pt x="173" y="439"/>
                  </a:lnTo>
                  <a:lnTo>
                    <a:pt x="173" y="439"/>
                  </a:lnTo>
                  <a:lnTo>
                    <a:pt x="171" y="439"/>
                  </a:lnTo>
                  <a:lnTo>
                    <a:pt x="168" y="439"/>
                  </a:lnTo>
                  <a:lnTo>
                    <a:pt x="166" y="437"/>
                  </a:lnTo>
                  <a:lnTo>
                    <a:pt x="160" y="437"/>
                  </a:lnTo>
                  <a:lnTo>
                    <a:pt x="151" y="437"/>
                  </a:lnTo>
                  <a:lnTo>
                    <a:pt x="148" y="437"/>
                  </a:lnTo>
                  <a:lnTo>
                    <a:pt x="148" y="437"/>
                  </a:lnTo>
                  <a:lnTo>
                    <a:pt x="151" y="439"/>
                  </a:lnTo>
                  <a:lnTo>
                    <a:pt x="153" y="439"/>
                  </a:lnTo>
                  <a:lnTo>
                    <a:pt x="151" y="439"/>
                  </a:lnTo>
                  <a:lnTo>
                    <a:pt x="151" y="441"/>
                  </a:lnTo>
                  <a:lnTo>
                    <a:pt x="148" y="439"/>
                  </a:lnTo>
                  <a:lnTo>
                    <a:pt x="146" y="439"/>
                  </a:lnTo>
                  <a:lnTo>
                    <a:pt x="146" y="439"/>
                  </a:lnTo>
                  <a:lnTo>
                    <a:pt x="144" y="437"/>
                  </a:lnTo>
                  <a:lnTo>
                    <a:pt x="140" y="437"/>
                  </a:lnTo>
                  <a:lnTo>
                    <a:pt x="140" y="437"/>
                  </a:lnTo>
                  <a:lnTo>
                    <a:pt x="140" y="437"/>
                  </a:lnTo>
                  <a:lnTo>
                    <a:pt x="137" y="437"/>
                  </a:lnTo>
                  <a:lnTo>
                    <a:pt x="135" y="437"/>
                  </a:lnTo>
                  <a:lnTo>
                    <a:pt x="133" y="435"/>
                  </a:lnTo>
                  <a:lnTo>
                    <a:pt x="131" y="432"/>
                  </a:lnTo>
                  <a:lnTo>
                    <a:pt x="131" y="432"/>
                  </a:lnTo>
                  <a:lnTo>
                    <a:pt x="131" y="432"/>
                  </a:lnTo>
                  <a:lnTo>
                    <a:pt x="129" y="430"/>
                  </a:lnTo>
                  <a:lnTo>
                    <a:pt x="129" y="430"/>
                  </a:lnTo>
                  <a:lnTo>
                    <a:pt x="129" y="430"/>
                  </a:lnTo>
                  <a:lnTo>
                    <a:pt x="126" y="428"/>
                  </a:lnTo>
                  <a:lnTo>
                    <a:pt x="124" y="426"/>
                  </a:lnTo>
                  <a:lnTo>
                    <a:pt x="117" y="426"/>
                  </a:lnTo>
                  <a:lnTo>
                    <a:pt x="117" y="426"/>
                  </a:lnTo>
                  <a:lnTo>
                    <a:pt x="115" y="426"/>
                  </a:lnTo>
                  <a:lnTo>
                    <a:pt x="113" y="426"/>
                  </a:lnTo>
                  <a:lnTo>
                    <a:pt x="111" y="426"/>
                  </a:lnTo>
                  <a:lnTo>
                    <a:pt x="111" y="426"/>
                  </a:lnTo>
                  <a:lnTo>
                    <a:pt x="109" y="426"/>
                  </a:lnTo>
                  <a:lnTo>
                    <a:pt x="106" y="426"/>
                  </a:lnTo>
                  <a:lnTo>
                    <a:pt x="104" y="424"/>
                  </a:lnTo>
                  <a:lnTo>
                    <a:pt x="100" y="419"/>
                  </a:lnTo>
                  <a:lnTo>
                    <a:pt x="100" y="419"/>
                  </a:lnTo>
                  <a:lnTo>
                    <a:pt x="78" y="426"/>
                  </a:lnTo>
                  <a:lnTo>
                    <a:pt x="75" y="428"/>
                  </a:lnTo>
                  <a:lnTo>
                    <a:pt x="73" y="428"/>
                  </a:lnTo>
                  <a:lnTo>
                    <a:pt x="64" y="435"/>
                  </a:lnTo>
                  <a:lnTo>
                    <a:pt x="64" y="437"/>
                  </a:lnTo>
                  <a:lnTo>
                    <a:pt x="58" y="448"/>
                  </a:lnTo>
                  <a:lnTo>
                    <a:pt x="51" y="466"/>
                  </a:lnTo>
                  <a:lnTo>
                    <a:pt x="49" y="466"/>
                  </a:lnTo>
                  <a:lnTo>
                    <a:pt x="44" y="472"/>
                  </a:lnTo>
                  <a:lnTo>
                    <a:pt x="42" y="475"/>
                  </a:lnTo>
                  <a:lnTo>
                    <a:pt x="42" y="475"/>
                  </a:lnTo>
                  <a:lnTo>
                    <a:pt x="40" y="477"/>
                  </a:lnTo>
                  <a:lnTo>
                    <a:pt x="38" y="481"/>
                  </a:lnTo>
                  <a:lnTo>
                    <a:pt x="38" y="483"/>
                  </a:lnTo>
                  <a:lnTo>
                    <a:pt x="38" y="483"/>
                  </a:lnTo>
                  <a:lnTo>
                    <a:pt x="38" y="486"/>
                  </a:lnTo>
                  <a:lnTo>
                    <a:pt x="38" y="486"/>
                  </a:lnTo>
                  <a:lnTo>
                    <a:pt x="35" y="488"/>
                  </a:lnTo>
                  <a:lnTo>
                    <a:pt x="35" y="492"/>
                  </a:lnTo>
                  <a:lnTo>
                    <a:pt x="35" y="492"/>
                  </a:lnTo>
                  <a:lnTo>
                    <a:pt x="35" y="492"/>
                  </a:lnTo>
                  <a:lnTo>
                    <a:pt x="35" y="494"/>
                  </a:lnTo>
                  <a:lnTo>
                    <a:pt x="35" y="494"/>
                  </a:lnTo>
                  <a:lnTo>
                    <a:pt x="33" y="497"/>
                  </a:lnTo>
                  <a:lnTo>
                    <a:pt x="24" y="506"/>
                  </a:lnTo>
                  <a:lnTo>
                    <a:pt x="24" y="506"/>
                  </a:lnTo>
                  <a:lnTo>
                    <a:pt x="24" y="508"/>
                  </a:lnTo>
                  <a:lnTo>
                    <a:pt x="24" y="508"/>
                  </a:lnTo>
                  <a:lnTo>
                    <a:pt x="22" y="508"/>
                  </a:lnTo>
                  <a:lnTo>
                    <a:pt x="22" y="510"/>
                  </a:lnTo>
                  <a:lnTo>
                    <a:pt x="20" y="510"/>
                  </a:lnTo>
                  <a:lnTo>
                    <a:pt x="18" y="510"/>
                  </a:lnTo>
                  <a:lnTo>
                    <a:pt x="18" y="510"/>
                  </a:lnTo>
                  <a:lnTo>
                    <a:pt x="16" y="510"/>
                  </a:lnTo>
                  <a:lnTo>
                    <a:pt x="16" y="510"/>
                  </a:lnTo>
                  <a:lnTo>
                    <a:pt x="13" y="510"/>
                  </a:lnTo>
                  <a:lnTo>
                    <a:pt x="13" y="508"/>
                  </a:lnTo>
                  <a:lnTo>
                    <a:pt x="13" y="508"/>
                  </a:lnTo>
                  <a:lnTo>
                    <a:pt x="11" y="510"/>
                  </a:lnTo>
                  <a:lnTo>
                    <a:pt x="11" y="510"/>
                  </a:lnTo>
                  <a:lnTo>
                    <a:pt x="9" y="512"/>
                  </a:lnTo>
                  <a:lnTo>
                    <a:pt x="7" y="514"/>
                  </a:lnTo>
                  <a:lnTo>
                    <a:pt x="7" y="514"/>
                  </a:lnTo>
                  <a:lnTo>
                    <a:pt x="7" y="517"/>
                  </a:lnTo>
                  <a:lnTo>
                    <a:pt x="7" y="517"/>
                  </a:lnTo>
                  <a:lnTo>
                    <a:pt x="7" y="517"/>
                  </a:lnTo>
                  <a:lnTo>
                    <a:pt x="4" y="519"/>
                  </a:lnTo>
                  <a:lnTo>
                    <a:pt x="4" y="519"/>
                  </a:lnTo>
                  <a:lnTo>
                    <a:pt x="4" y="521"/>
                  </a:lnTo>
                  <a:lnTo>
                    <a:pt x="4" y="521"/>
                  </a:lnTo>
                  <a:lnTo>
                    <a:pt x="2" y="523"/>
                  </a:lnTo>
                  <a:lnTo>
                    <a:pt x="2" y="523"/>
                  </a:lnTo>
                  <a:lnTo>
                    <a:pt x="2" y="523"/>
                  </a:lnTo>
                  <a:lnTo>
                    <a:pt x="0" y="523"/>
                  </a:lnTo>
                  <a:lnTo>
                    <a:pt x="0" y="525"/>
                  </a:lnTo>
                  <a:lnTo>
                    <a:pt x="0" y="528"/>
                  </a:lnTo>
                  <a:lnTo>
                    <a:pt x="0" y="528"/>
                  </a:lnTo>
                  <a:lnTo>
                    <a:pt x="0" y="530"/>
                  </a:lnTo>
                  <a:lnTo>
                    <a:pt x="0" y="530"/>
                  </a:lnTo>
                  <a:lnTo>
                    <a:pt x="0" y="532"/>
                  </a:lnTo>
                  <a:lnTo>
                    <a:pt x="0" y="532"/>
                  </a:lnTo>
                  <a:lnTo>
                    <a:pt x="0" y="532"/>
                  </a:lnTo>
                  <a:lnTo>
                    <a:pt x="0" y="532"/>
                  </a:lnTo>
                  <a:lnTo>
                    <a:pt x="0" y="534"/>
                  </a:lnTo>
                  <a:lnTo>
                    <a:pt x="0" y="534"/>
                  </a:lnTo>
                  <a:lnTo>
                    <a:pt x="0" y="534"/>
                  </a:lnTo>
                  <a:lnTo>
                    <a:pt x="2" y="534"/>
                  </a:lnTo>
                  <a:lnTo>
                    <a:pt x="2" y="534"/>
                  </a:lnTo>
                  <a:lnTo>
                    <a:pt x="4" y="534"/>
                  </a:lnTo>
                  <a:lnTo>
                    <a:pt x="4" y="532"/>
                  </a:lnTo>
                  <a:lnTo>
                    <a:pt x="7" y="530"/>
                  </a:lnTo>
                  <a:lnTo>
                    <a:pt x="7" y="530"/>
                  </a:lnTo>
                  <a:lnTo>
                    <a:pt x="7" y="530"/>
                  </a:lnTo>
                  <a:lnTo>
                    <a:pt x="7" y="530"/>
                  </a:lnTo>
                  <a:lnTo>
                    <a:pt x="7" y="532"/>
                  </a:lnTo>
                  <a:lnTo>
                    <a:pt x="7" y="532"/>
                  </a:lnTo>
                  <a:lnTo>
                    <a:pt x="9" y="534"/>
                  </a:lnTo>
                  <a:lnTo>
                    <a:pt x="9" y="534"/>
                  </a:lnTo>
                  <a:lnTo>
                    <a:pt x="11" y="534"/>
                  </a:lnTo>
                  <a:lnTo>
                    <a:pt x="11" y="534"/>
                  </a:lnTo>
                  <a:lnTo>
                    <a:pt x="20" y="539"/>
                  </a:lnTo>
                  <a:lnTo>
                    <a:pt x="22" y="541"/>
                  </a:lnTo>
                  <a:lnTo>
                    <a:pt x="22" y="541"/>
                  </a:lnTo>
                  <a:lnTo>
                    <a:pt x="22" y="541"/>
                  </a:lnTo>
                  <a:lnTo>
                    <a:pt x="24" y="541"/>
                  </a:lnTo>
                  <a:lnTo>
                    <a:pt x="24" y="541"/>
                  </a:lnTo>
                  <a:lnTo>
                    <a:pt x="24" y="539"/>
                  </a:lnTo>
                  <a:lnTo>
                    <a:pt x="27" y="539"/>
                  </a:lnTo>
                  <a:lnTo>
                    <a:pt x="33" y="543"/>
                  </a:lnTo>
                  <a:lnTo>
                    <a:pt x="35" y="543"/>
                  </a:lnTo>
                  <a:lnTo>
                    <a:pt x="35" y="541"/>
                  </a:lnTo>
                  <a:lnTo>
                    <a:pt x="38" y="539"/>
                  </a:lnTo>
                  <a:lnTo>
                    <a:pt x="38" y="537"/>
                  </a:lnTo>
                  <a:lnTo>
                    <a:pt x="40" y="537"/>
                  </a:lnTo>
                  <a:lnTo>
                    <a:pt x="40" y="537"/>
                  </a:lnTo>
                  <a:lnTo>
                    <a:pt x="40" y="537"/>
                  </a:lnTo>
                  <a:lnTo>
                    <a:pt x="40" y="539"/>
                  </a:lnTo>
                  <a:lnTo>
                    <a:pt x="40" y="539"/>
                  </a:lnTo>
                  <a:lnTo>
                    <a:pt x="42" y="539"/>
                  </a:lnTo>
                  <a:lnTo>
                    <a:pt x="42" y="537"/>
                  </a:lnTo>
                  <a:lnTo>
                    <a:pt x="42" y="537"/>
                  </a:lnTo>
                  <a:lnTo>
                    <a:pt x="44" y="537"/>
                  </a:lnTo>
                  <a:lnTo>
                    <a:pt x="44" y="537"/>
                  </a:lnTo>
                  <a:lnTo>
                    <a:pt x="44" y="537"/>
                  </a:lnTo>
                  <a:lnTo>
                    <a:pt x="44" y="534"/>
                  </a:lnTo>
                  <a:lnTo>
                    <a:pt x="51" y="532"/>
                  </a:lnTo>
                  <a:lnTo>
                    <a:pt x="55" y="530"/>
                  </a:lnTo>
                  <a:lnTo>
                    <a:pt x="55" y="528"/>
                  </a:lnTo>
                  <a:lnTo>
                    <a:pt x="55" y="528"/>
                  </a:lnTo>
                  <a:lnTo>
                    <a:pt x="58" y="525"/>
                  </a:lnTo>
                  <a:lnTo>
                    <a:pt x="58" y="525"/>
                  </a:lnTo>
                  <a:lnTo>
                    <a:pt x="58" y="525"/>
                  </a:lnTo>
                  <a:lnTo>
                    <a:pt x="58" y="525"/>
                  </a:lnTo>
                  <a:lnTo>
                    <a:pt x="58" y="525"/>
                  </a:lnTo>
                  <a:lnTo>
                    <a:pt x="60" y="525"/>
                  </a:lnTo>
                  <a:lnTo>
                    <a:pt x="60" y="525"/>
                  </a:lnTo>
                  <a:lnTo>
                    <a:pt x="60" y="523"/>
                  </a:lnTo>
                  <a:lnTo>
                    <a:pt x="60" y="523"/>
                  </a:lnTo>
                  <a:lnTo>
                    <a:pt x="60" y="521"/>
                  </a:lnTo>
                  <a:lnTo>
                    <a:pt x="60" y="519"/>
                  </a:lnTo>
                  <a:lnTo>
                    <a:pt x="60" y="519"/>
                  </a:lnTo>
                  <a:lnTo>
                    <a:pt x="62" y="519"/>
                  </a:lnTo>
                  <a:lnTo>
                    <a:pt x="62" y="517"/>
                  </a:lnTo>
                  <a:lnTo>
                    <a:pt x="62" y="517"/>
                  </a:lnTo>
                  <a:lnTo>
                    <a:pt x="62" y="517"/>
                  </a:lnTo>
                  <a:lnTo>
                    <a:pt x="66" y="514"/>
                  </a:lnTo>
                  <a:lnTo>
                    <a:pt x="71" y="514"/>
                  </a:lnTo>
                  <a:lnTo>
                    <a:pt x="71" y="512"/>
                  </a:lnTo>
                  <a:lnTo>
                    <a:pt x="75" y="512"/>
                  </a:lnTo>
                  <a:lnTo>
                    <a:pt x="75" y="512"/>
                  </a:lnTo>
                  <a:lnTo>
                    <a:pt x="75" y="512"/>
                  </a:lnTo>
                  <a:lnTo>
                    <a:pt x="78" y="512"/>
                  </a:lnTo>
                  <a:lnTo>
                    <a:pt x="78" y="512"/>
                  </a:lnTo>
                  <a:lnTo>
                    <a:pt x="78" y="512"/>
                  </a:lnTo>
                  <a:lnTo>
                    <a:pt x="80" y="510"/>
                  </a:lnTo>
                  <a:lnTo>
                    <a:pt x="82" y="510"/>
                  </a:lnTo>
                  <a:lnTo>
                    <a:pt x="84" y="510"/>
                  </a:lnTo>
                  <a:lnTo>
                    <a:pt x="84" y="510"/>
                  </a:lnTo>
                  <a:lnTo>
                    <a:pt x="84" y="512"/>
                  </a:lnTo>
                  <a:lnTo>
                    <a:pt x="86" y="512"/>
                  </a:lnTo>
                  <a:lnTo>
                    <a:pt x="86" y="512"/>
                  </a:lnTo>
                  <a:lnTo>
                    <a:pt x="89" y="510"/>
                  </a:lnTo>
                  <a:lnTo>
                    <a:pt x="89" y="510"/>
                  </a:lnTo>
                  <a:lnTo>
                    <a:pt x="93" y="508"/>
                  </a:lnTo>
                  <a:lnTo>
                    <a:pt x="95" y="508"/>
                  </a:lnTo>
                  <a:lnTo>
                    <a:pt x="98" y="506"/>
                  </a:lnTo>
                  <a:lnTo>
                    <a:pt x="100" y="506"/>
                  </a:lnTo>
                  <a:lnTo>
                    <a:pt x="102" y="506"/>
                  </a:lnTo>
                  <a:lnTo>
                    <a:pt x="102" y="506"/>
                  </a:lnTo>
                  <a:lnTo>
                    <a:pt x="102" y="508"/>
                  </a:lnTo>
                  <a:lnTo>
                    <a:pt x="104" y="508"/>
                  </a:lnTo>
                  <a:lnTo>
                    <a:pt x="104" y="508"/>
                  </a:lnTo>
                  <a:lnTo>
                    <a:pt x="104" y="508"/>
                  </a:lnTo>
                  <a:lnTo>
                    <a:pt x="104" y="512"/>
                  </a:lnTo>
                  <a:lnTo>
                    <a:pt x="104" y="514"/>
                  </a:lnTo>
                  <a:lnTo>
                    <a:pt x="102" y="517"/>
                  </a:lnTo>
                  <a:lnTo>
                    <a:pt x="100" y="517"/>
                  </a:lnTo>
                  <a:lnTo>
                    <a:pt x="95" y="523"/>
                  </a:lnTo>
                  <a:lnTo>
                    <a:pt x="93" y="525"/>
                  </a:lnTo>
                  <a:lnTo>
                    <a:pt x="89" y="530"/>
                  </a:lnTo>
                  <a:lnTo>
                    <a:pt x="89" y="532"/>
                  </a:lnTo>
                  <a:lnTo>
                    <a:pt x="89" y="532"/>
                  </a:lnTo>
                  <a:lnTo>
                    <a:pt x="86" y="539"/>
                  </a:lnTo>
                  <a:lnTo>
                    <a:pt x="86" y="543"/>
                  </a:lnTo>
                  <a:lnTo>
                    <a:pt x="84" y="543"/>
                  </a:lnTo>
                  <a:lnTo>
                    <a:pt x="82" y="543"/>
                  </a:lnTo>
                  <a:lnTo>
                    <a:pt x="80" y="545"/>
                  </a:lnTo>
                  <a:lnTo>
                    <a:pt x="80" y="545"/>
                  </a:lnTo>
                  <a:lnTo>
                    <a:pt x="80" y="545"/>
                  </a:lnTo>
                  <a:lnTo>
                    <a:pt x="80" y="545"/>
                  </a:lnTo>
                  <a:lnTo>
                    <a:pt x="78" y="550"/>
                  </a:lnTo>
                  <a:lnTo>
                    <a:pt x="78" y="552"/>
                  </a:lnTo>
                  <a:lnTo>
                    <a:pt x="80" y="552"/>
                  </a:lnTo>
                  <a:lnTo>
                    <a:pt x="80" y="554"/>
                  </a:lnTo>
                  <a:lnTo>
                    <a:pt x="80" y="554"/>
                  </a:lnTo>
                  <a:lnTo>
                    <a:pt x="80" y="554"/>
                  </a:lnTo>
                  <a:lnTo>
                    <a:pt x="80" y="554"/>
                  </a:lnTo>
                  <a:lnTo>
                    <a:pt x="82" y="554"/>
                  </a:lnTo>
                  <a:lnTo>
                    <a:pt x="86" y="557"/>
                  </a:lnTo>
                  <a:lnTo>
                    <a:pt x="86" y="557"/>
                  </a:lnTo>
                  <a:lnTo>
                    <a:pt x="89" y="554"/>
                  </a:lnTo>
                  <a:lnTo>
                    <a:pt x="89" y="554"/>
                  </a:lnTo>
                  <a:lnTo>
                    <a:pt x="91" y="557"/>
                  </a:lnTo>
                  <a:lnTo>
                    <a:pt x="91" y="557"/>
                  </a:lnTo>
                  <a:lnTo>
                    <a:pt x="93" y="557"/>
                  </a:lnTo>
                  <a:lnTo>
                    <a:pt x="93" y="557"/>
                  </a:lnTo>
                  <a:lnTo>
                    <a:pt x="95" y="557"/>
                  </a:lnTo>
                  <a:lnTo>
                    <a:pt x="95" y="557"/>
                  </a:lnTo>
                  <a:lnTo>
                    <a:pt x="98" y="559"/>
                  </a:lnTo>
                  <a:lnTo>
                    <a:pt x="98" y="559"/>
                  </a:lnTo>
                  <a:lnTo>
                    <a:pt x="98" y="559"/>
                  </a:lnTo>
                  <a:lnTo>
                    <a:pt x="98" y="561"/>
                  </a:lnTo>
                  <a:lnTo>
                    <a:pt x="100" y="563"/>
                  </a:lnTo>
                  <a:lnTo>
                    <a:pt x="100" y="565"/>
                  </a:lnTo>
                  <a:lnTo>
                    <a:pt x="102" y="565"/>
                  </a:lnTo>
                  <a:lnTo>
                    <a:pt x="102" y="565"/>
                  </a:lnTo>
                  <a:lnTo>
                    <a:pt x="104" y="563"/>
                  </a:lnTo>
                  <a:lnTo>
                    <a:pt x="104" y="563"/>
                  </a:lnTo>
                  <a:lnTo>
                    <a:pt x="106" y="561"/>
                  </a:lnTo>
                  <a:lnTo>
                    <a:pt x="113" y="561"/>
                  </a:lnTo>
                  <a:lnTo>
                    <a:pt x="113" y="561"/>
                  </a:lnTo>
                  <a:lnTo>
                    <a:pt x="113" y="559"/>
                  </a:lnTo>
                  <a:lnTo>
                    <a:pt x="115" y="559"/>
                  </a:lnTo>
                  <a:lnTo>
                    <a:pt x="115" y="559"/>
                  </a:lnTo>
                  <a:lnTo>
                    <a:pt x="117" y="557"/>
                  </a:lnTo>
                  <a:lnTo>
                    <a:pt x="117" y="557"/>
                  </a:lnTo>
                  <a:lnTo>
                    <a:pt x="117" y="557"/>
                  </a:lnTo>
                  <a:lnTo>
                    <a:pt x="117" y="557"/>
                  </a:lnTo>
                  <a:lnTo>
                    <a:pt x="120" y="557"/>
                  </a:lnTo>
                  <a:lnTo>
                    <a:pt x="120" y="557"/>
                  </a:lnTo>
                  <a:lnTo>
                    <a:pt x="120" y="559"/>
                  </a:lnTo>
                  <a:lnTo>
                    <a:pt x="122" y="559"/>
                  </a:lnTo>
                  <a:lnTo>
                    <a:pt x="122" y="559"/>
                  </a:lnTo>
                  <a:lnTo>
                    <a:pt x="124" y="559"/>
                  </a:lnTo>
                  <a:lnTo>
                    <a:pt x="124" y="559"/>
                  </a:lnTo>
                  <a:lnTo>
                    <a:pt x="129" y="559"/>
                  </a:lnTo>
                  <a:lnTo>
                    <a:pt x="131" y="561"/>
                  </a:lnTo>
                  <a:lnTo>
                    <a:pt x="133" y="561"/>
                  </a:lnTo>
                  <a:lnTo>
                    <a:pt x="133" y="561"/>
                  </a:lnTo>
                  <a:lnTo>
                    <a:pt x="135" y="563"/>
                  </a:lnTo>
                  <a:lnTo>
                    <a:pt x="135" y="563"/>
                  </a:lnTo>
                  <a:lnTo>
                    <a:pt x="135" y="565"/>
                  </a:lnTo>
                  <a:lnTo>
                    <a:pt x="137" y="565"/>
                  </a:lnTo>
                  <a:lnTo>
                    <a:pt x="137" y="565"/>
                  </a:lnTo>
                  <a:lnTo>
                    <a:pt x="135" y="572"/>
                  </a:lnTo>
                  <a:lnTo>
                    <a:pt x="133" y="572"/>
                  </a:lnTo>
                  <a:lnTo>
                    <a:pt x="133" y="572"/>
                  </a:lnTo>
                  <a:lnTo>
                    <a:pt x="135" y="574"/>
                  </a:lnTo>
                  <a:lnTo>
                    <a:pt x="135" y="574"/>
                  </a:lnTo>
                  <a:lnTo>
                    <a:pt x="137" y="576"/>
                  </a:lnTo>
                  <a:lnTo>
                    <a:pt x="137" y="576"/>
                  </a:lnTo>
                  <a:lnTo>
                    <a:pt x="137" y="576"/>
                  </a:lnTo>
                  <a:lnTo>
                    <a:pt x="142" y="572"/>
                  </a:lnTo>
                  <a:lnTo>
                    <a:pt x="142" y="572"/>
                  </a:lnTo>
                  <a:lnTo>
                    <a:pt x="144" y="572"/>
                  </a:lnTo>
                  <a:lnTo>
                    <a:pt x="146" y="572"/>
                  </a:lnTo>
                  <a:lnTo>
                    <a:pt x="146" y="572"/>
                  </a:lnTo>
                  <a:lnTo>
                    <a:pt x="148" y="572"/>
                  </a:lnTo>
                  <a:lnTo>
                    <a:pt x="148" y="572"/>
                  </a:lnTo>
                  <a:lnTo>
                    <a:pt x="151" y="572"/>
                  </a:lnTo>
                  <a:lnTo>
                    <a:pt x="151" y="570"/>
                  </a:lnTo>
                  <a:lnTo>
                    <a:pt x="151" y="568"/>
                  </a:lnTo>
                  <a:lnTo>
                    <a:pt x="153" y="565"/>
                  </a:lnTo>
                  <a:lnTo>
                    <a:pt x="153" y="563"/>
                  </a:lnTo>
                  <a:lnTo>
                    <a:pt x="153" y="563"/>
                  </a:lnTo>
                  <a:lnTo>
                    <a:pt x="153" y="561"/>
                  </a:lnTo>
                  <a:lnTo>
                    <a:pt x="153" y="561"/>
                  </a:lnTo>
                  <a:lnTo>
                    <a:pt x="153" y="561"/>
                  </a:lnTo>
                  <a:lnTo>
                    <a:pt x="153" y="561"/>
                  </a:lnTo>
                  <a:lnTo>
                    <a:pt x="153" y="559"/>
                  </a:lnTo>
                  <a:lnTo>
                    <a:pt x="153" y="559"/>
                  </a:lnTo>
                  <a:lnTo>
                    <a:pt x="151" y="559"/>
                  </a:lnTo>
                  <a:lnTo>
                    <a:pt x="151" y="557"/>
                  </a:lnTo>
                  <a:lnTo>
                    <a:pt x="151" y="554"/>
                  </a:lnTo>
                  <a:lnTo>
                    <a:pt x="151" y="554"/>
                  </a:lnTo>
                  <a:lnTo>
                    <a:pt x="151" y="552"/>
                  </a:lnTo>
                  <a:lnTo>
                    <a:pt x="151" y="552"/>
                  </a:lnTo>
                  <a:lnTo>
                    <a:pt x="153" y="550"/>
                  </a:lnTo>
                  <a:lnTo>
                    <a:pt x="153" y="550"/>
                  </a:lnTo>
                  <a:lnTo>
                    <a:pt x="153" y="550"/>
                  </a:lnTo>
                  <a:lnTo>
                    <a:pt x="153" y="550"/>
                  </a:lnTo>
                  <a:lnTo>
                    <a:pt x="155" y="550"/>
                  </a:lnTo>
                  <a:lnTo>
                    <a:pt x="155" y="550"/>
                  </a:lnTo>
                  <a:lnTo>
                    <a:pt x="155" y="550"/>
                  </a:lnTo>
                  <a:lnTo>
                    <a:pt x="157" y="550"/>
                  </a:lnTo>
                  <a:lnTo>
                    <a:pt x="157" y="550"/>
                  </a:lnTo>
                  <a:lnTo>
                    <a:pt x="157" y="550"/>
                  </a:lnTo>
                  <a:lnTo>
                    <a:pt x="157" y="550"/>
                  </a:lnTo>
                  <a:lnTo>
                    <a:pt x="157" y="548"/>
                  </a:lnTo>
                  <a:lnTo>
                    <a:pt x="155" y="543"/>
                  </a:lnTo>
                  <a:lnTo>
                    <a:pt x="155" y="543"/>
                  </a:lnTo>
                  <a:lnTo>
                    <a:pt x="153" y="541"/>
                  </a:lnTo>
                  <a:lnTo>
                    <a:pt x="153" y="541"/>
                  </a:lnTo>
                  <a:lnTo>
                    <a:pt x="153" y="539"/>
                  </a:lnTo>
                  <a:lnTo>
                    <a:pt x="153" y="537"/>
                  </a:lnTo>
                  <a:lnTo>
                    <a:pt x="153" y="534"/>
                  </a:lnTo>
                  <a:lnTo>
                    <a:pt x="153" y="532"/>
                  </a:lnTo>
                  <a:lnTo>
                    <a:pt x="155" y="532"/>
                  </a:lnTo>
                  <a:lnTo>
                    <a:pt x="155" y="532"/>
                  </a:lnTo>
                  <a:lnTo>
                    <a:pt x="157" y="532"/>
                  </a:lnTo>
                  <a:lnTo>
                    <a:pt x="160" y="530"/>
                  </a:lnTo>
                  <a:lnTo>
                    <a:pt x="162" y="528"/>
                  </a:lnTo>
                  <a:lnTo>
                    <a:pt x="162" y="528"/>
                  </a:lnTo>
                  <a:lnTo>
                    <a:pt x="162" y="525"/>
                  </a:lnTo>
                  <a:lnTo>
                    <a:pt x="164" y="525"/>
                  </a:lnTo>
                  <a:lnTo>
                    <a:pt x="164" y="528"/>
                  </a:lnTo>
                  <a:lnTo>
                    <a:pt x="164" y="528"/>
                  </a:lnTo>
                  <a:lnTo>
                    <a:pt x="166" y="525"/>
                  </a:lnTo>
                  <a:lnTo>
                    <a:pt x="168" y="525"/>
                  </a:lnTo>
                  <a:lnTo>
                    <a:pt x="168" y="528"/>
                  </a:lnTo>
                  <a:lnTo>
                    <a:pt x="171" y="528"/>
                  </a:lnTo>
                  <a:lnTo>
                    <a:pt x="171" y="528"/>
                  </a:lnTo>
                  <a:lnTo>
                    <a:pt x="171" y="530"/>
                  </a:lnTo>
                  <a:lnTo>
                    <a:pt x="171" y="530"/>
                  </a:lnTo>
                  <a:lnTo>
                    <a:pt x="171" y="532"/>
                  </a:lnTo>
                  <a:lnTo>
                    <a:pt x="171" y="532"/>
                  </a:lnTo>
                  <a:lnTo>
                    <a:pt x="171" y="534"/>
                  </a:lnTo>
                  <a:lnTo>
                    <a:pt x="173" y="534"/>
                  </a:lnTo>
                  <a:lnTo>
                    <a:pt x="182" y="537"/>
                  </a:lnTo>
                  <a:lnTo>
                    <a:pt x="186" y="537"/>
                  </a:lnTo>
                  <a:lnTo>
                    <a:pt x="186" y="537"/>
                  </a:lnTo>
                  <a:lnTo>
                    <a:pt x="188" y="537"/>
                  </a:lnTo>
                  <a:lnTo>
                    <a:pt x="188" y="537"/>
                  </a:lnTo>
                  <a:lnTo>
                    <a:pt x="193" y="539"/>
                  </a:lnTo>
                  <a:lnTo>
                    <a:pt x="197" y="539"/>
                  </a:lnTo>
                  <a:lnTo>
                    <a:pt x="204" y="539"/>
                  </a:lnTo>
                  <a:lnTo>
                    <a:pt x="206" y="537"/>
                  </a:lnTo>
                  <a:lnTo>
                    <a:pt x="211" y="537"/>
                  </a:lnTo>
                  <a:lnTo>
                    <a:pt x="213" y="537"/>
                  </a:lnTo>
                  <a:lnTo>
                    <a:pt x="213" y="537"/>
                  </a:lnTo>
                  <a:lnTo>
                    <a:pt x="215" y="537"/>
                  </a:lnTo>
                  <a:lnTo>
                    <a:pt x="215" y="534"/>
                  </a:lnTo>
                  <a:lnTo>
                    <a:pt x="217" y="537"/>
                  </a:lnTo>
                  <a:lnTo>
                    <a:pt x="219" y="537"/>
                  </a:lnTo>
                  <a:lnTo>
                    <a:pt x="224" y="537"/>
                  </a:lnTo>
                  <a:lnTo>
                    <a:pt x="228" y="539"/>
                  </a:lnTo>
                  <a:lnTo>
                    <a:pt x="230" y="539"/>
                  </a:lnTo>
                  <a:lnTo>
                    <a:pt x="233" y="539"/>
                  </a:lnTo>
                  <a:lnTo>
                    <a:pt x="237" y="541"/>
                  </a:lnTo>
                  <a:lnTo>
                    <a:pt x="242" y="543"/>
                  </a:lnTo>
                  <a:lnTo>
                    <a:pt x="242" y="543"/>
                  </a:lnTo>
                  <a:lnTo>
                    <a:pt x="244" y="543"/>
                  </a:lnTo>
                  <a:lnTo>
                    <a:pt x="246" y="541"/>
                  </a:lnTo>
                  <a:lnTo>
                    <a:pt x="250" y="541"/>
                  </a:lnTo>
                  <a:lnTo>
                    <a:pt x="255" y="543"/>
                  </a:lnTo>
                  <a:lnTo>
                    <a:pt x="259" y="543"/>
                  </a:lnTo>
                  <a:lnTo>
                    <a:pt x="259" y="543"/>
                  </a:lnTo>
                  <a:lnTo>
                    <a:pt x="261" y="543"/>
                  </a:lnTo>
                  <a:lnTo>
                    <a:pt x="261" y="543"/>
                  </a:lnTo>
                  <a:lnTo>
                    <a:pt x="261" y="543"/>
                  </a:lnTo>
                  <a:lnTo>
                    <a:pt x="264" y="541"/>
                  </a:lnTo>
                  <a:lnTo>
                    <a:pt x="266" y="541"/>
                  </a:lnTo>
                  <a:lnTo>
                    <a:pt x="266" y="541"/>
                  </a:lnTo>
                  <a:lnTo>
                    <a:pt x="266" y="537"/>
                  </a:lnTo>
                  <a:lnTo>
                    <a:pt x="266" y="532"/>
                  </a:lnTo>
                  <a:close/>
                  <a:moveTo>
                    <a:pt x="454" y="346"/>
                  </a:moveTo>
                  <a:lnTo>
                    <a:pt x="454" y="346"/>
                  </a:lnTo>
                  <a:lnTo>
                    <a:pt x="452" y="346"/>
                  </a:lnTo>
                  <a:lnTo>
                    <a:pt x="452" y="346"/>
                  </a:lnTo>
                  <a:lnTo>
                    <a:pt x="452" y="348"/>
                  </a:lnTo>
                  <a:lnTo>
                    <a:pt x="452" y="348"/>
                  </a:lnTo>
                  <a:lnTo>
                    <a:pt x="450" y="348"/>
                  </a:lnTo>
                  <a:lnTo>
                    <a:pt x="450" y="348"/>
                  </a:lnTo>
                  <a:lnTo>
                    <a:pt x="452" y="348"/>
                  </a:lnTo>
                  <a:lnTo>
                    <a:pt x="452" y="348"/>
                  </a:lnTo>
                  <a:lnTo>
                    <a:pt x="454" y="348"/>
                  </a:lnTo>
                  <a:lnTo>
                    <a:pt x="454" y="348"/>
                  </a:lnTo>
                  <a:lnTo>
                    <a:pt x="456" y="346"/>
                  </a:lnTo>
                  <a:lnTo>
                    <a:pt x="456" y="346"/>
                  </a:lnTo>
                  <a:lnTo>
                    <a:pt x="456" y="346"/>
                  </a:lnTo>
                  <a:lnTo>
                    <a:pt x="454" y="346"/>
                  </a:lnTo>
                  <a:close/>
                  <a:moveTo>
                    <a:pt x="678" y="2"/>
                  </a:moveTo>
                  <a:lnTo>
                    <a:pt x="676" y="0"/>
                  </a:lnTo>
                  <a:lnTo>
                    <a:pt x="674" y="0"/>
                  </a:lnTo>
                  <a:lnTo>
                    <a:pt x="674" y="2"/>
                  </a:lnTo>
                  <a:lnTo>
                    <a:pt x="674" y="2"/>
                  </a:lnTo>
                  <a:lnTo>
                    <a:pt x="674" y="5"/>
                  </a:lnTo>
                  <a:lnTo>
                    <a:pt x="674" y="5"/>
                  </a:lnTo>
                  <a:lnTo>
                    <a:pt x="676" y="5"/>
                  </a:lnTo>
                  <a:lnTo>
                    <a:pt x="678" y="5"/>
                  </a:lnTo>
                  <a:lnTo>
                    <a:pt x="678" y="5"/>
                  </a:lnTo>
                  <a:lnTo>
                    <a:pt x="678" y="5"/>
                  </a:lnTo>
                  <a:lnTo>
                    <a:pt x="680" y="2"/>
                  </a:lnTo>
                  <a:lnTo>
                    <a:pt x="678" y="2"/>
                  </a:lnTo>
                  <a:close/>
                </a:path>
              </a:pathLst>
            </a:custGeom>
            <a:solidFill>
              <a:srgbClr val="D6D9ED"/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0D45EA5E-CCFD-420A-975F-4688132DC8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9" y="2490"/>
              <a:ext cx="288" cy="204"/>
            </a:xfrm>
            <a:custGeom>
              <a:avLst/>
              <a:gdLst>
                <a:gd name="T0" fmla="*/ 268 w 288"/>
                <a:gd name="T1" fmla="*/ 35 h 204"/>
                <a:gd name="T2" fmla="*/ 253 w 288"/>
                <a:gd name="T3" fmla="*/ 33 h 204"/>
                <a:gd name="T4" fmla="*/ 244 w 288"/>
                <a:gd name="T5" fmla="*/ 31 h 204"/>
                <a:gd name="T6" fmla="*/ 233 w 288"/>
                <a:gd name="T7" fmla="*/ 26 h 204"/>
                <a:gd name="T8" fmla="*/ 233 w 288"/>
                <a:gd name="T9" fmla="*/ 18 h 204"/>
                <a:gd name="T10" fmla="*/ 233 w 288"/>
                <a:gd name="T11" fmla="*/ 6 h 204"/>
                <a:gd name="T12" fmla="*/ 220 w 288"/>
                <a:gd name="T13" fmla="*/ 2 h 204"/>
                <a:gd name="T14" fmla="*/ 211 w 288"/>
                <a:gd name="T15" fmla="*/ 13 h 204"/>
                <a:gd name="T16" fmla="*/ 204 w 288"/>
                <a:gd name="T17" fmla="*/ 13 h 204"/>
                <a:gd name="T18" fmla="*/ 204 w 288"/>
                <a:gd name="T19" fmla="*/ 18 h 204"/>
                <a:gd name="T20" fmla="*/ 197 w 288"/>
                <a:gd name="T21" fmla="*/ 33 h 204"/>
                <a:gd name="T22" fmla="*/ 186 w 288"/>
                <a:gd name="T23" fmla="*/ 62 h 204"/>
                <a:gd name="T24" fmla="*/ 191 w 288"/>
                <a:gd name="T25" fmla="*/ 69 h 204"/>
                <a:gd name="T26" fmla="*/ 184 w 288"/>
                <a:gd name="T27" fmla="*/ 75 h 204"/>
                <a:gd name="T28" fmla="*/ 135 w 288"/>
                <a:gd name="T29" fmla="*/ 100 h 204"/>
                <a:gd name="T30" fmla="*/ 129 w 288"/>
                <a:gd name="T31" fmla="*/ 100 h 204"/>
                <a:gd name="T32" fmla="*/ 120 w 288"/>
                <a:gd name="T33" fmla="*/ 97 h 204"/>
                <a:gd name="T34" fmla="*/ 102 w 288"/>
                <a:gd name="T35" fmla="*/ 100 h 204"/>
                <a:gd name="T36" fmla="*/ 93 w 288"/>
                <a:gd name="T37" fmla="*/ 100 h 204"/>
                <a:gd name="T38" fmla="*/ 82 w 288"/>
                <a:gd name="T39" fmla="*/ 102 h 204"/>
                <a:gd name="T40" fmla="*/ 58 w 288"/>
                <a:gd name="T41" fmla="*/ 108 h 204"/>
                <a:gd name="T42" fmla="*/ 38 w 288"/>
                <a:gd name="T43" fmla="*/ 115 h 204"/>
                <a:gd name="T44" fmla="*/ 18 w 288"/>
                <a:gd name="T45" fmla="*/ 124 h 204"/>
                <a:gd name="T46" fmla="*/ 9 w 288"/>
                <a:gd name="T47" fmla="*/ 131 h 204"/>
                <a:gd name="T48" fmla="*/ 18 w 288"/>
                <a:gd name="T49" fmla="*/ 144 h 204"/>
                <a:gd name="T50" fmla="*/ 29 w 288"/>
                <a:gd name="T51" fmla="*/ 144 h 204"/>
                <a:gd name="T52" fmla="*/ 38 w 288"/>
                <a:gd name="T53" fmla="*/ 144 h 204"/>
                <a:gd name="T54" fmla="*/ 51 w 288"/>
                <a:gd name="T55" fmla="*/ 148 h 204"/>
                <a:gd name="T56" fmla="*/ 47 w 288"/>
                <a:gd name="T57" fmla="*/ 157 h 204"/>
                <a:gd name="T58" fmla="*/ 31 w 288"/>
                <a:gd name="T59" fmla="*/ 164 h 204"/>
                <a:gd name="T60" fmla="*/ 22 w 288"/>
                <a:gd name="T61" fmla="*/ 166 h 204"/>
                <a:gd name="T62" fmla="*/ 7 w 288"/>
                <a:gd name="T63" fmla="*/ 173 h 204"/>
                <a:gd name="T64" fmla="*/ 5 w 288"/>
                <a:gd name="T65" fmla="*/ 188 h 204"/>
                <a:gd name="T66" fmla="*/ 7 w 288"/>
                <a:gd name="T67" fmla="*/ 197 h 204"/>
                <a:gd name="T68" fmla="*/ 22 w 288"/>
                <a:gd name="T69" fmla="*/ 201 h 204"/>
                <a:gd name="T70" fmla="*/ 18 w 288"/>
                <a:gd name="T71" fmla="*/ 197 h 204"/>
                <a:gd name="T72" fmla="*/ 13 w 288"/>
                <a:gd name="T73" fmla="*/ 193 h 204"/>
                <a:gd name="T74" fmla="*/ 25 w 288"/>
                <a:gd name="T75" fmla="*/ 177 h 204"/>
                <a:gd name="T76" fmla="*/ 38 w 288"/>
                <a:gd name="T77" fmla="*/ 170 h 204"/>
                <a:gd name="T78" fmla="*/ 38 w 288"/>
                <a:gd name="T79" fmla="*/ 173 h 204"/>
                <a:gd name="T80" fmla="*/ 49 w 288"/>
                <a:gd name="T81" fmla="*/ 177 h 204"/>
                <a:gd name="T82" fmla="*/ 62 w 288"/>
                <a:gd name="T83" fmla="*/ 170 h 204"/>
                <a:gd name="T84" fmla="*/ 75 w 288"/>
                <a:gd name="T85" fmla="*/ 166 h 204"/>
                <a:gd name="T86" fmla="*/ 89 w 288"/>
                <a:gd name="T87" fmla="*/ 173 h 204"/>
                <a:gd name="T88" fmla="*/ 69 w 288"/>
                <a:gd name="T89" fmla="*/ 177 h 204"/>
                <a:gd name="T90" fmla="*/ 98 w 288"/>
                <a:gd name="T91" fmla="*/ 179 h 204"/>
                <a:gd name="T92" fmla="*/ 124 w 288"/>
                <a:gd name="T93" fmla="*/ 166 h 204"/>
                <a:gd name="T94" fmla="*/ 118 w 288"/>
                <a:gd name="T95" fmla="*/ 157 h 204"/>
                <a:gd name="T96" fmla="*/ 133 w 288"/>
                <a:gd name="T97" fmla="*/ 148 h 204"/>
                <a:gd name="T98" fmla="*/ 131 w 288"/>
                <a:gd name="T99" fmla="*/ 159 h 204"/>
                <a:gd name="T100" fmla="*/ 131 w 288"/>
                <a:gd name="T101" fmla="*/ 170 h 204"/>
                <a:gd name="T102" fmla="*/ 197 w 288"/>
                <a:gd name="T103" fmla="*/ 170 h 204"/>
                <a:gd name="T104" fmla="*/ 211 w 288"/>
                <a:gd name="T105" fmla="*/ 166 h 204"/>
                <a:gd name="T106" fmla="*/ 220 w 288"/>
                <a:gd name="T107" fmla="*/ 155 h 204"/>
                <a:gd name="T108" fmla="*/ 213 w 288"/>
                <a:gd name="T109" fmla="*/ 137 h 204"/>
                <a:gd name="T110" fmla="*/ 228 w 288"/>
                <a:gd name="T111" fmla="*/ 124 h 204"/>
                <a:gd name="T112" fmla="*/ 279 w 288"/>
                <a:gd name="T113" fmla="*/ 62 h 204"/>
                <a:gd name="T114" fmla="*/ 56 w 288"/>
                <a:gd name="T115" fmla="*/ 184 h 204"/>
                <a:gd name="T116" fmla="*/ 51 w 288"/>
                <a:gd name="T117" fmla="*/ 182 h 204"/>
                <a:gd name="T118" fmla="*/ 38 w 288"/>
                <a:gd name="T119" fmla="*/ 188 h 204"/>
                <a:gd name="T120" fmla="*/ 40 w 288"/>
                <a:gd name="T121" fmla="*/ 190 h 204"/>
                <a:gd name="T122" fmla="*/ 56 w 288"/>
                <a:gd name="T123" fmla="*/ 188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88" h="204">
                  <a:moveTo>
                    <a:pt x="288" y="42"/>
                  </a:moveTo>
                  <a:lnTo>
                    <a:pt x="288" y="40"/>
                  </a:lnTo>
                  <a:lnTo>
                    <a:pt x="288" y="40"/>
                  </a:lnTo>
                  <a:lnTo>
                    <a:pt x="288" y="40"/>
                  </a:lnTo>
                  <a:lnTo>
                    <a:pt x="286" y="37"/>
                  </a:lnTo>
                  <a:lnTo>
                    <a:pt x="286" y="37"/>
                  </a:lnTo>
                  <a:lnTo>
                    <a:pt x="286" y="37"/>
                  </a:lnTo>
                  <a:lnTo>
                    <a:pt x="286" y="37"/>
                  </a:lnTo>
                  <a:lnTo>
                    <a:pt x="282" y="35"/>
                  </a:lnTo>
                  <a:lnTo>
                    <a:pt x="282" y="35"/>
                  </a:lnTo>
                  <a:lnTo>
                    <a:pt x="279" y="35"/>
                  </a:lnTo>
                  <a:lnTo>
                    <a:pt x="279" y="33"/>
                  </a:lnTo>
                  <a:lnTo>
                    <a:pt x="277" y="33"/>
                  </a:lnTo>
                  <a:lnTo>
                    <a:pt x="273" y="35"/>
                  </a:lnTo>
                  <a:lnTo>
                    <a:pt x="268" y="35"/>
                  </a:lnTo>
                  <a:lnTo>
                    <a:pt x="266" y="35"/>
                  </a:lnTo>
                  <a:lnTo>
                    <a:pt x="266" y="35"/>
                  </a:lnTo>
                  <a:lnTo>
                    <a:pt x="266" y="35"/>
                  </a:lnTo>
                  <a:lnTo>
                    <a:pt x="264" y="35"/>
                  </a:lnTo>
                  <a:lnTo>
                    <a:pt x="262" y="35"/>
                  </a:lnTo>
                  <a:lnTo>
                    <a:pt x="262" y="33"/>
                  </a:lnTo>
                  <a:lnTo>
                    <a:pt x="262" y="33"/>
                  </a:lnTo>
                  <a:lnTo>
                    <a:pt x="262" y="33"/>
                  </a:lnTo>
                  <a:lnTo>
                    <a:pt x="262" y="33"/>
                  </a:lnTo>
                  <a:lnTo>
                    <a:pt x="257" y="33"/>
                  </a:lnTo>
                  <a:lnTo>
                    <a:pt x="255" y="33"/>
                  </a:lnTo>
                  <a:lnTo>
                    <a:pt x="255" y="33"/>
                  </a:lnTo>
                  <a:lnTo>
                    <a:pt x="255" y="33"/>
                  </a:lnTo>
                  <a:lnTo>
                    <a:pt x="253" y="33"/>
                  </a:lnTo>
                  <a:lnTo>
                    <a:pt x="253" y="33"/>
                  </a:lnTo>
                  <a:lnTo>
                    <a:pt x="253" y="33"/>
                  </a:lnTo>
                  <a:lnTo>
                    <a:pt x="253" y="33"/>
                  </a:lnTo>
                  <a:lnTo>
                    <a:pt x="251" y="33"/>
                  </a:lnTo>
                  <a:lnTo>
                    <a:pt x="251" y="33"/>
                  </a:lnTo>
                  <a:lnTo>
                    <a:pt x="248" y="31"/>
                  </a:lnTo>
                  <a:lnTo>
                    <a:pt x="248" y="31"/>
                  </a:lnTo>
                  <a:lnTo>
                    <a:pt x="248" y="31"/>
                  </a:lnTo>
                  <a:lnTo>
                    <a:pt x="248" y="31"/>
                  </a:lnTo>
                  <a:lnTo>
                    <a:pt x="246" y="31"/>
                  </a:lnTo>
                  <a:lnTo>
                    <a:pt x="246" y="31"/>
                  </a:lnTo>
                  <a:lnTo>
                    <a:pt x="246" y="31"/>
                  </a:lnTo>
                  <a:lnTo>
                    <a:pt x="246" y="31"/>
                  </a:lnTo>
                  <a:lnTo>
                    <a:pt x="244" y="31"/>
                  </a:lnTo>
                  <a:lnTo>
                    <a:pt x="244" y="31"/>
                  </a:lnTo>
                  <a:lnTo>
                    <a:pt x="244" y="31"/>
                  </a:lnTo>
                  <a:lnTo>
                    <a:pt x="244" y="31"/>
                  </a:lnTo>
                  <a:lnTo>
                    <a:pt x="242" y="31"/>
                  </a:lnTo>
                  <a:lnTo>
                    <a:pt x="242" y="29"/>
                  </a:lnTo>
                  <a:lnTo>
                    <a:pt x="239" y="29"/>
                  </a:lnTo>
                  <a:lnTo>
                    <a:pt x="239" y="29"/>
                  </a:lnTo>
                  <a:lnTo>
                    <a:pt x="237" y="29"/>
                  </a:lnTo>
                  <a:lnTo>
                    <a:pt x="237" y="26"/>
                  </a:lnTo>
                  <a:lnTo>
                    <a:pt x="235" y="26"/>
                  </a:lnTo>
                  <a:lnTo>
                    <a:pt x="235" y="26"/>
                  </a:lnTo>
                  <a:lnTo>
                    <a:pt x="235" y="26"/>
                  </a:lnTo>
                  <a:lnTo>
                    <a:pt x="233" y="26"/>
                  </a:lnTo>
                  <a:lnTo>
                    <a:pt x="233" y="26"/>
                  </a:lnTo>
                  <a:lnTo>
                    <a:pt x="233" y="26"/>
                  </a:lnTo>
                  <a:lnTo>
                    <a:pt x="233" y="26"/>
                  </a:lnTo>
                  <a:lnTo>
                    <a:pt x="233" y="26"/>
                  </a:lnTo>
                  <a:lnTo>
                    <a:pt x="233" y="26"/>
                  </a:lnTo>
                  <a:lnTo>
                    <a:pt x="233" y="26"/>
                  </a:lnTo>
                  <a:lnTo>
                    <a:pt x="233" y="24"/>
                  </a:lnTo>
                  <a:lnTo>
                    <a:pt x="233" y="24"/>
                  </a:lnTo>
                  <a:lnTo>
                    <a:pt x="231" y="24"/>
                  </a:lnTo>
                  <a:lnTo>
                    <a:pt x="231" y="24"/>
                  </a:lnTo>
                  <a:lnTo>
                    <a:pt x="231" y="24"/>
                  </a:lnTo>
                  <a:lnTo>
                    <a:pt x="231" y="22"/>
                  </a:lnTo>
                  <a:lnTo>
                    <a:pt x="231" y="22"/>
                  </a:lnTo>
                  <a:lnTo>
                    <a:pt x="231" y="20"/>
                  </a:lnTo>
                  <a:lnTo>
                    <a:pt x="231" y="20"/>
                  </a:lnTo>
                  <a:lnTo>
                    <a:pt x="231" y="20"/>
                  </a:lnTo>
                  <a:lnTo>
                    <a:pt x="231" y="20"/>
                  </a:lnTo>
                  <a:lnTo>
                    <a:pt x="231" y="20"/>
                  </a:lnTo>
                  <a:lnTo>
                    <a:pt x="233" y="18"/>
                  </a:lnTo>
                  <a:lnTo>
                    <a:pt x="233" y="18"/>
                  </a:lnTo>
                  <a:lnTo>
                    <a:pt x="233" y="18"/>
                  </a:lnTo>
                  <a:lnTo>
                    <a:pt x="233" y="15"/>
                  </a:lnTo>
                  <a:lnTo>
                    <a:pt x="233" y="15"/>
                  </a:lnTo>
                  <a:lnTo>
                    <a:pt x="233" y="15"/>
                  </a:lnTo>
                  <a:lnTo>
                    <a:pt x="233" y="13"/>
                  </a:lnTo>
                  <a:lnTo>
                    <a:pt x="231" y="13"/>
                  </a:lnTo>
                  <a:lnTo>
                    <a:pt x="231" y="11"/>
                  </a:lnTo>
                  <a:lnTo>
                    <a:pt x="231" y="11"/>
                  </a:lnTo>
                  <a:lnTo>
                    <a:pt x="231" y="11"/>
                  </a:lnTo>
                  <a:lnTo>
                    <a:pt x="231" y="11"/>
                  </a:lnTo>
                  <a:lnTo>
                    <a:pt x="231" y="9"/>
                  </a:lnTo>
                  <a:lnTo>
                    <a:pt x="231" y="9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6"/>
                  </a:lnTo>
                  <a:lnTo>
                    <a:pt x="231" y="6"/>
                  </a:lnTo>
                  <a:lnTo>
                    <a:pt x="231" y="6"/>
                  </a:lnTo>
                  <a:lnTo>
                    <a:pt x="231" y="6"/>
                  </a:lnTo>
                  <a:lnTo>
                    <a:pt x="231" y="6"/>
                  </a:lnTo>
                  <a:lnTo>
                    <a:pt x="231" y="4"/>
                  </a:lnTo>
                  <a:lnTo>
                    <a:pt x="231" y="4"/>
                  </a:lnTo>
                  <a:lnTo>
                    <a:pt x="231" y="4"/>
                  </a:lnTo>
                  <a:lnTo>
                    <a:pt x="231" y="2"/>
                  </a:lnTo>
                  <a:lnTo>
                    <a:pt x="231" y="2"/>
                  </a:lnTo>
                  <a:lnTo>
                    <a:pt x="228" y="2"/>
                  </a:lnTo>
                  <a:lnTo>
                    <a:pt x="226" y="2"/>
                  </a:lnTo>
                  <a:lnTo>
                    <a:pt x="222" y="0"/>
                  </a:lnTo>
                  <a:lnTo>
                    <a:pt x="220" y="0"/>
                  </a:lnTo>
                  <a:lnTo>
                    <a:pt x="220" y="2"/>
                  </a:lnTo>
                  <a:lnTo>
                    <a:pt x="220" y="2"/>
                  </a:lnTo>
                  <a:lnTo>
                    <a:pt x="220" y="2"/>
                  </a:lnTo>
                  <a:lnTo>
                    <a:pt x="217" y="2"/>
                  </a:lnTo>
                  <a:lnTo>
                    <a:pt x="217" y="2"/>
                  </a:lnTo>
                  <a:lnTo>
                    <a:pt x="217" y="4"/>
                  </a:lnTo>
                  <a:lnTo>
                    <a:pt x="217" y="4"/>
                  </a:lnTo>
                  <a:lnTo>
                    <a:pt x="217" y="4"/>
                  </a:lnTo>
                  <a:lnTo>
                    <a:pt x="215" y="6"/>
                  </a:lnTo>
                  <a:lnTo>
                    <a:pt x="215" y="11"/>
                  </a:lnTo>
                  <a:lnTo>
                    <a:pt x="213" y="11"/>
                  </a:lnTo>
                  <a:lnTo>
                    <a:pt x="213" y="11"/>
                  </a:lnTo>
                  <a:lnTo>
                    <a:pt x="213" y="11"/>
                  </a:lnTo>
                  <a:lnTo>
                    <a:pt x="213" y="11"/>
                  </a:lnTo>
                  <a:lnTo>
                    <a:pt x="211" y="11"/>
                  </a:lnTo>
                  <a:lnTo>
                    <a:pt x="211" y="13"/>
                  </a:lnTo>
                  <a:lnTo>
                    <a:pt x="211" y="13"/>
                  </a:lnTo>
                  <a:lnTo>
                    <a:pt x="211" y="11"/>
                  </a:lnTo>
                  <a:lnTo>
                    <a:pt x="211" y="11"/>
                  </a:lnTo>
                  <a:lnTo>
                    <a:pt x="211" y="11"/>
                  </a:lnTo>
                  <a:lnTo>
                    <a:pt x="208" y="11"/>
                  </a:lnTo>
                  <a:lnTo>
                    <a:pt x="208" y="11"/>
                  </a:lnTo>
                  <a:lnTo>
                    <a:pt x="208" y="11"/>
                  </a:lnTo>
                  <a:lnTo>
                    <a:pt x="206" y="11"/>
                  </a:lnTo>
                  <a:lnTo>
                    <a:pt x="206" y="11"/>
                  </a:lnTo>
                  <a:lnTo>
                    <a:pt x="206" y="11"/>
                  </a:lnTo>
                  <a:lnTo>
                    <a:pt x="206" y="11"/>
                  </a:lnTo>
                  <a:lnTo>
                    <a:pt x="204" y="11"/>
                  </a:lnTo>
                  <a:lnTo>
                    <a:pt x="204" y="11"/>
                  </a:lnTo>
                  <a:lnTo>
                    <a:pt x="204" y="11"/>
                  </a:lnTo>
                  <a:lnTo>
                    <a:pt x="204" y="13"/>
                  </a:lnTo>
                  <a:lnTo>
                    <a:pt x="202" y="13"/>
                  </a:lnTo>
                  <a:lnTo>
                    <a:pt x="202" y="13"/>
                  </a:lnTo>
                  <a:lnTo>
                    <a:pt x="202" y="13"/>
                  </a:lnTo>
                  <a:lnTo>
                    <a:pt x="202" y="13"/>
                  </a:lnTo>
                  <a:lnTo>
                    <a:pt x="202" y="15"/>
                  </a:lnTo>
                  <a:lnTo>
                    <a:pt x="202" y="15"/>
                  </a:lnTo>
                  <a:lnTo>
                    <a:pt x="202" y="15"/>
                  </a:lnTo>
                  <a:lnTo>
                    <a:pt x="202" y="18"/>
                  </a:lnTo>
                  <a:lnTo>
                    <a:pt x="202" y="18"/>
                  </a:lnTo>
                  <a:lnTo>
                    <a:pt x="202" y="18"/>
                  </a:lnTo>
                  <a:lnTo>
                    <a:pt x="202" y="18"/>
                  </a:lnTo>
                  <a:lnTo>
                    <a:pt x="204" y="18"/>
                  </a:lnTo>
                  <a:lnTo>
                    <a:pt x="204" y="18"/>
                  </a:lnTo>
                  <a:lnTo>
                    <a:pt x="204" y="18"/>
                  </a:lnTo>
                  <a:lnTo>
                    <a:pt x="204" y="18"/>
                  </a:lnTo>
                  <a:lnTo>
                    <a:pt x="204" y="18"/>
                  </a:lnTo>
                  <a:lnTo>
                    <a:pt x="204" y="20"/>
                  </a:lnTo>
                  <a:lnTo>
                    <a:pt x="202" y="22"/>
                  </a:lnTo>
                  <a:lnTo>
                    <a:pt x="202" y="24"/>
                  </a:lnTo>
                  <a:lnTo>
                    <a:pt x="200" y="24"/>
                  </a:lnTo>
                  <a:lnTo>
                    <a:pt x="200" y="26"/>
                  </a:lnTo>
                  <a:lnTo>
                    <a:pt x="200" y="26"/>
                  </a:lnTo>
                  <a:lnTo>
                    <a:pt x="200" y="29"/>
                  </a:lnTo>
                  <a:lnTo>
                    <a:pt x="200" y="29"/>
                  </a:lnTo>
                  <a:lnTo>
                    <a:pt x="197" y="29"/>
                  </a:lnTo>
                  <a:lnTo>
                    <a:pt x="197" y="29"/>
                  </a:lnTo>
                  <a:lnTo>
                    <a:pt x="197" y="31"/>
                  </a:lnTo>
                  <a:lnTo>
                    <a:pt x="197" y="31"/>
                  </a:lnTo>
                  <a:lnTo>
                    <a:pt x="197" y="33"/>
                  </a:lnTo>
                  <a:lnTo>
                    <a:pt x="197" y="33"/>
                  </a:lnTo>
                  <a:lnTo>
                    <a:pt x="197" y="33"/>
                  </a:lnTo>
                  <a:lnTo>
                    <a:pt x="197" y="33"/>
                  </a:lnTo>
                  <a:lnTo>
                    <a:pt x="195" y="37"/>
                  </a:lnTo>
                  <a:lnTo>
                    <a:pt x="195" y="40"/>
                  </a:lnTo>
                  <a:lnTo>
                    <a:pt x="195" y="44"/>
                  </a:lnTo>
                  <a:lnTo>
                    <a:pt x="191" y="46"/>
                  </a:lnTo>
                  <a:lnTo>
                    <a:pt x="191" y="46"/>
                  </a:lnTo>
                  <a:lnTo>
                    <a:pt x="188" y="49"/>
                  </a:lnTo>
                  <a:lnTo>
                    <a:pt x="188" y="49"/>
                  </a:lnTo>
                  <a:lnTo>
                    <a:pt x="188" y="51"/>
                  </a:lnTo>
                  <a:lnTo>
                    <a:pt x="188" y="53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86" y="62"/>
                  </a:lnTo>
                  <a:lnTo>
                    <a:pt x="184" y="64"/>
                  </a:lnTo>
                  <a:lnTo>
                    <a:pt x="184" y="66"/>
                  </a:lnTo>
                  <a:lnTo>
                    <a:pt x="184" y="66"/>
                  </a:lnTo>
                  <a:lnTo>
                    <a:pt x="184" y="66"/>
                  </a:lnTo>
                  <a:lnTo>
                    <a:pt x="184" y="66"/>
                  </a:lnTo>
                  <a:lnTo>
                    <a:pt x="184" y="66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6" y="69"/>
                  </a:lnTo>
                  <a:lnTo>
                    <a:pt x="188" y="69"/>
                  </a:lnTo>
                  <a:lnTo>
                    <a:pt x="188" y="69"/>
                  </a:lnTo>
                  <a:lnTo>
                    <a:pt x="188" y="69"/>
                  </a:lnTo>
                  <a:lnTo>
                    <a:pt x="188" y="69"/>
                  </a:lnTo>
                  <a:lnTo>
                    <a:pt x="188" y="66"/>
                  </a:lnTo>
                  <a:lnTo>
                    <a:pt x="191" y="69"/>
                  </a:lnTo>
                  <a:lnTo>
                    <a:pt x="191" y="69"/>
                  </a:lnTo>
                  <a:lnTo>
                    <a:pt x="191" y="69"/>
                  </a:lnTo>
                  <a:lnTo>
                    <a:pt x="191" y="69"/>
                  </a:lnTo>
                  <a:lnTo>
                    <a:pt x="191" y="69"/>
                  </a:lnTo>
                  <a:lnTo>
                    <a:pt x="191" y="69"/>
                  </a:lnTo>
                  <a:lnTo>
                    <a:pt x="191" y="71"/>
                  </a:lnTo>
                  <a:lnTo>
                    <a:pt x="193" y="71"/>
                  </a:lnTo>
                  <a:lnTo>
                    <a:pt x="191" y="71"/>
                  </a:lnTo>
                  <a:lnTo>
                    <a:pt x="191" y="73"/>
                  </a:lnTo>
                  <a:lnTo>
                    <a:pt x="191" y="73"/>
                  </a:lnTo>
                  <a:lnTo>
                    <a:pt x="188" y="75"/>
                  </a:lnTo>
                  <a:lnTo>
                    <a:pt x="188" y="75"/>
                  </a:lnTo>
                  <a:lnTo>
                    <a:pt x="186" y="75"/>
                  </a:lnTo>
                  <a:lnTo>
                    <a:pt x="186" y="75"/>
                  </a:lnTo>
                  <a:lnTo>
                    <a:pt x="184" y="75"/>
                  </a:lnTo>
                  <a:lnTo>
                    <a:pt x="184" y="75"/>
                  </a:lnTo>
                  <a:lnTo>
                    <a:pt x="182" y="77"/>
                  </a:lnTo>
                  <a:lnTo>
                    <a:pt x="182" y="77"/>
                  </a:lnTo>
                  <a:lnTo>
                    <a:pt x="177" y="77"/>
                  </a:lnTo>
                  <a:lnTo>
                    <a:pt x="171" y="82"/>
                  </a:lnTo>
                  <a:lnTo>
                    <a:pt x="162" y="86"/>
                  </a:lnTo>
                  <a:lnTo>
                    <a:pt x="155" y="88"/>
                  </a:lnTo>
                  <a:lnTo>
                    <a:pt x="146" y="93"/>
                  </a:lnTo>
                  <a:lnTo>
                    <a:pt x="144" y="93"/>
                  </a:lnTo>
                  <a:lnTo>
                    <a:pt x="142" y="95"/>
                  </a:lnTo>
                  <a:lnTo>
                    <a:pt x="142" y="97"/>
                  </a:lnTo>
                  <a:lnTo>
                    <a:pt x="138" y="97"/>
                  </a:lnTo>
                  <a:lnTo>
                    <a:pt x="135" y="97"/>
                  </a:lnTo>
                  <a:lnTo>
                    <a:pt x="135" y="100"/>
                  </a:lnTo>
                  <a:lnTo>
                    <a:pt x="135" y="100"/>
                  </a:lnTo>
                  <a:lnTo>
                    <a:pt x="133" y="102"/>
                  </a:lnTo>
                  <a:lnTo>
                    <a:pt x="133" y="102"/>
                  </a:lnTo>
                  <a:lnTo>
                    <a:pt x="131" y="102"/>
                  </a:lnTo>
                  <a:lnTo>
                    <a:pt x="131" y="102"/>
                  </a:lnTo>
                  <a:lnTo>
                    <a:pt x="129" y="102"/>
                  </a:lnTo>
                  <a:lnTo>
                    <a:pt x="129" y="104"/>
                  </a:lnTo>
                  <a:lnTo>
                    <a:pt x="129" y="104"/>
                  </a:lnTo>
                  <a:lnTo>
                    <a:pt x="126" y="104"/>
                  </a:lnTo>
                  <a:lnTo>
                    <a:pt x="126" y="102"/>
                  </a:lnTo>
                  <a:lnTo>
                    <a:pt x="126" y="102"/>
                  </a:lnTo>
                  <a:lnTo>
                    <a:pt x="126" y="102"/>
                  </a:lnTo>
                  <a:lnTo>
                    <a:pt x="126" y="102"/>
                  </a:lnTo>
                  <a:lnTo>
                    <a:pt x="126" y="102"/>
                  </a:lnTo>
                  <a:lnTo>
                    <a:pt x="126" y="102"/>
                  </a:lnTo>
                  <a:lnTo>
                    <a:pt x="129" y="100"/>
                  </a:lnTo>
                  <a:lnTo>
                    <a:pt x="129" y="100"/>
                  </a:lnTo>
                  <a:lnTo>
                    <a:pt x="129" y="100"/>
                  </a:lnTo>
                  <a:lnTo>
                    <a:pt x="129" y="100"/>
                  </a:lnTo>
                  <a:lnTo>
                    <a:pt x="129" y="100"/>
                  </a:lnTo>
                  <a:lnTo>
                    <a:pt x="129" y="97"/>
                  </a:lnTo>
                  <a:lnTo>
                    <a:pt x="129" y="97"/>
                  </a:lnTo>
                  <a:lnTo>
                    <a:pt x="129" y="97"/>
                  </a:lnTo>
                  <a:lnTo>
                    <a:pt x="129" y="97"/>
                  </a:lnTo>
                  <a:lnTo>
                    <a:pt x="126" y="97"/>
                  </a:lnTo>
                  <a:lnTo>
                    <a:pt x="124" y="97"/>
                  </a:lnTo>
                  <a:lnTo>
                    <a:pt x="122" y="97"/>
                  </a:lnTo>
                  <a:lnTo>
                    <a:pt x="122" y="97"/>
                  </a:lnTo>
                  <a:lnTo>
                    <a:pt x="122" y="97"/>
                  </a:lnTo>
                  <a:lnTo>
                    <a:pt x="120" y="97"/>
                  </a:lnTo>
                  <a:lnTo>
                    <a:pt x="120" y="97"/>
                  </a:lnTo>
                  <a:lnTo>
                    <a:pt x="120" y="97"/>
                  </a:lnTo>
                  <a:lnTo>
                    <a:pt x="120" y="97"/>
                  </a:lnTo>
                  <a:lnTo>
                    <a:pt x="118" y="97"/>
                  </a:lnTo>
                  <a:lnTo>
                    <a:pt x="115" y="97"/>
                  </a:lnTo>
                  <a:lnTo>
                    <a:pt x="115" y="97"/>
                  </a:lnTo>
                  <a:lnTo>
                    <a:pt x="115" y="97"/>
                  </a:lnTo>
                  <a:lnTo>
                    <a:pt x="115" y="95"/>
                  </a:lnTo>
                  <a:lnTo>
                    <a:pt x="113" y="95"/>
                  </a:lnTo>
                  <a:lnTo>
                    <a:pt x="113" y="95"/>
                  </a:lnTo>
                  <a:lnTo>
                    <a:pt x="113" y="95"/>
                  </a:lnTo>
                  <a:lnTo>
                    <a:pt x="111" y="97"/>
                  </a:lnTo>
                  <a:lnTo>
                    <a:pt x="104" y="100"/>
                  </a:lnTo>
                  <a:lnTo>
                    <a:pt x="104" y="100"/>
                  </a:lnTo>
                  <a:lnTo>
                    <a:pt x="104" y="100"/>
                  </a:lnTo>
                  <a:lnTo>
                    <a:pt x="102" y="100"/>
                  </a:lnTo>
                  <a:lnTo>
                    <a:pt x="100" y="100"/>
                  </a:lnTo>
                  <a:lnTo>
                    <a:pt x="100" y="100"/>
                  </a:lnTo>
                  <a:lnTo>
                    <a:pt x="100" y="100"/>
                  </a:lnTo>
                  <a:lnTo>
                    <a:pt x="98" y="102"/>
                  </a:lnTo>
                  <a:lnTo>
                    <a:pt x="98" y="102"/>
                  </a:lnTo>
                  <a:lnTo>
                    <a:pt x="95" y="102"/>
                  </a:lnTo>
                  <a:lnTo>
                    <a:pt x="95" y="102"/>
                  </a:lnTo>
                  <a:lnTo>
                    <a:pt x="95" y="100"/>
                  </a:lnTo>
                  <a:lnTo>
                    <a:pt x="95" y="100"/>
                  </a:lnTo>
                  <a:lnTo>
                    <a:pt x="95" y="100"/>
                  </a:lnTo>
                  <a:lnTo>
                    <a:pt x="93" y="100"/>
                  </a:lnTo>
                  <a:lnTo>
                    <a:pt x="93" y="100"/>
                  </a:lnTo>
                  <a:lnTo>
                    <a:pt x="93" y="100"/>
                  </a:lnTo>
                  <a:lnTo>
                    <a:pt x="93" y="100"/>
                  </a:lnTo>
                  <a:lnTo>
                    <a:pt x="93" y="100"/>
                  </a:lnTo>
                  <a:lnTo>
                    <a:pt x="91" y="100"/>
                  </a:lnTo>
                  <a:lnTo>
                    <a:pt x="91" y="100"/>
                  </a:lnTo>
                  <a:lnTo>
                    <a:pt x="91" y="100"/>
                  </a:lnTo>
                  <a:lnTo>
                    <a:pt x="89" y="100"/>
                  </a:lnTo>
                  <a:lnTo>
                    <a:pt x="89" y="102"/>
                  </a:lnTo>
                  <a:lnTo>
                    <a:pt x="89" y="102"/>
                  </a:lnTo>
                  <a:lnTo>
                    <a:pt x="89" y="102"/>
                  </a:lnTo>
                  <a:lnTo>
                    <a:pt x="87" y="102"/>
                  </a:lnTo>
                  <a:lnTo>
                    <a:pt x="87" y="102"/>
                  </a:lnTo>
                  <a:lnTo>
                    <a:pt x="87" y="102"/>
                  </a:lnTo>
                  <a:lnTo>
                    <a:pt x="84" y="102"/>
                  </a:lnTo>
                  <a:lnTo>
                    <a:pt x="84" y="102"/>
                  </a:lnTo>
                  <a:lnTo>
                    <a:pt x="82" y="102"/>
                  </a:lnTo>
                  <a:lnTo>
                    <a:pt x="82" y="102"/>
                  </a:lnTo>
                  <a:lnTo>
                    <a:pt x="82" y="102"/>
                  </a:lnTo>
                  <a:lnTo>
                    <a:pt x="82" y="102"/>
                  </a:lnTo>
                  <a:lnTo>
                    <a:pt x="82" y="102"/>
                  </a:lnTo>
                  <a:lnTo>
                    <a:pt x="82" y="100"/>
                  </a:lnTo>
                  <a:lnTo>
                    <a:pt x="82" y="100"/>
                  </a:lnTo>
                  <a:lnTo>
                    <a:pt x="80" y="100"/>
                  </a:lnTo>
                  <a:lnTo>
                    <a:pt x="80" y="100"/>
                  </a:lnTo>
                  <a:lnTo>
                    <a:pt x="78" y="102"/>
                  </a:lnTo>
                  <a:lnTo>
                    <a:pt x="73" y="102"/>
                  </a:lnTo>
                  <a:lnTo>
                    <a:pt x="73" y="104"/>
                  </a:lnTo>
                  <a:lnTo>
                    <a:pt x="71" y="104"/>
                  </a:lnTo>
                  <a:lnTo>
                    <a:pt x="71" y="104"/>
                  </a:lnTo>
                  <a:lnTo>
                    <a:pt x="69" y="106"/>
                  </a:lnTo>
                  <a:lnTo>
                    <a:pt x="60" y="108"/>
                  </a:lnTo>
                  <a:lnTo>
                    <a:pt x="60" y="108"/>
                  </a:lnTo>
                  <a:lnTo>
                    <a:pt x="58" y="108"/>
                  </a:lnTo>
                  <a:lnTo>
                    <a:pt x="58" y="108"/>
                  </a:lnTo>
                  <a:lnTo>
                    <a:pt x="58" y="108"/>
                  </a:lnTo>
                  <a:lnTo>
                    <a:pt x="56" y="111"/>
                  </a:lnTo>
                  <a:lnTo>
                    <a:pt x="56" y="113"/>
                  </a:lnTo>
                  <a:lnTo>
                    <a:pt x="49" y="115"/>
                  </a:lnTo>
                  <a:lnTo>
                    <a:pt x="47" y="115"/>
                  </a:lnTo>
                  <a:lnTo>
                    <a:pt x="44" y="115"/>
                  </a:lnTo>
                  <a:lnTo>
                    <a:pt x="44" y="115"/>
                  </a:lnTo>
                  <a:lnTo>
                    <a:pt x="44" y="115"/>
                  </a:lnTo>
                  <a:lnTo>
                    <a:pt x="44" y="115"/>
                  </a:lnTo>
                  <a:lnTo>
                    <a:pt x="44" y="115"/>
                  </a:lnTo>
                  <a:lnTo>
                    <a:pt x="44" y="115"/>
                  </a:lnTo>
                  <a:lnTo>
                    <a:pt x="42" y="115"/>
                  </a:lnTo>
                  <a:lnTo>
                    <a:pt x="40" y="115"/>
                  </a:lnTo>
                  <a:lnTo>
                    <a:pt x="38" y="115"/>
                  </a:lnTo>
                  <a:lnTo>
                    <a:pt x="36" y="115"/>
                  </a:lnTo>
                  <a:lnTo>
                    <a:pt x="33" y="115"/>
                  </a:lnTo>
                  <a:lnTo>
                    <a:pt x="33" y="115"/>
                  </a:lnTo>
                  <a:lnTo>
                    <a:pt x="33" y="115"/>
                  </a:lnTo>
                  <a:lnTo>
                    <a:pt x="31" y="115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5" y="119"/>
                  </a:lnTo>
                  <a:lnTo>
                    <a:pt x="25" y="119"/>
                  </a:lnTo>
                  <a:lnTo>
                    <a:pt x="22" y="119"/>
                  </a:lnTo>
                  <a:lnTo>
                    <a:pt x="20" y="119"/>
                  </a:lnTo>
                  <a:lnTo>
                    <a:pt x="20" y="122"/>
                  </a:lnTo>
                  <a:lnTo>
                    <a:pt x="20" y="122"/>
                  </a:lnTo>
                  <a:lnTo>
                    <a:pt x="18" y="122"/>
                  </a:lnTo>
                  <a:lnTo>
                    <a:pt x="18" y="124"/>
                  </a:lnTo>
                  <a:lnTo>
                    <a:pt x="18" y="124"/>
                  </a:lnTo>
                  <a:lnTo>
                    <a:pt x="16" y="124"/>
                  </a:lnTo>
                  <a:lnTo>
                    <a:pt x="16" y="124"/>
                  </a:lnTo>
                  <a:lnTo>
                    <a:pt x="13" y="124"/>
                  </a:lnTo>
                  <a:lnTo>
                    <a:pt x="13" y="124"/>
                  </a:lnTo>
                  <a:lnTo>
                    <a:pt x="11" y="124"/>
                  </a:lnTo>
                  <a:lnTo>
                    <a:pt x="11" y="124"/>
                  </a:lnTo>
                  <a:lnTo>
                    <a:pt x="7" y="126"/>
                  </a:lnTo>
                  <a:lnTo>
                    <a:pt x="7" y="126"/>
                  </a:lnTo>
                  <a:lnTo>
                    <a:pt x="2" y="128"/>
                  </a:lnTo>
                  <a:lnTo>
                    <a:pt x="5" y="128"/>
                  </a:lnTo>
                  <a:lnTo>
                    <a:pt x="5" y="128"/>
                  </a:lnTo>
                  <a:lnTo>
                    <a:pt x="7" y="128"/>
                  </a:lnTo>
                  <a:lnTo>
                    <a:pt x="9" y="131"/>
                  </a:lnTo>
                  <a:lnTo>
                    <a:pt x="9" y="131"/>
                  </a:lnTo>
                  <a:lnTo>
                    <a:pt x="9" y="131"/>
                  </a:lnTo>
                  <a:lnTo>
                    <a:pt x="11" y="135"/>
                  </a:lnTo>
                  <a:lnTo>
                    <a:pt x="11" y="135"/>
                  </a:lnTo>
                  <a:lnTo>
                    <a:pt x="13" y="137"/>
                  </a:lnTo>
                  <a:lnTo>
                    <a:pt x="13" y="137"/>
                  </a:lnTo>
                  <a:lnTo>
                    <a:pt x="16" y="139"/>
                  </a:lnTo>
                  <a:lnTo>
                    <a:pt x="16" y="139"/>
                  </a:lnTo>
                  <a:lnTo>
                    <a:pt x="16" y="139"/>
                  </a:lnTo>
                  <a:lnTo>
                    <a:pt x="16" y="139"/>
                  </a:lnTo>
                  <a:lnTo>
                    <a:pt x="16" y="139"/>
                  </a:lnTo>
                  <a:lnTo>
                    <a:pt x="16" y="139"/>
                  </a:lnTo>
                  <a:lnTo>
                    <a:pt x="18" y="139"/>
                  </a:lnTo>
                  <a:lnTo>
                    <a:pt x="18" y="142"/>
                  </a:lnTo>
                  <a:lnTo>
                    <a:pt x="18" y="144"/>
                  </a:lnTo>
                  <a:lnTo>
                    <a:pt x="18" y="144"/>
                  </a:lnTo>
                  <a:lnTo>
                    <a:pt x="18" y="144"/>
                  </a:lnTo>
                  <a:lnTo>
                    <a:pt x="18" y="144"/>
                  </a:lnTo>
                  <a:lnTo>
                    <a:pt x="20" y="144"/>
                  </a:lnTo>
                  <a:lnTo>
                    <a:pt x="20" y="144"/>
                  </a:lnTo>
                  <a:lnTo>
                    <a:pt x="20" y="144"/>
                  </a:lnTo>
                  <a:lnTo>
                    <a:pt x="22" y="144"/>
                  </a:lnTo>
                  <a:lnTo>
                    <a:pt x="22" y="144"/>
                  </a:lnTo>
                  <a:lnTo>
                    <a:pt x="22" y="144"/>
                  </a:lnTo>
                  <a:lnTo>
                    <a:pt x="25" y="144"/>
                  </a:lnTo>
                  <a:lnTo>
                    <a:pt x="25" y="144"/>
                  </a:lnTo>
                  <a:lnTo>
                    <a:pt x="25" y="144"/>
                  </a:lnTo>
                  <a:lnTo>
                    <a:pt x="27" y="146"/>
                  </a:lnTo>
                  <a:lnTo>
                    <a:pt x="27" y="144"/>
                  </a:lnTo>
                  <a:lnTo>
                    <a:pt x="27" y="144"/>
                  </a:lnTo>
                  <a:lnTo>
                    <a:pt x="29" y="144"/>
                  </a:lnTo>
                  <a:lnTo>
                    <a:pt x="29" y="144"/>
                  </a:lnTo>
                  <a:lnTo>
                    <a:pt x="29" y="144"/>
                  </a:lnTo>
                  <a:lnTo>
                    <a:pt x="29" y="144"/>
                  </a:lnTo>
                  <a:lnTo>
                    <a:pt x="31" y="144"/>
                  </a:lnTo>
                  <a:lnTo>
                    <a:pt x="33" y="144"/>
                  </a:lnTo>
                  <a:lnTo>
                    <a:pt x="33" y="144"/>
                  </a:lnTo>
                  <a:lnTo>
                    <a:pt x="33" y="144"/>
                  </a:lnTo>
                  <a:lnTo>
                    <a:pt x="33" y="144"/>
                  </a:lnTo>
                  <a:lnTo>
                    <a:pt x="36" y="144"/>
                  </a:lnTo>
                  <a:lnTo>
                    <a:pt x="36" y="144"/>
                  </a:lnTo>
                  <a:lnTo>
                    <a:pt x="36" y="142"/>
                  </a:lnTo>
                  <a:lnTo>
                    <a:pt x="38" y="142"/>
                  </a:lnTo>
                  <a:lnTo>
                    <a:pt x="38" y="142"/>
                  </a:lnTo>
                  <a:lnTo>
                    <a:pt x="38" y="142"/>
                  </a:lnTo>
                  <a:lnTo>
                    <a:pt x="38" y="144"/>
                  </a:lnTo>
                  <a:lnTo>
                    <a:pt x="38" y="144"/>
                  </a:lnTo>
                  <a:lnTo>
                    <a:pt x="40" y="144"/>
                  </a:lnTo>
                  <a:lnTo>
                    <a:pt x="40" y="144"/>
                  </a:lnTo>
                  <a:lnTo>
                    <a:pt x="42" y="142"/>
                  </a:lnTo>
                  <a:lnTo>
                    <a:pt x="44" y="142"/>
                  </a:lnTo>
                  <a:lnTo>
                    <a:pt x="47" y="144"/>
                  </a:lnTo>
                  <a:lnTo>
                    <a:pt x="47" y="144"/>
                  </a:lnTo>
                  <a:lnTo>
                    <a:pt x="47" y="144"/>
                  </a:lnTo>
                  <a:lnTo>
                    <a:pt x="47" y="142"/>
                  </a:lnTo>
                  <a:lnTo>
                    <a:pt x="49" y="142"/>
                  </a:lnTo>
                  <a:lnTo>
                    <a:pt x="49" y="142"/>
                  </a:lnTo>
                  <a:lnTo>
                    <a:pt x="49" y="142"/>
                  </a:lnTo>
                  <a:lnTo>
                    <a:pt x="49" y="144"/>
                  </a:lnTo>
                  <a:lnTo>
                    <a:pt x="51" y="146"/>
                  </a:lnTo>
                  <a:lnTo>
                    <a:pt x="51" y="148"/>
                  </a:lnTo>
                  <a:lnTo>
                    <a:pt x="53" y="148"/>
                  </a:lnTo>
                  <a:lnTo>
                    <a:pt x="53" y="150"/>
                  </a:lnTo>
                  <a:lnTo>
                    <a:pt x="53" y="150"/>
                  </a:lnTo>
                  <a:lnTo>
                    <a:pt x="53" y="150"/>
                  </a:lnTo>
                  <a:lnTo>
                    <a:pt x="51" y="150"/>
                  </a:lnTo>
                  <a:lnTo>
                    <a:pt x="51" y="150"/>
                  </a:lnTo>
                  <a:lnTo>
                    <a:pt x="51" y="150"/>
                  </a:lnTo>
                  <a:lnTo>
                    <a:pt x="51" y="153"/>
                  </a:lnTo>
                  <a:lnTo>
                    <a:pt x="49" y="153"/>
                  </a:lnTo>
                  <a:lnTo>
                    <a:pt x="49" y="153"/>
                  </a:lnTo>
                  <a:lnTo>
                    <a:pt x="49" y="153"/>
                  </a:lnTo>
                  <a:lnTo>
                    <a:pt x="47" y="155"/>
                  </a:lnTo>
                  <a:lnTo>
                    <a:pt x="47" y="155"/>
                  </a:lnTo>
                  <a:lnTo>
                    <a:pt x="47" y="157"/>
                  </a:lnTo>
                  <a:lnTo>
                    <a:pt x="47" y="157"/>
                  </a:lnTo>
                  <a:lnTo>
                    <a:pt x="47" y="157"/>
                  </a:lnTo>
                  <a:lnTo>
                    <a:pt x="47" y="157"/>
                  </a:lnTo>
                  <a:lnTo>
                    <a:pt x="44" y="159"/>
                  </a:lnTo>
                  <a:lnTo>
                    <a:pt x="44" y="159"/>
                  </a:lnTo>
                  <a:lnTo>
                    <a:pt x="44" y="162"/>
                  </a:lnTo>
                  <a:lnTo>
                    <a:pt x="42" y="162"/>
                  </a:lnTo>
                  <a:lnTo>
                    <a:pt x="38" y="164"/>
                  </a:lnTo>
                  <a:lnTo>
                    <a:pt x="38" y="164"/>
                  </a:lnTo>
                  <a:lnTo>
                    <a:pt x="38" y="164"/>
                  </a:lnTo>
                  <a:lnTo>
                    <a:pt x="36" y="164"/>
                  </a:lnTo>
                  <a:lnTo>
                    <a:pt x="36" y="164"/>
                  </a:lnTo>
                  <a:lnTo>
                    <a:pt x="36" y="164"/>
                  </a:lnTo>
                  <a:lnTo>
                    <a:pt x="33" y="164"/>
                  </a:lnTo>
                  <a:lnTo>
                    <a:pt x="31" y="164"/>
                  </a:lnTo>
                  <a:lnTo>
                    <a:pt x="31" y="164"/>
                  </a:lnTo>
                  <a:lnTo>
                    <a:pt x="31" y="164"/>
                  </a:lnTo>
                  <a:lnTo>
                    <a:pt x="31" y="164"/>
                  </a:lnTo>
                  <a:lnTo>
                    <a:pt x="31" y="164"/>
                  </a:lnTo>
                  <a:lnTo>
                    <a:pt x="31" y="164"/>
                  </a:lnTo>
                  <a:lnTo>
                    <a:pt x="31" y="164"/>
                  </a:lnTo>
                  <a:lnTo>
                    <a:pt x="31" y="164"/>
                  </a:lnTo>
                  <a:lnTo>
                    <a:pt x="29" y="164"/>
                  </a:lnTo>
                  <a:lnTo>
                    <a:pt x="27" y="166"/>
                  </a:lnTo>
                  <a:lnTo>
                    <a:pt x="25" y="166"/>
                  </a:lnTo>
                  <a:lnTo>
                    <a:pt x="25" y="166"/>
                  </a:lnTo>
                  <a:lnTo>
                    <a:pt x="22" y="166"/>
                  </a:lnTo>
                  <a:lnTo>
                    <a:pt x="22" y="164"/>
                  </a:lnTo>
                  <a:lnTo>
                    <a:pt x="22" y="164"/>
                  </a:lnTo>
                  <a:lnTo>
                    <a:pt x="22" y="166"/>
                  </a:lnTo>
                  <a:lnTo>
                    <a:pt x="22" y="166"/>
                  </a:lnTo>
                  <a:lnTo>
                    <a:pt x="20" y="166"/>
                  </a:lnTo>
                  <a:lnTo>
                    <a:pt x="18" y="168"/>
                  </a:lnTo>
                  <a:lnTo>
                    <a:pt x="16" y="168"/>
                  </a:lnTo>
                  <a:lnTo>
                    <a:pt x="16" y="168"/>
                  </a:lnTo>
                  <a:lnTo>
                    <a:pt x="13" y="168"/>
                  </a:lnTo>
                  <a:lnTo>
                    <a:pt x="11" y="168"/>
                  </a:lnTo>
                  <a:lnTo>
                    <a:pt x="11" y="170"/>
                  </a:lnTo>
                  <a:lnTo>
                    <a:pt x="11" y="170"/>
                  </a:lnTo>
                  <a:lnTo>
                    <a:pt x="11" y="170"/>
                  </a:lnTo>
                  <a:lnTo>
                    <a:pt x="11" y="170"/>
                  </a:lnTo>
                  <a:lnTo>
                    <a:pt x="9" y="173"/>
                  </a:lnTo>
                  <a:lnTo>
                    <a:pt x="9" y="173"/>
                  </a:lnTo>
                  <a:lnTo>
                    <a:pt x="9" y="173"/>
                  </a:lnTo>
                  <a:lnTo>
                    <a:pt x="9" y="173"/>
                  </a:lnTo>
                  <a:lnTo>
                    <a:pt x="7" y="173"/>
                  </a:lnTo>
                  <a:lnTo>
                    <a:pt x="7" y="173"/>
                  </a:lnTo>
                  <a:lnTo>
                    <a:pt x="7" y="175"/>
                  </a:lnTo>
                  <a:lnTo>
                    <a:pt x="7" y="175"/>
                  </a:lnTo>
                  <a:lnTo>
                    <a:pt x="7" y="175"/>
                  </a:lnTo>
                  <a:lnTo>
                    <a:pt x="7" y="175"/>
                  </a:lnTo>
                  <a:lnTo>
                    <a:pt x="7" y="177"/>
                  </a:lnTo>
                  <a:lnTo>
                    <a:pt x="7" y="177"/>
                  </a:lnTo>
                  <a:lnTo>
                    <a:pt x="5" y="182"/>
                  </a:lnTo>
                  <a:lnTo>
                    <a:pt x="5" y="182"/>
                  </a:lnTo>
                  <a:lnTo>
                    <a:pt x="5" y="184"/>
                  </a:lnTo>
                  <a:lnTo>
                    <a:pt x="5" y="184"/>
                  </a:lnTo>
                  <a:lnTo>
                    <a:pt x="5" y="186"/>
                  </a:lnTo>
                  <a:lnTo>
                    <a:pt x="5" y="186"/>
                  </a:lnTo>
                  <a:lnTo>
                    <a:pt x="5" y="188"/>
                  </a:lnTo>
                  <a:lnTo>
                    <a:pt x="5" y="188"/>
                  </a:lnTo>
                  <a:lnTo>
                    <a:pt x="2" y="188"/>
                  </a:lnTo>
                  <a:lnTo>
                    <a:pt x="2" y="188"/>
                  </a:lnTo>
                  <a:lnTo>
                    <a:pt x="2" y="188"/>
                  </a:lnTo>
                  <a:lnTo>
                    <a:pt x="0" y="190"/>
                  </a:lnTo>
                  <a:lnTo>
                    <a:pt x="0" y="193"/>
                  </a:lnTo>
                  <a:lnTo>
                    <a:pt x="0" y="193"/>
                  </a:lnTo>
                  <a:lnTo>
                    <a:pt x="0" y="193"/>
                  </a:lnTo>
                  <a:lnTo>
                    <a:pt x="0" y="193"/>
                  </a:lnTo>
                  <a:lnTo>
                    <a:pt x="2" y="193"/>
                  </a:lnTo>
                  <a:lnTo>
                    <a:pt x="2" y="197"/>
                  </a:lnTo>
                  <a:lnTo>
                    <a:pt x="5" y="199"/>
                  </a:lnTo>
                  <a:lnTo>
                    <a:pt x="5" y="199"/>
                  </a:lnTo>
                  <a:lnTo>
                    <a:pt x="5" y="199"/>
                  </a:lnTo>
                  <a:lnTo>
                    <a:pt x="5" y="199"/>
                  </a:lnTo>
                  <a:lnTo>
                    <a:pt x="7" y="197"/>
                  </a:lnTo>
                  <a:lnTo>
                    <a:pt x="7" y="197"/>
                  </a:lnTo>
                  <a:lnTo>
                    <a:pt x="7" y="199"/>
                  </a:lnTo>
                  <a:lnTo>
                    <a:pt x="7" y="199"/>
                  </a:lnTo>
                  <a:lnTo>
                    <a:pt x="9" y="201"/>
                  </a:lnTo>
                  <a:lnTo>
                    <a:pt x="9" y="201"/>
                  </a:lnTo>
                  <a:lnTo>
                    <a:pt x="11" y="204"/>
                  </a:lnTo>
                  <a:lnTo>
                    <a:pt x="11" y="204"/>
                  </a:lnTo>
                  <a:lnTo>
                    <a:pt x="13" y="201"/>
                  </a:lnTo>
                  <a:lnTo>
                    <a:pt x="16" y="201"/>
                  </a:lnTo>
                  <a:lnTo>
                    <a:pt x="18" y="201"/>
                  </a:lnTo>
                  <a:lnTo>
                    <a:pt x="18" y="201"/>
                  </a:lnTo>
                  <a:lnTo>
                    <a:pt x="20" y="201"/>
                  </a:lnTo>
                  <a:lnTo>
                    <a:pt x="20" y="204"/>
                  </a:lnTo>
                  <a:lnTo>
                    <a:pt x="22" y="204"/>
                  </a:lnTo>
                  <a:lnTo>
                    <a:pt x="22" y="201"/>
                  </a:lnTo>
                  <a:lnTo>
                    <a:pt x="25" y="199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197"/>
                  </a:lnTo>
                  <a:lnTo>
                    <a:pt x="25" y="197"/>
                  </a:lnTo>
                  <a:lnTo>
                    <a:pt x="22" y="195"/>
                  </a:lnTo>
                  <a:lnTo>
                    <a:pt x="22" y="195"/>
                  </a:lnTo>
                  <a:lnTo>
                    <a:pt x="22" y="195"/>
                  </a:lnTo>
                  <a:lnTo>
                    <a:pt x="22" y="195"/>
                  </a:lnTo>
                  <a:lnTo>
                    <a:pt x="25" y="193"/>
                  </a:lnTo>
                  <a:lnTo>
                    <a:pt x="22" y="193"/>
                  </a:lnTo>
                  <a:lnTo>
                    <a:pt x="20" y="193"/>
                  </a:lnTo>
                  <a:lnTo>
                    <a:pt x="20" y="195"/>
                  </a:lnTo>
                  <a:lnTo>
                    <a:pt x="18" y="195"/>
                  </a:lnTo>
                  <a:lnTo>
                    <a:pt x="18" y="197"/>
                  </a:lnTo>
                  <a:lnTo>
                    <a:pt x="16" y="197"/>
                  </a:lnTo>
                  <a:lnTo>
                    <a:pt x="16" y="197"/>
                  </a:lnTo>
                  <a:lnTo>
                    <a:pt x="16" y="195"/>
                  </a:lnTo>
                  <a:lnTo>
                    <a:pt x="18" y="195"/>
                  </a:lnTo>
                  <a:lnTo>
                    <a:pt x="18" y="193"/>
                  </a:lnTo>
                  <a:lnTo>
                    <a:pt x="18" y="193"/>
                  </a:lnTo>
                  <a:lnTo>
                    <a:pt x="16" y="193"/>
                  </a:lnTo>
                  <a:lnTo>
                    <a:pt x="16" y="195"/>
                  </a:lnTo>
                  <a:lnTo>
                    <a:pt x="13" y="195"/>
                  </a:lnTo>
                  <a:lnTo>
                    <a:pt x="16" y="193"/>
                  </a:lnTo>
                  <a:lnTo>
                    <a:pt x="18" y="190"/>
                  </a:lnTo>
                  <a:lnTo>
                    <a:pt x="18" y="190"/>
                  </a:lnTo>
                  <a:lnTo>
                    <a:pt x="16" y="190"/>
                  </a:lnTo>
                  <a:lnTo>
                    <a:pt x="13" y="193"/>
                  </a:lnTo>
                  <a:lnTo>
                    <a:pt x="13" y="193"/>
                  </a:lnTo>
                  <a:lnTo>
                    <a:pt x="11" y="190"/>
                  </a:lnTo>
                  <a:lnTo>
                    <a:pt x="11" y="188"/>
                  </a:lnTo>
                  <a:lnTo>
                    <a:pt x="13" y="186"/>
                  </a:lnTo>
                  <a:lnTo>
                    <a:pt x="13" y="186"/>
                  </a:lnTo>
                  <a:lnTo>
                    <a:pt x="13" y="184"/>
                  </a:lnTo>
                  <a:lnTo>
                    <a:pt x="13" y="184"/>
                  </a:lnTo>
                  <a:lnTo>
                    <a:pt x="13" y="184"/>
                  </a:lnTo>
                  <a:lnTo>
                    <a:pt x="16" y="179"/>
                  </a:lnTo>
                  <a:lnTo>
                    <a:pt x="16" y="179"/>
                  </a:lnTo>
                  <a:lnTo>
                    <a:pt x="18" y="177"/>
                  </a:lnTo>
                  <a:lnTo>
                    <a:pt x="20" y="177"/>
                  </a:lnTo>
                  <a:lnTo>
                    <a:pt x="20" y="177"/>
                  </a:lnTo>
                  <a:lnTo>
                    <a:pt x="20" y="179"/>
                  </a:lnTo>
                  <a:lnTo>
                    <a:pt x="20" y="179"/>
                  </a:lnTo>
                  <a:lnTo>
                    <a:pt x="25" y="177"/>
                  </a:lnTo>
                  <a:lnTo>
                    <a:pt x="29" y="177"/>
                  </a:lnTo>
                  <a:lnTo>
                    <a:pt x="31" y="175"/>
                  </a:lnTo>
                  <a:lnTo>
                    <a:pt x="33" y="175"/>
                  </a:lnTo>
                  <a:lnTo>
                    <a:pt x="31" y="173"/>
                  </a:lnTo>
                  <a:lnTo>
                    <a:pt x="33" y="170"/>
                  </a:lnTo>
                  <a:lnTo>
                    <a:pt x="33" y="170"/>
                  </a:lnTo>
                  <a:lnTo>
                    <a:pt x="36" y="170"/>
                  </a:lnTo>
                  <a:lnTo>
                    <a:pt x="36" y="170"/>
                  </a:lnTo>
                  <a:lnTo>
                    <a:pt x="36" y="170"/>
                  </a:lnTo>
                  <a:lnTo>
                    <a:pt x="36" y="170"/>
                  </a:lnTo>
                  <a:lnTo>
                    <a:pt x="36" y="170"/>
                  </a:lnTo>
                  <a:lnTo>
                    <a:pt x="38" y="170"/>
                  </a:lnTo>
                  <a:lnTo>
                    <a:pt x="38" y="173"/>
                  </a:lnTo>
                  <a:lnTo>
                    <a:pt x="38" y="170"/>
                  </a:lnTo>
                  <a:lnTo>
                    <a:pt x="38" y="170"/>
                  </a:lnTo>
                  <a:lnTo>
                    <a:pt x="38" y="170"/>
                  </a:lnTo>
                  <a:lnTo>
                    <a:pt x="38" y="168"/>
                  </a:lnTo>
                  <a:lnTo>
                    <a:pt x="40" y="168"/>
                  </a:lnTo>
                  <a:lnTo>
                    <a:pt x="40" y="168"/>
                  </a:lnTo>
                  <a:lnTo>
                    <a:pt x="40" y="168"/>
                  </a:lnTo>
                  <a:lnTo>
                    <a:pt x="40" y="168"/>
                  </a:lnTo>
                  <a:lnTo>
                    <a:pt x="40" y="170"/>
                  </a:lnTo>
                  <a:lnTo>
                    <a:pt x="40" y="170"/>
                  </a:lnTo>
                  <a:lnTo>
                    <a:pt x="40" y="170"/>
                  </a:lnTo>
                  <a:lnTo>
                    <a:pt x="40" y="170"/>
                  </a:lnTo>
                  <a:lnTo>
                    <a:pt x="42" y="173"/>
                  </a:lnTo>
                  <a:lnTo>
                    <a:pt x="42" y="173"/>
                  </a:lnTo>
                  <a:lnTo>
                    <a:pt x="40" y="173"/>
                  </a:lnTo>
                  <a:lnTo>
                    <a:pt x="40" y="173"/>
                  </a:lnTo>
                  <a:lnTo>
                    <a:pt x="38" y="173"/>
                  </a:lnTo>
                  <a:lnTo>
                    <a:pt x="38" y="175"/>
                  </a:lnTo>
                  <a:lnTo>
                    <a:pt x="40" y="177"/>
                  </a:lnTo>
                  <a:lnTo>
                    <a:pt x="40" y="175"/>
                  </a:lnTo>
                  <a:lnTo>
                    <a:pt x="40" y="175"/>
                  </a:lnTo>
                  <a:lnTo>
                    <a:pt x="42" y="175"/>
                  </a:lnTo>
                  <a:lnTo>
                    <a:pt x="42" y="175"/>
                  </a:lnTo>
                  <a:lnTo>
                    <a:pt x="42" y="175"/>
                  </a:lnTo>
                  <a:lnTo>
                    <a:pt x="44" y="175"/>
                  </a:lnTo>
                  <a:lnTo>
                    <a:pt x="47" y="175"/>
                  </a:lnTo>
                  <a:lnTo>
                    <a:pt x="47" y="175"/>
                  </a:lnTo>
                  <a:lnTo>
                    <a:pt x="47" y="175"/>
                  </a:lnTo>
                  <a:lnTo>
                    <a:pt x="47" y="177"/>
                  </a:lnTo>
                  <a:lnTo>
                    <a:pt x="47" y="179"/>
                  </a:lnTo>
                  <a:lnTo>
                    <a:pt x="49" y="179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51" y="177"/>
                  </a:lnTo>
                  <a:lnTo>
                    <a:pt x="51" y="179"/>
                  </a:lnTo>
                  <a:lnTo>
                    <a:pt x="51" y="179"/>
                  </a:lnTo>
                  <a:lnTo>
                    <a:pt x="51" y="179"/>
                  </a:lnTo>
                  <a:lnTo>
                    <a:pt x="51" y="177"/>
                  </a:lnTo>
                  <a:lnTo>
                    <a:pt x="53" y="177"/>
                  </a:lnTo>
                  <a:lnTo>
                    <a:pt x="53" y="177"/>
                  </a:lnTo>
                  <a:lnTo>
                    <a:pt x="56" y="177"/>
                  </a:lnTo>
                  <a:lnTo>
                    <a:pt x="56" y="177"/>
                  </a:lnTo>
                  <a:lnTo>
                    <a:pt x="58" y="175"/>
                  </a:lnTo>
                  <a:lnTo>
                    <a:pt x="58" y="175"/>
                  </a:lnTo>
                  <a:lnTo>
                    <a:pt x="60" y="170"/>
                  </a:lnTo>
                  <a:lnTo>
                    <a:pt x="60" y="170"/>
                  </a:lnTo>
                  <a:lnTo>
                    <a:pt x="62" y="170"/>
                  </a:lnTo>
                  <a:lnTo>
                    <a:pt x="62" y="170"/>
                  </a:lnTo>
                  <a:lnTo>
                    <a:pt x="62" y="170"/>
                  </a:lnTo>
                  <a:lnTo>
                    <a:pt x="60" y="173"/>
                  </a:lnTo>
                  <a:lnTo>
                    <a:pt x="62" y="173"/>
                  </a:lnTo>
                  <a:lnTo>
                    <a:pt x="62" y="173"/>
                  </a:lnTo>
                  <a:lnTo>
                    <a:pt x="64" y="170"/>
                  </a:lnTo>
                  <a:lnTo>
                    <a:pt x="64" y="170"/>
                  </a:lnTo>
                  <a:lnTo>
                    <a:pt x="64" y="170"/>
                  </a:lnTo>
                  <a:lnTo>
                    <a:pt x="67" y="168"/>
                  </a:lnTo>
                  <a:lnTo>
                    <a:pt x="69" y="168"/>
                  </a:lnTo>
                  <a:lnTo>
                    <a:pt x="71" y="168"/>
                  </a:lnTo>
                  <a:lnTo>
                    <a:pt x="73" y="168"/>
                  </a:lnTo>
                  <a:lnTo>
                    <a:pt x="73" y="166"/>
                  </a:lnTo>
                  <a:lnTo>
                    <a:pt x="75" y="166"/>
                  </a:lnTo>
                  <a:lnTo>
                    <a:pt x="75" y="166"/>
                  </a:lnTo>
                  <a:lnTo>
                    <a:pt x="73" y="168"/>
                  </a:lnTo>
                  <a:lnTo>
                    <a:pt x="75" y="168"/>
                  </a:lnTo>
                  <a:lnTo>
                    <a:pt x="78" y="168"/>
                  </a:lnTo>
                  <a:lnTo>
                    <a:pt x="78" y="168"/>
                  </a:lnTo>
                  <a:lnTo>
                    <a:pt x="80" y="168"/>
                  </a:lnTo>
                  <a:lnTo>
                    <a:pt x="80" y="168"/>
                  </a:lnTo>
                  <a:lnTo>
                    <a:pt x="82" y="170"/>
                  </a:lnTo>
                  <a:lnTo>
                    <a:pt x="84" y="170"/>
                  </a:lnTo>
                  <a:lnTo>
                    <a:pt x="84" y="170"/>
                  </a:lnTo>
                  <a:lnTo>
                    <a:pt x="84" y="173"/>
                  </a:lnTo>
                  <a:lnTo>
                    <a:pt x="87" y="173"/>
                  </a:lnTo>
                  <a:lnTo>
                    <a:pt x="87" y="173"/>
                  </a:lnTo>
                  <a:lnTo>
                    <a:pt x="87" y="173"/>
                  </a:lnTo>
                  <a:lnTo>
                    <a:pt x="89" y="173"/>
                  </a:lnTo>
                  <a:lnTo>
                    <a:pt x="89" y="173"/>
                  </a:lnTo>
                  <a:lnTo>
                    <a:pt x="89" y="175"/>
                  </a:lnTo>
                  <a:lnTo>
                    <a:pt x="91" y="175"/>
                  </a:lnTo>
                  <a:lnTo>
                    <a:pt x="91" y="175"/>
                  </a:lnTo>
                  <a:lnTo>
                    <a:pt x="93" y="175"/>
                  </a:lnTo>
                  <a:lnTo>
                    <a:pt x="91" y="177"/>
                  </a:lnTo>
                  <a:lnTo>
                    <a:pt x="89" y="177"/>
                  </a:lnTo>
                  <a:lnTo>
                    <a:pt x="82" y="179"/>
                  </a:lnTo>
                  <a:lnTo>
                    <a:pt x="78" y="179"/>
                  </a:lnTo>
                  <a:lnTo>
                    <a:pt x="73" y="177"/>
                  </a:lnTo>
                  <a:lnTo>
                    <a:pt x="73" y="177"/>
                  </a:lnTo>
                  <a:lnTo>
                    <a:pt x="71" y="179"/>
                  </a:lnTo>
                  <a:lnTo>
                    <a:pt x="71" y="179"/>
                  </a:lnTo>
                  <a:lnTo>
                    <a:pt x="71" y="179"/>
                  </a:lnTo>
                  <a:lnTo>
                    <a:pt x="69" y="179"/>
                  </a:lnTo>
                  <a:lnTo>
                    <a:pt x="69" y="177"/>
                  </a:lnTo>
                  <a:lnTo>
                    <a:pt x="64" y="177"/>
                  </a:lnTo>
                  <a:lnTo>
                    <a:pt x="64" y="179"/>
                  </a:lnTo>
                  <a:lnTo>
                    <a:pt x="64" y="179"/>
                  </a:lnTo>
                  <a:lnTo>
                    <a:pt x="64" y="182"/>
                  </a:lnTo>
                  <a:lnTo>
                    <a:pt x="64" y="182"/>
                  </a:lnTo>
                  <a:lnTo>
                    <a:pt x="67" y="182"/>
                  </a:lnTo>
                  <a:lnTo>
                    <a:pt x="69" y="182"/>
                  </a:lnTo>
                  <a:lnTo>
                    <a:pt x="69" y="182"/>
                  </a:lnTo>
                  <a:lnTo>
                    <a:pt x="71" y="179"/>
                  </a:lnTo>
                  <a:lnTo>
                    <a:pt x="73" y="179"/>
                  </a:lnTo>
                  <a:lnTo>
                    <a:pt x="93" y="177"/>
                  </a:lnTo>
                  <a:lnTo>
                    <a:pt x="95" y="179"/>
                  </a:lnTo>
                  <a:lnTo>
                    <a:pt x="95" y="179"/>
                  </a:lnTo>
                  <a:lnTo>
                    <a:pt x="95" y="179"/>
                  </a:lnTo>
                  <a:lnTo>
                    <a:pt x="98" y="179"/>
                  </a:lnTo>
                  <a:lnTo>
                    <a:pt x="98" y="179"/>
                  </a:lnTo>
                  <a:lnTo>
                    <a:pt x="98" y="179"/>
                  </a:lnTo>
                  <a:lnTo>
                    <a:pt x="98" y="179"/>
                  </a:lnTo>
                  <a:lnTo>
                    <a:pt x="102" y="177"/>
                  </a:lnTo>
                  <a:lnTo>
                    <a:pt x="104" y="177"/>
                  </a:lnTo>
                  <a:lnTo>
                    <a:pt x="122" y="175"/>
                  </a:lnTo>
                  <a:lnTo>
                    <a:pt x="124" y="173"/>
                  </a:lnTo>
                  <a:lnTo>
                    <a:pt x="124" y="173"/>
                  </a:lnTo>
                  <a:lnTo>
                    <a:pt x="126" y="170"/>
                  </a:lnTo>
                  <a:lnTo>
                    <a:pt x="126" y="170"/>
                  </a:lnTo>
                  <a:lnTo>
                    <a:pt x="126" y="170"/>
                  </a:lnTo>
                  <a:lnTo>
                    <a:pt x="126" y="168"/>
                  </a:lnTo>
                  <a:lnTo>
                    <a:pt x="126" y="168"/>
                  </a:lnTo>
                  <a:lnTo>
                    <a:pt x="126" y="166"/>
                  </a:lnTo>
                  <a:lnTo>
                    <a:pt x="124" y="166"/>
                  </a:lnTo>
                  <a:lnTo>
                    <a:pt x="122" y="164"/>
                  </a:lnTo>
                  <a:lnTo>
                    <a:pt x="122" y="164"/>
                  </a:lnTo>
                  <a:lnTo>
                    <a:pt x="122" y="164"/>
                  </a:lnTo>
                  <a:lnTo>
                    <a:pt x="122" y="164"/>
                  </a:lnTo>
                  <a:lnTo>
                    <a:pt x="124" y="164"/>
                  </a:lnTo>
                  <a:lnTo>
                    <a:pt x="122" y="164"/>
                  </a:lnTo>
                  <a:lnTo>
                    <a:pt x="122" y="162"/>
                  </a:lnTo>
                  <a:lnTo>
                    <a:pt x="122" y="162"/>
                  </a:lnTo>
                  <a:lnTo>
                    <a:pt x="122" y="162"/>
                  </a:lnTo>
                  <a:lnTo>
                    <a:pt x="122" y="162"/>
                  </a:lnTo>
                  <a:lnTo>
                    <a:pt x="122" y="162"/>
                  </a:lnTo>
                  <a:lnTo>
                    <a:pt x="120" y="162"/>
                  </a:lnTo>
                  <a:lnTo>
                    <a:pt x="120" y="162"/>
                  </a:lnTo>
                  <a:lnTo>
                    <a:pt x="120" y="162"/>
                  </a:lnTo>
                  <a:lnTo>
                    <a:pt x="118" y="157"/>
                  </a:lnTo>
                  <a:lnTo>
                    <a:pt x="118" y="157"/>
                  </a:lnTo>
                  <a:lnTo>
                    <a:pt x="118" y="155"/>
                  </a:lnTo>
                  <a:lnTo>
                    <a:pt x="120" y="155"/>
                  </a:lnTo>
                  <a:lnTo>
                    <a:pt x="120" y="153"/>
                  </a:lnTo>
                  <a:lnTo>
                    <a:pt x="122" y="153"/>
                  </a:lnTo>
                  <a:lnTo>
                    <a:pt x="124" y="153"/>
                  </a:lnTo>
                  <a:lnTo>
                    <a:pt x="126" y="150"/>
                  </a:lnTo>
                  <a:lnTo>
                    <a:pt x="126" y="150"/>
                  </a:lnTo>
                  <a:lnTo>
                    <a:pt x="129" y="150"/>
                  </a:lnTo>
                  <a:lnTo>
                    <a:pt x="129" y="150"/>
                  </a:lnTo>
                  <a:lnTo>
                    <a:pt x="129" y="150"/>
                  </a:lnTo>
                  <a:lnTo>
                    <a:pt x="131" y="150"/>
                  </a:lnTo>
                  <a:lnTo>
                    <a:pt x="131" y="150"/>
                  </a:lnTo>
                  <a:lnTo>
                    <a:pt x="131" y="148"/>
                  </a:lnTo>
                  <a:lnTo>
                    <a:pt x="133" y="148"/>
                  </a:lnTo>
                  <a:lnTo>
                    <a:pt x="133" y="148"/>
                  </a:lnTo>
                  <a:lnTo>
                    <a:pt x="135" y="148"/>
                  </a:lnTo>
                  <a:lnTo>
                    <a:pt x="135" y="148"/>
                  </a:lnTo>
                  <a:lnTo>
                    <a:pt x="135" y="148"/>
                  </a:lnTo>
                  <a:lnTo>
                    <a:pt x="135" y="150"/>
                  </a:lnTo>
                  <a:lnTo>
                    <a:pt x="135" y="153"/>
                  </a:lnTo>
                  <a:lnTo>
                    <a:pt x="135" y="155"/>
                  </a:lnTo>
                  <a:lnTo>
                    <a:pt x="135" y="155"/>
                  </a:lnTo>
                  <a:lnTo>
                    <a:pt x="135" y="155"/>
                  </a:lnTo>
                  <a:lnTo>
                    <a:pt x="133" y="155"/>
                  </a:lnTo>
                  <a:lnTo>
                    <a:pt x="133" y="157"/>
                  </a:lnTo>
                  <a:lnTo>
                    <a:pt x="133" y="157"/>
                  </a:lnTo>
                  <a:lnTo>
                    <a:pt x="133" y="157"/>
                  </a:lnTo>
                  <a:lnTo>
                    <a:pt x="135" y="157"/>
                  </a:lnTo>
                  <a:lnTo>
                    <a:pt x="131" y="159"/>
                  </a:lnTo>
                  <a:lnTo>
                    <a:pt x="131" y="162"/>
                  </a:lnTo>
                  <a:lnTo>
                    <a:pt x="129" y="164"/>
                  </a:lnTo>
                  <a:lnTo>
                    <a:pt x="129" y="166"/>
                  </a:lnTo>
                  <a:lnTo>
                    <a:pt x="129" y="166"/>
                  </a:lnTo>
                  <a:lnTo>
                    <a:pt x="129" y="166"/>
                  </a:lnTo>
                  <a:lnTo>
                    <a:pt x="131" y="166"/>
                  </a:lnTo>
                  <a:lnTo>
                    <a:pt x="131" y="168"/>
                  </a:lnTo>
                  <a:lnTo>
                    <a:pt x="131" y="168"/>
                  </a:lnTo>
                  <a:lnTo>
                    <a:pt x="131" y="168"/>
                  </a:lnTo>
                  <a:lnTo>
                    <a:pt x="129" y="168"/>
                  </a:lnTo>
                  <a:lnTo>
                    <a:pt x="129" y="168"/>
                  </a:lnTo>
                  <a:lnTo>
                    <a:pt x="129" y="168"/>
                  </a:lnTo>
                  <a:lnTo>
                    <a:pt x="129" y="168"/>
                  </a:lnTo>
                  <a:lnTo>
                    <a:pt x="131" y="170"/>
                  </a:lnTo>
                  <a:lnTo>
                    <a:pt x="131" y="170"/>
                  </a:lnTo>
                  <a:lnTo>
                    <a:pt x="133" y="170"/>
                  </a:lnTo>
                  <a:lnTo>
                    <a:pt x="133" y="170"/>
                  </a:lnTo>
                  <a:lnTo>
                    <a:pt x="135" y="173"/>
                  </a:lnTo>
                  <a:lnTo>
                    <a:pt x="142" y="173"/>
                  </a:lnTo>
                  <a:lnTo>
                    <a:pt x="149" y="173"/>
                  </a:lnTo>
                  <a:lnTo>
                    <a:pt x="155" y="173"/>
                  </a:lnTo>
                  <a:lnTo>
                    <a:pt x="160" y="173"/>
                  </a:lnTo>
                  <a:lnTo>
                    <a:pt x="160" y="173"/>
                  </a:lnTo>
                  <a:lnTo>
                    <a:pt x="162" y="170"/>
                  </a:lnTo>
                  <a:lnTo>
                    <a:pt x="162" y="170"/>
                  </a:lnTo>
                  <a:lnTo>
                    <a:pt x="164" y="170"/>
                  </a:lnTo>
                  <a:lnTo>
                    <a:pt x="166" y="170"/>
                  </a:lnTo>
                  <a:lnTo>
                    <a:pt x="173" y="170"/>
                  </a:lnTo>
                  <a:lnTo>
                    <a:pt x="184" y="170"/>
                  </a:lnTo>
                  <a:lnTo>
                    <a:pt x="197" y="170"/>
                  </a:lnTo>
                  <a:lnTo>
                    <a:pt x="206" y="170"/>
                  </a:lnTo>
                  <a:lnTo>
                    <a:pt x="208" y="170"/>
                  </a:lnTo>
                  <a:lnTo>
                    <a:pt x="208" y="173"/>
                  </a:lnTo>
                  <a:lnTo>
                    <a:pt x="211" y="173"/>
                  </a:lnTo>
                  <a:lnTo>
                    <a:pt x="211" y="173"/>
                  </a:lnTo>
                  <a:lnTo>
                    <a:pt x="211" y="170"/>
                  </a:lnTo>
                  <a:lnTo>
                    <a:pt x="211" y="170"/>
                  </a:lnTo>
                  <a:lnTo>
                    <a:pt x="211" y="170"/>
                  </a:lnTo>
                  <a:lnTo>
                    <a:pt x="211" y="170"/>
                  </a:lnTo>
                  <a:lnTo>
                    <a:pt x="208" y="170"/>
                  </a:lnTo>
                  <a:lnTo>
                    <a:pt x="208" y="168"/>
                  </a:lnTo>
                  <a:lnTo>
                    <a:pt x="208" y="166"/>
                  </a:lnTo>
                  <a:lnTo>
                    <a:pt x="208" y="166"/>
                  </a:lnTo>
                  <a:lnTo>
                    <a:pt x="211" y="166"/>
                  </a:lnTo>
                  <a:lnTo>
                    <a:pt x="211" y="166"/>
                  </a:lnTo>
                  <a:lnTo>
                    <a:pt x="211" y="166"/>
                  </a:lnTo>
                  <a:lnTo>
                    <a:pt x="211" y="166"/>
                  </a:lnTo>
                  <a:lnTo>
                    <a:pt x="211" y="164"/>
                  </a:lnTo>
                  <a:lnTo>
                    <a:pt x="211" y="164"/>
                  </a:lnTo>
                  <a:lnTo>
                    <a:pt x="213" y="162"/>
                  </a:lnTo>
                  <a:lnTo>
                    <a:pt x="213" y="162"/>
                  </a:lnTo>
                  <a:lnTo>
                    <a:pt x="213" y="162"/>
                  </a:lnTo>
                  <a:lnTo>
                    <a:pt x="213" y="162"/>
                  </a:lnTo>
                  <a:lnTo>
                    <a:pt x="213" y="162"/>
                  </a:lnTo>
                  <a:lnTo>
                    <a:pt x="215" y="159"/>
                  </a:lnTo>
                  <a:lnTo>
                    <a:pt x="217" y="157"/>
                  </a:lnTo>
                  <a:lnTo>
                    <a:pt x="217" y="157"/>
                  </a:lnTo>
                  <a:lnTo>
                    <a:pt x="220" y="157"/>
                  </a:lnTo>
                  <a:lnTo>
                    <a:pt x="220" y="157"/>
                  </a:lnTo>
                  <a:lnTo>
                    <a:pt x="220" y="155"/>
                  </a:lnTo>
                  <a:lnTo>
                    <a:pt x="222" y="155"/>
                  </a:lnTo>
                  <a:lnTo>
                    <a:pt x="222" y="153"/>
                  </a:lnTo>
                  <a:lnTo>
                    <a:pt x="220" y="155"/>
                  </a:lnTo>
                  <a:lnTo>
                    <a:pt x="220" y="155"/>
                  </a:lnTo>
                  <a:lnTo>
                    <a:pt x="217" y="155"/>
                  </a:lnTo>
                  <a:lnTo>
                    <a:pt x="217" y="155"/>
                  </a:lnTo>
                  <a:lnTo>
                    <a:pt x="215" y="157"/>
                  </a:lnTo>
                  <a:lnTo>
                    <a:pt x="215" y="157"/>
                  </a:lnTo>
                  <a:lnTo>
                    <a:pt x="215" y="155"/>
                  </a:lnTo>
                  <a:lnTo>
                    <a:pt x="213" y="153"/>
                  </a:lnTo>
                  <a:lnTo>
                    <a:pt x="211" y="150"/>
                  </a:lnTo>
                  <a:lnTo>
                    <a:pt x="211" y="148"/>
                  </a:lnTo>
                  <a:lnTo>
                    <a:pt x="211" y="144"/>
                  </a:lnTo>
                  <a:lnTo>
                    <a:pt x="213" y="139"/>
                  </a:lnTo>
                  <a:lnTo>
                    <a:pt x="213" y="137"/>
                  </a:lnTo>
                  <a:lnTo>
                    <a:pt x="217" y="137"/>
                  </a:lnTo>
                  <a:lnTo>
                    <a:pt x="217" y="135"/>
                  </a:lnTo>
                  <a:lnTo>
                    <a:pt x="217" y="135"/>
                  </a:lnTo>
                  <a:lnTo>
                    <a:pt x="220" y="135"/>
                  </a:lnTo>
                  <a:lnTo>
                    <a:pt x="220" y="133"/>
                  </a:lnTo>
                  <a:lnTo>
                    <a:pt x="220" y="133"/>
                  </a:lnTo>
                  <a:lnTo>
                    <a:pt x="220" y="133"/>
                  </a:lnTo>
                  <a:lnTo>
                    <a:pt x="222" y="133"/>
                  </a:lnTo>
                  <a:lnTo>
                    <a:pt x="222" y="131"/>
                  </a:lnTo>
                  <a:lnTo>
                    <a:pt x="224" y="128"/>
                  </a:lnTo>
                  <a:lnTo>
                    <a:pt x="226" y="128"/>
                  </a:lnTo>
                  <a:lnTo>
                    <a:pt x="226" y="126"/>
                  </a:lnTo>
                  <a:lnTo>
                    <a:pt x="228" y="126"/>
                  </a:lnTo>
                  <a:lnTo>
                    <a:pt x="228" y="124"/>
                  </a:lnTo>
                  <a:lnTo>
                    <a:pt x="228" y="124"/>
                  </a:lnTo>
                  <a:lnTo>
                    <a:pt x="231" y="122"/>
                  </a:lnTo>
                  <a:lnTo>
                    <a:pt x="235" y="117"/>
                  </a:lnTo>
                  <a:lnTo>
                    <a:pt x="244" y="115"/>
                  </a:lnTo>
                  <a:lnTo>
                    <a:pt x="251" y="113"/>
                  </a:lnTo>
                  <a:lnTo>
                    <a:pt x="259" y="108"/>
                  </a:lnTo>
                  <a:lnTo>
                    <a:pt x="266" y="106"/>
                  </a:lnTo>
                  <a:lnTo>
                    <a:pt x="275" y="104"/>
                  </a:lnTo>
                  <a:lnTo>
                    <a:pt x="286" y="97"/>
                  </a:lnTo>
                  <a:lnTo>
                    <a:pt x="286" y="95"/>
                  </a:lnTo>
                  <a:lnTo>
                    <a:pt x="286" y="91"/>
                  </a:lnTo>
                  <a:lnTo>
                    <a:pt x="284" y="82"/>
                  </a:lnTo>
                  <a:lnTo>
                    <a:pt x="284" y="73"/>
                  </a:lnTo>
                  <a:lnTo>
                    <a:pt x="284" y="69"/>
                  </a:lnTo>
                  <a:lnTo>
                    <a:pt x="284" y="64"/>
                  </a:lnTo>
                  <a:lnTo>
                    <a:pt x="279" y="62"/>
                  </a:lnTo>
                  <a:lnTo>
                    <a:pt x="279" y="57"/>
                  </a:lnTo>
                  <a:lnTo>
                    <a:pt x="279" y="55"/>
                  </a:lnTo>
                  <a:lnTo>
                    <a:pt x="282" y="53"/>
                  </a:lnTo>
                  <a:lnTo>
                    <a:pt x="284" y="53"/>
                  </a:lnTo>
                  <a:lnTo>
                    <a:pt x="286" y="49"/>
                  </a:lnTo>
                  <a:lnTo>
                    <a:pt x="288" y="46"/>
                  </a:lnTo>
                  <a:lnTo>
                    <a:pt x="288" y="44"/>
                  </a:lnTo>
                  <a:lnTo>
                    <a:pt x="288" y="42"/>
                  </a:lnTo>
                  <a:lnTo>
                    <a:pt x="288" y="42"/>
                  </a:lnTo>
                  <a:close/>
                  <a:moveTo>
                    <a:pt x="58" y="186"/>
                  </a:moveTo>
                  <a:lnTo>
                    <a:pt x="56" y="186"/>
                  </a:lnTo>
                  <a:lnTo>
                    <a:pt x="56" y="186"/>
                  </a:lnTo>
                  <a:lnTo>
                    <a:pt x="56" y="186"/>
                  </a:lnTo>
                  <a:lnTo>
                    <a:pt x="56" y="184"/>
                  </a:lnTo>
                  <a:lnTo>
                    <a:pt x="56" y="184"/>
                  </a:lnTo>
                  <a:lnTo>
                    <a:pt x="56" y="184"/>
                  </a:lnTo>
                  <a:lnTo>
                    <a:pt x="56" y="184"/>
                  </a:lnTo>
                  <a:lnTo>
                    <a:pt x="56" y="184"/>
                  </a:lnTo>
                  <a:lnTo>
                    <a:pt x="56" y="186"/>
                  </a:lnTo>
                  <a:lnTo>
                    <a:pt x="53" y="186"/>
                  </a:lnTo>
                  <a:lnTo>
                    <a:pt x="53" y="184"/>
                  </a:lnTo>
                  <a:lnTo>
                    <a:pt x="53" y="184"/>
                  </a:lnTo>
                  <a:lnTo>
                    <a:pt x="51" y="184"/>
                  </a:lnTo>
                  <a:lnTo>
                    <a:pt x="51" y="184"/>
                  </a:lnTo>
                  <a:lnTo>
                    <a:pt x="49" y="184"/>
                  </a:lnTo>
                  <a:lnTo>
                    <a:pt x="49" y="184"/>
                  </a:lnTo>
                  <a:lnTo>
                    <a:pt x="49" y="184"/>
                  </a:lnTo>
                  <a:lnTo>
                    <a:pt x="51" y="182"/>
                  </a:lnTo>
                  <a:lnTo>
                    <a:pt x="51" y="182"/>
                  </a:lnTo>
                  <a:lnTo>
                    <a:pt x="51" y="182"/>
                  </a:lnTo>
                  <a:lnTo>
                    <a:pt x="49" y="182"/>
                  </a:lnTo>
                  <a:lnTo>
                    <a:pt x="49" y="182"/>
                  </a:lnTo>
                  <a:lnTo>
                    <a:pt x="49" y="182"/>
                  </a:lnTo>
                  <a:lnTo>
                    <a:pt x="47" y="182"/>
                  </a:lnTo>
                  <a:lnTo>
                    <a:pt x="47" y="182"/>
                  </a:lnTo>
                  <a:lnTo>
                    <a:pt x="47" y="182"/>
                  </a:lnTo>
                  <a:lnTo>
                    <a:pt x="47" y="179"/>
                  </a:lnTo>
                  <a:lnTo>
                    <a:pt x="47" y="179"/>
                  </a:lnTo>
                  <a:lnTo>
                    <a:pt x="47" y="182"/>
                  </a:lnTo>
                  <a:lnTo>
                    <a:pt x="47" y="182"/>
                  </a:lnTo>
                  <a:lnTo>
                    <a:pt x="44" y="184"/>
                  </a:lnTo>
                  <a:lnTo>
                    <a:pt x="44" y="184"/>
                  </a:lnTo>
                  <a:lnTo>
                    <a:pt x="42" y="184"/>
                  </a:lnTo>
                  <a:lnTo>
                    <a:pt x="40" y="186"/>
                  </a:lnTo>
                  <a:lnTo>
                    <a:pt x="38" y="188"/>
                  </a:lnTo>
                  <a:lnTo>
                    <a:pt x="38" y="188"/>
                  </a:lnTo>
                  <a:lnTo>
                    <a:pt x="38" y="188"/>
                  </a:lnTo>
                  <a:lnTo>
                    <a:pt x="38" y="188"/>
                  </a:lnTo>
                  <a:lnTo>
                    <a:pt x="38" y="188"/>
                  </a:lnTo>
                  <a:lnTo>
                    <a:pt x="38" y="188"/>
                  </a:lnTo>
                  <a:lnTo>
                    <a:pt x="40" y="188"/>
                  </a:lnTo>
                  <a:lnTo>
                    <a:pt x="40" y="190"/>
                  </a:lnTo>
                  <a:lnTo>
                    <a:pt x="40" y="190"/>
                  </a:lnTo>
                  <a:lnTo>
                    <a:pt x="40" y="190"/>
                  </a:lnTo>
                  <a:lnTo>
                    <a:pt x="40" y="193"/>
                  </a:lnTo>
                  <a:lnTo>
                    <a:pt x="40" y="193"/>
                  </a:lnTo>
                  <a:lnTo>
                    <a:pt x="40" y="193"/>
                  </a:lnTo>
                  <a:lnTo>
                    <a:pt x="40" y="193"/>
                  </a:lnTo>
                  <a:lnTo>
                    <a:pt x="40" y="193"/>
                  </a:lnTo>
                  <a:lnTo>
                    <a:pt x="40" y="190"/>
                  </a:lnTo>
                  <a:lnTo>
                    <a:pt x="42" y="190"/>
                  </a:lnTo>
                  <a:lnTo>
                    <a:pt x="42" y="188"/>
                  </a:lnTo>
                  <a:lnTo>
                    <a:pt x="42" y="188"/>
                  </a:lnTo>
                  <a:lnTo>
                    <a:pt x="44" y="188"/>
                  </a:lnTo>
                  <a:lnTo>
                    <a:pt x="44" y="188"/>
                  </a:lnTo>
                  <a:lnTo>
                    <a:pt x="47" y="190"/>
                  </a:lnTo>
                  <a:lnTo>
                    <a:pt x="47" y="190"/>
                  </a:lnTo>
                  <a:lnTo>
                    <a:pt x="47" y="190"/>
                  </a:lnTo>
                  <a:lnTo>
                    <a:pt x="51" y="190"/>
                  </a:lnTo>
                  <a:lnTo>
                    <a:pt x="51" y="188"/>
                  </a:lnTo>
                  <a:lnTo>
                    <a:pt x="51" y="188"/>
                  </a:lnTo>
                  <a:lnTo>
                    <a:pt x="53" y="188"/>
                  </a:lnTo>
                  <a:lnTo>
                    <a:pt x="53" y="188"/>
                  </a:lnTo>
                  <a:lnTo>
                    <a:pt x="53" y="188"/>
                  </a:lnTo>
                  <a:lnTo>
                    <a:pt x="56" y="188"/>
                  </a:lnTo>
                  <a:lnTo>
                    <a:pt x="56" y="188"/>
                  </a:lnTo>
                  <a:lnTo>
                    <a:pt x="56" y="188"/>
                  </a:lnTo>
                  <a:lnTo>
                    <a:pt x="56" y="188"/>
                  </a:lnTo>
                  <a:lnTo>
                    <a:pt x="56" y="188"/>
                  </a:lnTo>
                  <a:lnTo>
                    <a:pt x="56" y="188"/>
                  </a:lnTo>
                  <a:lnTo>
                    <a:pt x="56" y="188"/>
                  </a:lnTo>
                  <a:lnTo>
                    <a:pt x="58" y="188"/>
                  </a:lnTo>
                  <a:lnTo>
                    <a:pt x="58" y="188"/>
                  </a:lnTo>
                  <a:lnTo>
                    <a:pt x="58" y="188"/>
                  </a:lnTo>
                  <a:lnTo>
                    <a:pt x="58" y="188"/>
                  </a:lnTo>
                  <a:lnTo>
                    <a:pt x="58" y="186"/>
                  </a:lnTo>
                  <a:close/>
                </a:path>
              </a:pathLst>
            </a:custGeom>
            <a:solidFill>
              <a:srgbClr val="D6D9ED"/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6F34439C-D9FD-42EE-9C95-BB5CC64E06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7" y="1140"/>
              <a:ext cx="410" cy="599"/>
            </a:xfrm>
            <a:custGeom>
              <a:avLst/>
              <a:gdLst>
                <a:gd name="T0" fmla="*/ 386 w 410"/>
                <a:gd name="T1" fmla="*/ 277 h 599"/>
                <a:gd name="T2" fmla="*/ 372 w 410"/>
                <a:gd name="T3" fmla="*/ 222 h 599"/>
                <a:gd name="T4" fmla="*/ 361 w 410"/>
                <a:gd name="T5" fmla="*/ 175 h 599"/>
                <a:gd name="T6" fmla="*/ 348 w 410"/>
                <a:gd name="T7" fmla="*/ 135 h 599"/>
                <a:gd name="T8" fmla="*/ 348 w 410"/>
                <a:gd name="T9" fmla="*/ 82 h 599"/>
                <a:gd name="T10" fmla="*/ 339 w 410"/>
                <a:gd name="T11" fmla="*/ 38 h 599"/>
                <a:gd name="T12" fmla="*/ 341 w 410"/>
                <a:gd name="T13" fmla="*/ 14 h 599"/>
                <a:gd name="T14" fmla="*/ 328 w 410"/>
                <a:gd name="T15" fmla="*/ 11 h 599"/>
                <a:gd name="T16" fmla="*/ 308 w 410"/>
                <a:gd name="T17" fmla="*/ 0 h 599"/>
                <a:gd name="T18" fmla="*/ 304 w 410"/>
                <a:gd name="T19" fmla="*/ 20 h 599"/>
                <a:gd name="T20" fmla="*/ 286 w 410"/>
                <a:gd name="T21" fmla="*/ 40 h 599"/>
                <a:gd name="T22" fmla="*/ 259 w 410"/>
                <a:gd name="T23" fmla="*/ 53 h 599"/>
                <a:gd name="T24" fmla="*/ 242 w 410"/>
                <a:gd name="T25" fmla="*/ 82 h 599"/>
                <a:gd name="T26" fmla="*/ 224 w 410"/>
                <a:gd name="T27" fmla="*/ 104 h 599"/>
                <a:gd name="T28" fmla="*/ 226 w 410"/>
                <a:gd name="T29" fmla="*/ 138 h 599"/>
                <a:gd name="T30" fmla="*/ 231 w 410"/>
                <a:gd name="T31" fmla="*/ 162 h 599"/>
                <a:gd name="T32" fmla="*/ 224 w 410"/>
                <a:gd name="T33" fmla="*/ 197 h 599"/>
                <a:gd name="T34" fmla="*/ 213 w 410"/>
                <a:gd name="T35" fmla="*/ 217 h 599"/>
                <a:gd name="T36" fmla="*/ 217 w 410"/>
                <a:gd name="T37" fmla="*/ 246 h 599"/>
                <a:gd name="T38" fmla="*/ 233 w 410"/>
                <a:gd name="T39" fmla="*/ 264 h 599"/>
                <a:gd name="T40" fmla="*/ 222 w 410"/>
                <a:gd name="T41" fmla="*/ 293 h 599"/>
                <a:gd name="T42" fmla="*/ 189 w 410"/>
                <a:gd name="T43" fmla="*/ 299 h 599"/>
                <a:gd name="T44" fmla="*/ 171 w 410"/>
                <a:gd name="T45" fmla="*/ 291 h 599"/>
                <a:gd name="T46" fmla="*/ 146 w 410"/>
                <a:gd name="T47" fmla="*/ 295 h 599"/>
                <a:gd name="T48" fmla="*/ 135 w 410"/>
                <a:gd name="T49" fmla="*/ 304 h 599"/>
                <a:gd name="T50" fmla="*/ 118 w 410"/>
                <a:gd name="T51" fmla="*/ 322 h 599"/>
                <a:gd name="T52" fmla="*/ 87 w 410"/>
                <a:gd name="T53" fmla="*/ 339 h 599"/>
                <a:gd name="T54" fmla="*/ 38 w 410"/>
                <a:gd name="T55" fmla="*/ 361 h 599"/>
                <a:gd name="T56" fmla="*/ 33 w 410"/>
                <a:gd name="T57" fmla="*/ 386 h 599"/>
                <a:gd name="T58" fmla="*/ 25 w 410"/>
                <a:gd name="T59" fmla="*/ 408 h 599"/>
                <a:gd name="T60" fmla="*/ 9 w 410"/>
                <a:gd name="T61" fmla="*/ 441 h 599"/>
                <a:gd name="T62" fmla="*/ 7 w 410"/>
                <a:gd name="T63" fmla="*/ 472 h 599"/>
                <a:gd name="T64" fmla="*/ 11 w 410"/>
                <a:gd name="T65" fmla="*/ 501 h 599"/>
                <a:gd name="T66" fmla="*/ 5 w 410"/>
                <a:gd name="T67" fmla="*/ 550 h 599"/>
                <a:gd name="T68" fmla="*/ 40 w 410"/>
                <a:gd name="T69" fmla="*/ 579 h 599"/>
                <a:gd name="T70" fmla="*/ 71 w 410"/>
                <a:gd name="T71" fmla="*/ 599 h 599"/>
                <a:gd name="T72" fmla="*/ 93 w 410"/>
                <a:gd name="T73" fmla="*/ 590 h 599"/>
                <a:gd name="T74" fmla="*/ 107 w 410"/>
                <a:gd name="T75" fmla="*/ 581 h 599"/>
                <a:gd name="T76" fmla="*/ 149 w 410"/>
                <a:gd name="T77" fmla="*/ 565 h 599"/>
                <a:gd name="T78" fmla="*/ 160 w 410"/>
                <a:gd name="T79" fmla="*/ 550 h 599"/>
                <a:gd name="T80" fmla="*/ 166 w 410"/>
                <a:gd name="T81" fmla="*/ 530 h 599"/>
                <a:gd name="T82" fmla="*/ 162 w 410"/>
                <a:gd name="T83" fmla="*/ 501 h 599"/>
                <a:gd name="T84" fmla="*/ 169 w 410"/>
                <a:gd name="T85" fmla="*/ 492 h 599"/>
                <a:gd name="T86" fmla="*/ 182 w 410"/>
                <a:gd name="T87" fmla="*/ 486 h 599"/>
                <a:gd name="T88" fmla="*/ 195 w 410"/>
                <a:gd name="T89" fmla="*/ 490 h 599"/>
                <a:gd name="T90" fmla="*/ 206 w 410"/>
                <a:gd name="T91" fmla="*/ 488 h 599"/>
                <a:gd name="T92" fmla="*/ 222 w 410"/>
                <a:gd name="T93" fmla="*/ 492 h 599"/>
                <a:gd name="T94" fmla="*/ 231 w 410"/>
                <a:gd name="T95" fmla="*/ 499 h 599"/>
                <a:gd name="T96" fmla="*/ 248 w 410"/>
                <a:gd name="T97" fmla="*/ 501 h 599"/>
                <a:gd name="T98" fmla="*/ 259 w 410"/>
                <a:gd name="T99" fmla="*/ 492 h 599"/>
                <a:gd name="T100" fmla="*/ 270 w 410"/>
                <a:gd name="T101" fmla="*/ 481 h 599"/>
                <a:gd name="T102" fmla="*/ 293 w 410"/>
                <a:gd name="T103" fmla="*/ 474 h 599"/>
                <a:gd name="T104" fmla="*/ 302 w 410"/>
                <a:gd name="T105" fmla="*/ 477 h 599"/>
                <a:gd name="T106" fmla="*/ 313 w 410"/>
                <a:gd name="T107" fmla="*/ 468 h 599"/>
                <a:gd name="T108" fmla="*/ 324 w 410"/>
                <a:gd name="T109" fmla="*/ 457 h 599"/>
                <a:gd name="T110" fmla="*/ 339 w 410"/>
                <a:gd name="T111" fmla="*/ 439 h 599"/>
                <a:gd name="T112" fmla="*/ 361 w 410"/>
                <a:gd name="T113" fmla="*/ 423 h 599"/>
                <a:gd name="T114" fmla="*/ 375 w 410"/>
                <a:gd name="T115" fmla="*/ 415 h 599"/>
                <a:gd name="T116" fmla="*/ 383 w 410"/>
                <a:gd name="T117" fmla="*/ 406 h 599"/>
                <a:gd name="T118" fmla="*/ 401 w 410"/>
                <a:gd name="T119" fmla="*/ 375 h 599"/>
                <a:gd name="T120" fmla="*/ 392 w 410"/>
                <a:gd name="T121" fmla="*/ 355 h 599"/>
                <a:gd name="T122" fmla="*/ 397 w 410"/>
                <a:gd name="T123" fmla="*/ 328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10" h="599">
                  <a:moveTo>
                    <a:pt x="410" y="297"/>
                  </a:moveTo>
                  <a:lnTo>
                    <a:pt x="410" y="297"/>
                  </a:lnTo>
                  <a:lnTo>
                    <a:pt x="410" y="297"/>
                  </a:lnTo>
                  <a:lnTo>
                    <a:pt x="408" y="297"/>
                  </a:lnTo>
                  <a:lnTo>
                    <a:pt x="408" y="297"/>
                  </a:lnTo>
                  <a:lnTo>
                    <a:pt x="408" y="295"/>
                  </a:lnTo>
                  <a:lnTo>
                    <a:pt x="408" y="295"/>
                  </a:lnTo>
                  <a:lnTo>
                    <a:pt x="406" y="293"/>
                  </a:lnTo>
                  <a:lnTo>
                    <a:pt x="406" y="293"/>
                  </a:lnTo>
                  <a:lnTo>
                    <a:pt x="406" y="293"/>
                  </a:lnTo>
                  <a:lnTo>
                    <a:pt x="395" y="291"/>
                  </a:lnTo>
                  <a:lnTo>
                    <a:pt x="395" y="291"/>
                  </a:lnTo>
                  <a:lnTo>
                    <a:pt x="392" y="288"/>
                  </a:lnTo>
                  <a:lnTo>
                    <a:pt x="388" y="288"/>
                  </a:lnTo>
                  <a:lnTo>
                    <a:pt x="388" y="286"/>
                  </a:lnTo>
                  <a:lnTo>
                    <a:pt x="388" y="286"/>
                  </a:lnTo>
                  <a:lnTo>
                    <a:pt x="388" y="286"/>
                  </a:lnTo>
                  <a:lnTo>
                    <a:pt x="388" y="282"/>
                  </a:lnTo>
                  <a:lnTo>
                    <a:pt x="388" y="279"/>
                  </a:lnTo>
                  <a:lnTo>
                    <a:pt x="386" y="277"/>
                  </a:lnTo>
                  <a:lnTo>
                    <a:pt x="383" y="275"/>
                  </a:lnTo>
                  <a:lnTo>
                    <a:pt x="383" y="273"/>
                  </a:lnTo>
                  <a:lnTo>
                    <a:pt x="381" y="266"/>
                  </a:lnTo>
                  <a:lnTo>
                    <a:pt x="381" y="266"/>
                  </a:lnTo>
                  <a:lnTo>
                    <a:pt x="381" y="264"/>
                  </a:lnTo>
                  <a:lnTo>
                    <a:pt x="381" y="262"/>
                  </a:lnTo>
                  <a:lnTo>
                    <a:pt x="381" y="259"/>
                  </a:lnTo>
                  <a:lnTo>
                    <a:pt x="381" y="259"/>
                  </a:lnTo>
                  <a:lnTo>
                    <a:pt x="381" y="257"/>
                  </a:lnTo>
                  <a:lnTo>
                    <a:pt x="381" y="257"/>
                  </a:lnTo>
                  <a:lnTo>
                    <a:pt x="377" y="244"/>
                  </a:lnTo>
                  <a:lnTo>
                    <a:pt x="377" y="242"/>
                  </a:lnTo>
                  <a:lnTo>
                    <a:pt x="375" y="240"/>
                  </a:lnTo>
                  <a:lnTo>
                    <a:pt x="375" y="240"/>
                  </a:lnTo>
                  <a:lnTo>
                    <a:pt x="375" y="237"/>
                  </a:lnTo>
                  <a:lnTo>
                    <a:pt x="375" y="237"/>
                  </a:lnTo>
                  <a:lnTo>
                    <a:pt x="375" y="235"/>
                  </a:lnTo>
                  <a:lnTo>
                    <a:pt x="375" y="235"/>
                  </a:lnTo>
                  <a:lnTo>
                    <a:pt x="375" y="231"/>
                  </a:lnTo>
                  <a:lnTo>
                    <a:pt x="372" y="222"/>
                  </a:lnTo>
                  <a:lnTo>
                    <a:pt x="372" y="217"/>
                  </a:lnTo>
                  <a:lnTo>
                    <a:pt x="372" y="215"/>
                  </a:lnTo>
                  <a:lnTo>
                    <a:pt x="372" y="211"/>
                  </a:lnTo>
                  <a:lnTo>
                    <a:pt x="372" y="209"/>
                  </a:lnTo>
                  <a:lnTo>
                    <a:pt x="370" y="202"/>
                  </a:lnTo>
                  <a:lnTo>
                    <a:pt x="370" y="197"/>
                  </a:lnTo>
                  <a:lnTo>
                    <a:pt x="370" y="197"/>
                  </a:lnTo>
                  <a:lnTo>
                    <a:pt x="370" y="195"/>
                  </a:lnTo>
                  <a:lnTo>
                    <a:pt x="370" y="195"/>
                  </a:lnTo>
                  <a:lnTo>
                    <a:pt x="368" y="193"/>
                  </a:lnTo>
                  <a:lnTo>
                    <a:pt x="366" y="193"/>
                  </a:lnTo>
                  <a:lnTo>
                    <a:pt x="366" y="191"/>
                  </a:lnTo>
                  <a:lnTo>
                    <a:pt x="364" y="191"/>
                  </a:lnTo>
                  <a:lnTo>
                    <a:pt x="361" y="189"/>
                  </a:lnTo>
                  <a:lnTo>
                    <a:pt x="361" y="186"/>
                  </a:lnTo>
                  <a:lnTo>
                    <a:pt x="361" y="184"/>
                  </a:lnTo>
                  <a:lnTo>
                    <a:pt x="361" y="182"/>
                  </a:lnTo>
                  <a:lnTo>
                    <a:pt x="364" y="180"/>
                  </a:lnTo>
                  <a:lnTo>
                    <a:pt x="361" y="177"/>
                  </a:lnTo>
                  <a:lnTo>
                    <a:pt x="361" y="175"/>
                  </a:lnTo>
                  <a:lnTo>
                    <a:pt x="359" y="173"/>
                  </a:lnTo>
                  <a:lnTo>
                    <a:pt x="359" y="171"/>
                  </a:lnTo>
                  <a:lnTo>
                    <a:pt x="359" y="169"/>
                  </a:lnTo>
                  <a:lnTo>
                    <a:pt x="359" y="169"/>
                  </a:lnTo>
                  <a:lnTo>
                    <a:pt x="357" y="166"/>
                  </a:lnTo>
                  <a:lnTo>
                    <a:pt x="357" y="164"/>
                  </a:lnTo>
                  <a:lnTo>
                    <a:pt x="355" y="162"/>
                  </a:lnTo>
                  <a:lnTo>
                    <a:pt x="352" y="160"/>
                  </a:lnTo>
                  <a:lnTo>
                    <a:pt x="352" y="160"/>
                  </a:lnTo>
                  <a:lnTo>
                    <a:pt x="352" y="155"/>
                  </a:lnTo>
                  <a:lnTo>
                    <a:pt x="352" y="151"/>
                  </a:lnTo>
                  <a:lnTo>
                    <a:pt x="352" y="149"/>
                  </a:lnTo>
                  <a:lnTo>
                    <a:pt x="352" y="149"/>
                  </a:lnTo>
                  <a:lnTo>
                    <a:pt x="350" y="146"/>
                  </a:lnTo>
                  <a:lnTo>
                    <a:pt x="350" y="144"/>
                  </a:lnTo>
                  <a:lnTo>
                    <a:pt x="350" y="142"/>
                  </a:lnTo>
                  <a:lnTo>
                    <a:pt x="350" y="140"/>
                  </a:lnTo>
                  <a:lnTo>
                    <a:pt x="350" y="138"/>
                  </a:lnTo>
                  <a:lnTo>
                    <a:pt x="348" y="138"/>
                  </a:lnTo>
                  <a:lnTo>
                    <a:pt x="348" y="135"/>
                  </a:lnTo>
                  <a:lnTo>
                    <a:pt x="350" y="133"/>
                  </a:lnTo>
                  <a:lnTo>
                    <a:pt x="350" y="131"/>
                  </a:lnTo>
                  <a:lnTo>
                    <a:pt x="350" y="129"/>
                  </a:lnTo>
                  <a:lnTo>
                    <a:pt x="352" y="127"/>
                  </a:lnTo>
                  <a:lnTo>
                    <a:pt x="355" y="124"/>
                  </a:lnTo>
                  <a:lnTo>
                    <a:pt x="357" y="122"/>
                  </a:lnTo>
                  <a:lnTo>
                    <a:pt x="357" y="122"/>
                  </a:lnTo>
                  <a:lnTo>
                    <a:pt x="359" y="118"/>
                  </a:lnTo>
                  <a:lnTo>
                    <a:pt x="361" y="115"/>
                  </a:lnTo>
                  <a:lnTo>
                    <a:pt x="361" y="111"/>
                  </a:lnTo>
                  <a:lnTo>
                    <a:pt x="359" y="109"/>
                  </a:lnTo>
                  <a:lnTo>
                    <a:pt x="357" y="104"/>
                  </a:lnTo>
                  <a:lnTo>
                    <a:pt x="357" y="104"/>
                  </a:lnTo>
                  <a:lnTo>
                    <a:pt x="355" y="102"/>
                  </a:lnTo>
                  <a:lnTo>
                    <a:pt x="352" y="100"/>
                  </a:lnTo>
                  <a:lnTo>
                    <a:pt x="352" y="100"/>
                  </a:lnTo>
                  <a:lnTo>
                    <a:pt x="350" y="96"/>
                  </a:lnTo>
                  <a:lnTo>
                    <a:pt x="348" y="89"/>
                  </a:lnTo>
                  <a:lnTo>
                    <a:pt x="348" y="87"/>
                  </a:lnTo>
                  <a:lnTo>
                    <a:pt x="348" y="82"/>
                  </a:lnTo>
                  <a:lnTo>
                    <a:pt x="346" y="80"/>
                  </a:lnTo>
                  <a:lnTo>
                    <a:pt x="346" y="78"/>
                  </a:lnTo>
                  <a:lnTo>
                    <a:pt x="344" y="76"/>
                  </a:lnTo>
                  <a:lnTo>
                    <a:pt x="344" y="73"/>
                  </a:lnTo>
                  <a:lnTo>
                    <a:pt x="341" y="71"/>
                  </a:lnTo>
                  <a:lnTo>
                    <a:pt x="339" y="67"/>
                  </a:lnTo>
                  <a:lnTo>
                    <a:pt x="339" y="67"/>
                  </a:lnTo>
                  <a:lnTo>
                    <a:pt x="339" y="64"/>
                  </a:lnTo>
                  <a:lnTo>
                    <a:pt x="339" y="62"/>
                  </a:lnTo>
                  <a:lnTo>
                    <a:pt x="339" y="60"/>
                  </a:lnTo>
                  <a:lnTo>
                    <a:pt x="337" y="58"/>
                  </a:lnTo>
                  <a:lnTo>
                    <a:pt x="335" y="56"/>
                  </a:lnTo>
                  <a:lnTo>
                    <a:pt x="335" y="53"/>
                  </a:lnTo>
                  <a:lnTo>
                    <a:pt x="333" y="51"/>
                  </a:lnTo>
                  <a:lnTo>
                    <a:pt x="333" y="49"/>
                  </a:lnTo>
                  <a:lnTo>
                    <a:pt x="335" y="47"/>
                  </a:lnTo>
                  <a:lnTo>
                    <a:pt x="335" y="45"/>
                  </a:lnTo>
                  <a:lnTo>
                    <a:pt x="335" y="42"/>
                  </a:lnTo>
                  <a:lnTo>
                    <a:pt x="337" y="40"/>
                  </a:lnTo>
                  <a:lnTo>
                    <a:pt x="339" y="38"/>
                  </a:lnTo>
                  <a:lnTo>
                    <a:pt x="348" y="25"/>
                  </a:lnTo>
                  <a:lnTo>
                    <a:pt x="348" y="25"/>
                  </a:lnTo>
                  <a:lnTo>
                    <a:pt x="348" y="20"/>
                  </a:lnTo>
                  <a:lnTo>
                    <a:pt x="348" y="20"/>
                  </a:lnTo>
                  <a:lnTo>
                    <a:pt x="348" y="20"/>
                  </a:lnTo>
                  <a:lnTo>
                    <a:pt x="348" y="20"/>
                  </a:lnTo>
                  <a:lnTo>
                    <a:pt x="346" y="18"/>
                  </a:lnTo>
                  <a:lnTo>
                    <a:pt x="346" y="16"/>
                  </a:lnTo>
                  <a:lnTo>
                    <a:pt x="346" y="18"/>
                  </a:lnTo>
                  <a:lnTo>
                    <a:pt x="344" y="18"/>
                  </a:lnTo>
                  <a:lnTo>
                    <a:pt x="344" y="16"/>
                  </a:lnTo>
                  <a:lnTo>
                    <a:pt x="344" y="16"/>
                  </a:lnTo>
                  <a:lnTo>
                    <a:pt x="344" y="16"/>
                  </a:lnTo>
                  <a:lnTo>
                    <a:pt x="344" y="16"/>
                  </a:lnTo>
                  <a:lnTo>
                    <a:pt x="344" y="16"/>
                  </a:lnTo>
                  <a:lnTo>
                    <a:pt x="341" y="16"/>
                  </a:lnTo>
                  <a:lnTo>
                    <a:pt x="341" y="16"/>
                  </a:lnTo>
                  <a:lnTo>
                    <a:pt x="341" y="16"/>
                  </a:lnTo>
                  <a:lnTo>
                    <a:pt x="344" y="14"/>
                  </a:lnTo>
                  <a:lnTo>
                    <a:pt x="341" y="14"/>
                  </a:lnTo>
                  <a:lnTo>
                    <a:pt x="341" y="14"/>
                  </a:lnTo>
                  <a:lnTo>
                    <a:pt x="341" y="14"/>
                  </a:lnTo>
                  <a:lnTo>
                    <a:pt x="335" y="11"/>
                  </a:lnTo>
                  <a:lnTo>
                    <a:pt x="335" y="14"/>
                  </a:lnTo>
                  <a:lnTo>
                    <a:pt x="335" y="14"/>
                  </a:lnTo>
                  <a:lnTo>
                    <a:pt x="335" y="14"/>
                  </a:lnTo>
                  <a:lnTo>
                    <a:pt x="335" y="14"/>
                  </a:lnTo>
                  <a:lnTo>
                    <a:pt x="333" y="14"/>
                  </a:lnTo>
                  <a:lnTo>
                    <a:pt x="333" y="14"/>
                  </a:lnTo>
                  <a:lnTo>
                    <a:pt x="333" y="14"/>
                  </a:lnTo>
                  <a:lnTo>
                    <a:pt x="335" y="14"/>
                  </a:lnTo>
                  <a:lnTo>
                    <a:pt x="335" y="14"/>
                  </a:lnTo>
                  <a:lnTo>
                    <a:pt x="333" y="14"/>
                  </a:lnTo>
                  <a:lnTo>
                    <a:pt x="333" y="14"/>
                  </a:lnTo>
                  <a:lnTo>
                    <a:pt x="335" y="14"/>
                  </a:lnTo>
                  <a:lnTo>
                    <a:pt x="335" y="11"/>
                  </a:lnTo>
                  <a:lnTo>
                    <a:pt x="333" y="11"/>
                  </a:lnTo>
                  <a:lnTo>
                    <a:pt x="333" y="11"/>
                  </a:lnTo>
                  <a:lnTo>
                    <a:pt x="330" y="11"/>
                  </a:lnTo>
                  <a:lnTo>
                    <a:pt x="328" y="11"/>
                  </a:lnTo>
                  <a:lnTo>
                    <a:pt x="321" y="11"/>
                  </a:lnTo>
                  <a:lnTo>
                    <a:pt x="321" y="11"/>
                  </a:lnTo>
                  <a:lnTo>
                    <a:pt x="319" y="11"/>
                  </a:lnTo>
                  <a:lnTo>
                    <a:pt x="319" y="9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15" y="9"/>
                  </a:lnTo>
                  <a:lnTo>
                    <a:pt x="315" y="9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19" y="9"/>
                  </a:lnTo>
                  <a:lnTo>
                    <a:pt x="317" y="9"/>
                  </a:lnTo>
                  <a:lnTo>
                    <a:pt x="315" y="7"/>
                  </a:lnTo>
                  <a:lnTo>
                    <a:pt x="310" y="2"/>
                  </a:lnTo>
                  <a:lnTo>
                    <a:pt x="308" y="0"/>
                  </a:lnTo>
                  <a:lnTo>
                    <a:pt x="306" y="0"/>
                  </a:lnTo>
                  <a:lnTo>
                    <a:pt x="306" y="2"/>
                  </a:lnTo>
                  <a:lnTo>
                    <a:pt x="304" y="2"/>
                  </a:lnTo>
                  <a:lnTo>
                    <a:pt x="304" y="2"/>
                  </a:lnTo>
                  <a:lnTo>
                    <a:pt x="304" y="2"/>
                  </a:lnTo>
                  <a:lnTo>
                    <a:pt x="304" y="7"/>
                  </a:lnTo>
                  <a:lnTo>
                    <a:pt x="304" y="7"/>
                  </a:lnTo>
                  <a:lnTo>
                    <a:pt x="304" y="7"/>
                  </a:lnTo>
                  <a:lnTo>
                    <a:pt x="304" y="9"/>
                  </a:lnTo>
                  <a:lnTo>
                    <a:pt x="304" y="11"/>
                  </a:lnTo>
                  <a:lnTo>
                    <a:pt x="304" y="11"/>
                  </a:lnTo>
                  <a:lnTo>
                    <a:pt x="304" y="11"/>
                  </a:lnTo>
                  <a:lnTo>
                    <a:pt x="306" y="14"/>
                  </a:lnTo>
                  <a:lnTo>
                    <a:pt x="306" y="14"/>
                  </a:lnTo>
                  <a:lnTo>
                    <a:pt x="306" y="16"/>
                  </a:lnTo>
                  <a:lnTo>
                    <a:pt x="306" y="16"/>
                  </a:lnTo>
                  <a:lnTo>
                    <a:pt x="306" y="18"/>
                  </a:lnTo>
                  <a:lnTo>
                    <a:pt x="306" y="18"/>
                  </a:lnTo>
                  <a:lnTo>
                    <a:pt x="306" y="20"/>
                  </a:lnTo>
                  <a:lnTo>
                    <a:pt x="304" y="20"/>
                  </a:lnTo>
                  <a:lnTo>
                    <a:pt x="304" y="22"/>
                  </a:lnTo>
                  <a:lnTo>
                    <a:pt x="302" y="25"/>
                  </a:lnTo>
                  <a:lnTo>
                    <a:pt x="302" y="25"/>
                  </a:lnTo>
                  <a:lnTo>
                    <a:pt x="299" y="27"/>
                  </a:lnTo>
                  <a:lnTo>
                    <a:pt x="297" y="27"/>
                  </a:lnTo>
                  <a:lnTo>
                    <a:pt x="297" y="31"/>
                  </a:lnTo>
                  <a:lnTo>
                    <a:pt x="297" y="31"/>
                  </a:lnTo>
                  <a:lnTo>
                    <a:pt x="297" y="31"/>
                  </a:lnTo>
                  <a:lnTo>
                    <a:pt x="295" y="31"/>
                  </a:lnTo>
                  <a:lnTo>
                    <a:pt x="295" y="33"/>
                  </a:lnTo>
                  <a:lnTo>
                    <a:pt x="295" y="33"/>
                  </a:lnTo>
                  <a:lnTo>
                    <a:pt x="295" y="33"/>
                  </a:lnTo>
                  <a:lnTo>
                    <a:pt x="295" y="33"/>
                  </a:lnTo>
                  <a:lnTo>
                    <a:pt x="295" y="36"/>
                  </a:lnTo>
                  <a:lnTo>
                    <a:pt x="293" y="36"/>
                  </a:lnTo>
                  <a:lnTo>
                    <a:pt x="286" y="38"/>
                  </a:lnTo>
                  <a:lnTo>
                    <a:pt x="284" y="38"/>
                  </a:lnTo>
                  <a:lnTo>
                    <a:pt x="284" y="38"/>
                  </a:lnTo>
                  <a:lnTo>
                    <a:pt x="286" y="40"/>
                  </a:lnTo>
                  <a:lnTo>
                    <a:pt x="286" y="40"/>
                  </a:lnTo>
                  <a:lnTo>
                    <a:pt x="286" y="40"/>
                  </a:lnTo>
                  <a:lnTo>
                    <a:pt x="279" y="49"/>
                  </a:lnTo>
                  <a:lnTo>
                    <a:pt x="277" y="51"/>
                  </a:lnTo>
                  <a:lnTo>
                    <a:pt x="275" y="51"/>
                  </a:lnTo>
                  <a:lnTo>
                    <a:pt x="275" y="51"/>
                  </a:lnTo>
                  <a:lnTo>
                    <a:pt x="273" y="51"/>
                  </a:lnTo>
                  <a:lnTo>
                    <a:pt x="268" y="51"/>
                  </a:lnTo>
                  <a:lnTo>
                    <a:pt x="268" y="51"/>
                  </a:lnTo>
                  <a:lnTo>
                    <a:pt x="268" y="51"/>
                  </a:lnTo>
                  <a:lnTo>
                    <a:pt x="266" y="51"/>
                  </a:lnTo>
                  <a:lnTo>
                    <a:pt x="266" y="51"/>
                  </a:lnTo>
                  <a:lnTo>
                    <a:pt x="266" y="51"/>
                  </a:lnTo>
                  <a:lnTo>
                    <a:pt x="266" y="53"/>
                  </a:lnTo>
                  <a:lnTo>
                    <a:pt x="266" y="53"/>
                  </a:lnTo>
                  <a:lnTo>
                    <a:pt x="264" y="53"/>
                  </a:lnTo>
                  <a:lnTo>
                    <a:pt x="262" y="53"/>
                  </a:lnTo>
                  <a:lnTo>
                    <a:pt x="262" y="53"/>
                  </a:lnTo>
                  <a:lnTo>
                    <a:pt x="262" y="53"/>
                  </a:lnTo>
                  <a:lnTo>
                    <a:pt x="259" y="53"/>
                  </a:lnTo>
                  <a:lnTo>
                    <a:pt x="259" y="53"/>
                  </a:lnTo>
                  <a:lnTo>
                    <a:pt x="259" y="53"/>
                  </a:lnTo>
                  <a:lnTo>
                    <a:pt x="257" y="53"/>
                  </a:lnTo>
                  <a:lnTo>
                    <a:pt x="257" y="53"/>
                  </a:lnTo>
                  <a:lnTo>
                    <a:pt x="257" y="51"/>
                  </a:lnTo>
                  <a:lnTo>
                    <a:pt x="257" y="51"/>
                  </a:lnTo>
                  <a:lnTo>
                    <a:pt x="257" y="51"/>
                  </a:lnTo>
                  <a:lnTo>
                    <a:pt x="255" y="53"/>
                  </a:lnTo>
                  <a:lnTo>
                    <a:pt x="255" y="53"/>
                  </a:lnTo>
                  <a:lnTo>
                    <a:pt x="255" y="56"/>
                  </a:lnTo>
                  <a:lnTo>
                    <a:pt x="253" y="58"/>
                  </a:lnTo>
                  <a:lnTo>
                    <a:pt x="251" y="60"/>
                  </a:lnTo>
                  <a:lnTo>
                    <a:pt x="246" y="64"/>
                  </a:lnTo>
                  <a:lnTo>
                    <a:pt x="244" y="67"/>
                  </a:lnTo>
                  <a:lnTo>
                    <a:pt x="244" y="69"/>
                  </a:lnTo>
                  <a:lnTo>
                    <a:pt x="244" y="71"/>
                  </a:lnTo>
                  <a:lnTo>
                    <a:pt x="244" y="76"/>
                  </a:lnTo>
                  <a:lnTo>
                    <a:pt x="244" y="78"/>
                  </a:lnTo>
                  <a:lnTo>
                    <a:pt x="242" y="80"/>
                  </a:lnTo>
                  <a:lnTo>
                    <a:pt x="242" y="80"/>
                  </a:lnTo>
                  <a:lnTo>
                    <a:pt x="242" y="82"/>
                  </a:lnTo>
                  <a:lnTo>
                    <a:pt x="242" y="84"/>
                  </a:lnTo>
                  <a:lnTo>
                    <a:pt x="239" y="84"/>
                  </a:lnTo>
                  <a:lnTo>
                    <a:pt x="239" y="87"/>
                  </a:lnTo>
                  <a:lnTo>
                    <a:pt x="237" y="87"/>
                  </a:lnTo>
                  <a:lnTo>
                    <a:pt x="237" y="89"/>
                  </a:lnTo>
                  <a:lnTo>
                    <a:pt x="235" y="89"/>
                  </a:lnTo>
                  <a:lnTo>
                    <a:pt x="235" y="89"/>
                  </a:lnTo>
                  <a:lnTo>
                    <a:pt x="235" y="91"/>
                  </a:lnTo>
                  <a:lnTo>
                    <a:pt x="231" y="93"/>
                  </a:lnTo>
                  <a:lnTo>
                    <a:pt x="231" y="96"/>
                  </a:lnTo>
                  <a:lnTo>
                    <a:pt x="231" y="96"/>
                  </a:lnTo>
                  <a:lnTo>
                    <a:pt x="231" y="98"/>
                  </a:lnTo>
                  <a:lnTo>
                    <a:pt x="231" y="98"/>
                  </a:lnTo>
                  <a:lnTo>
                    <a:pt x="228" y="100"/>
                  </a:lnTo>
                  <a:lnTo>
                    <a:pt x="228" y="100"/>
                  </a:lnTo>
                  <a:lnTo>
                    <a:pt x="228" y="102"/>
                  </a:lnTo>
                  <a:lnTo>
                    <a:pt x="226" y="102"/>
                  </a:lnTo>
                  <a:lnTo>
                    <a:pt x="226" y="102"/>
                  </a:lnTo>
                  <a:lnTo>
                    <a:pt x="226" y="104"/>
                  </a:lnTo>
                  <a:lnTo>
                    <a:pt x="224" y="104"/>
                  </a:lnTo>
                  <a:lnTo>
                    <a:pt x="222" y="109"/>
                  </a:lnTo>
                  <a:lnTo>
                    <a:pt x="220" y="109"/>
                  </a:lnTo>
                  <a:lnTo>
                    <a:pt x="222" y="113"/>
                  </a:lnTo>
                  <a:lnTo>
                    <a:pt x="222" y="113"/>
                  </a:lnTo>
                  <a:lnTo>
                    <a:pt x="222" y="115"/>
                  </a:lnTo>
                  <a:lnTo>
                    <a:pt x="222" y="120"/>
                  </a:lnTo>
                  <a:lnTo>
                    <a:pt x="224" y="120"/>
                  </a:lnTo>
                  <a:lnTo>
                    <a:pt x="224" y="120"/>
                  </a:lnTo>
                  <a:lnTo>
                    <a:pt x="226" y="120"/>
                  </a:lnTo>
                  <a:lnTo>
                    <a:pt x="226" y="120"/>
                  </a:lnTo>
                  <a:lnTo>
                    <a:pt x="228" y="122"/>
                  </a:lnTo>
                  <a:lnTo>
                    <a:pt x="228" y="122"/>
                  </a:lnTo>
                  <a:lnTo>
                    <a:pt x="228" y="127"/>
                  </a:lnTo>
                  <a:lnTo>
                    <a:pt x="231" y="127"/>
                  </a:lnTo>
                  <a:lnTo>
                    <a:pt x="231" y="129"/>
                  </a:lnTo>
                  <a:lnTo>
                    <a:pt x="231" y="131"/>
                  </a:lnTo>
                  <a:lnTo>
                    <a:pt x="228" y="133"/>
                  </a:lnTo>
                  <a:lnTo>
                    <a:pt x="228" y="138"/>
                  </a:lnTo>
                  <a:lnTo>
                    <a:pt x="226" y="138"/>
                  </a:lnTo>
                  <a:lnTo>
                    <a:pt x="226" y="138"/>
                  </a:lnTo>
                  <a:lnTo>
                    <a:pt x="224" y="140"/>
                  </a:lnTo>
                  <a:lnTo>
                    <a:pt x="224" y="140"/>
                  </a:lnTo>
                  <a:lnTo>
                    <a:pt x="224" y="142"/>
                  </a:lnTo>
                  <a:lnTo>
                    <a:pt x="224" y="144"/>
                  </a:lnTo>
                  <a:lnTo>
                    <a:pt x="224" y="144"/>
                  </a:lnTo>
                  <a:lnTo>
                    <a:pt x="224" y="146"/>
                  </a:lnTo>
                  <a:lnTo>
                    <a:pt x="224" y="146"/>
                  </a:lnTo>
                  <a:lnTo>
                    <a:pt x="224" y="149"/>
                  </a:lnTo>
                  <a:lnTo>
                    <a:pt x="224" y="151"/>
                  </a:lnTo>
                  <a:lnTo>
                    <a:pt x="224" y="151"/>
                  </a:lnTo>
                  <a:lnTo>
                    <a:pt x="226" y="151"/>
                  </a:lnTo>
                  <a:lnTo>
                    <a:pt x="226" y="153"/>
                  </a:lnTo>
                  <a:lnTo>
                    <a:pt x="228" y="155"/>
                  </a:lnTo>
                  <a:lnTo>
                    <a:pt x="228" y="158"/>
                  </a:lnTo>
                  <a:lnTo>
                    <a:pt x="228" y="158"/>
                  </a:lnTo>
                  <a:lnTo>
                    <a:pt x="231" y="160"/>
                  </a:lnTo>
                  <a:lnTo>
                    <a:pt x="231" y="160"/>
                  </a:lnTo>
                  <a:lnTo>
                    <a:pt x="231" y="160"/>
                  </a:lnTo>
                  <a:lnTo>
                    <a:pt x="231" y="162"/>
                  </a:lnTo>
                  <a:lnTo>
                    <a:pt x="231" y="162"/>
                  </a:lnTo>
                  <a:lnTo>
                    <a:pt x="231" y="162"/>
                  </a:lnTo>
                  <a:lnTo>
                    <a:pt x="231" y="164"/>
                  </a:lnTo>
                  <a:lnTo>
                    <a:pt x="231" y="166"/>
                  </a:lnTo>
                  <a:lnTo>
                    <a:pt x="233" y="169"/>
                  </a:lnTo>
                  <a:lnTo>
                    <a:pt x="233" y="173"/>
                  </a:lnTo>
                  <a:lnTo>
                    <a:pt x="233" y="173"/>
                  </a:lnTo>
                  <a:lnTo>
                    <a:pt x="235" y="177"/>
                  </a:lnTo>
                  <a:lnTo>
                    <a:pt x="235" y="177"/>
                  </a:lnTo>
                  <a:lnTo>
                    <a:pt x="235" y="180"/>
                  </a:lnTo>
                  <a:lnTo>
                    <a:pt x="233" y="180"/>
                  </a:lnTo>
                  <a:lnTo>
                    <a:pt x="233" y="182"/>
                  </a:lnTo>
                  <a:lnTo>
                    <a:pt x="233" y="182"/>
                  </a:lnTo>
                  <a:lnTo>
                    <a:pt x="233" y="182"/>
                  </a:lnTo>
                  <a:lnTo>
                    <a:pt x="233" y="184"/>
                  </a:lnTo>
                  <a:lnTo>
                    <a:pt x="233" y="189"/>
                  </a:lnTo>
                  <a:lnTo>
                    <a:pt x="231" y="191"/>
                  </a:lnTo>
                  <a:lnTo>
                    <a:pt x="226" y="193"/>
                  </a:lnTo>
                  <a:lnTo>
                    <a:pt x="226" y="195"/>
                  </a:lnTo>
                  <a:lnTo>
                    <a:pt x="224" y="197"/>
                  </a:lnTo>
                  <a:lnTo>
                    <a:pt x="224" y="197"/>
                  </a:lnTo>
                  <a:lnTo>
                    <a:pt x="222" y="200"/>
                  </a:lnTo>
                  <a:lnTo>
                    <a:pt x="222" y="200"/>
                  </a:lnTo>
                  <a:lnTo>
                    <a:pt x="217" y="206"/>
                  </a:lnTo>
                  <a:lnTo>
                    <a:pt x="217" y="206"/>
                  </a:lnTo>
                  <a:lnTo>
                    <a:pt x="217" y="206"/>
                  </a:lnTo>
                  <a:lnTo>
                    <a:pt x="217" y="209"/>
                  </a:lnTo>
                  <a:lnTo>
                    <a:pt x="215" y="209"/>
                  </a:lnTo>
                  <a:lnTo>
                    <a:pt x="215" y="209"/>
                  </a:lnTo>
                  <a:lnTo>
                    <a:pt x="213" y="209"/>
                  </a:lnTo>
                  <a:lnTo>
                    <a:pt x="213" y="209"/>
                  </a:lnTo>
                  <a:lnTo>
                    <a:pt x="213" y="211"/>
                  </a:lnTo>
                  <a:lnTo>
                    <a:pt x="213" y="211"/>
                  </a:lnTo>
                  <a:lnTo>
                    <a:pt x="213" y="213"/>
                  </a:lnTo>
                  <a:lnTo>
                    <a:pt x="213" y="213"/>
                  </a:lnTo>
                  <a:lnTo>
                    <a:pt x="213" y="215"/>
                  </a:lnTo>
                  <a:lnTo>
                    <a:pt x="213" y="215"/>
                  </a:lnTo>
                  <a:lnTo>
                    <a:pt x="213" y="215"/>
                  </a:lnTo>
                  <a:lnTo>
                    <a:pt x="213" y="215"/>
                  </a:lnTo>
                  <a:lnTo>
                    <a:pt x="213" y="217"/>
                  </a:lnTo>
                  <a:lnTo>
                    <a:pt x="213" y="217"/>
                  </a:lnTo>
                  <a:lnTo>
                    <a:pt x="213" y="217"/>
                  </a:lnTo>
                  <a:lnTo>
                    <a:pt x="213" y="220"/>
                  </a:lnTo>
                  <a:lnTo>
                    <a:pt x="213" y="220"/>
                  </a:lnTo>
                  <a:lnTo>
                    <a:pt x="213" y="220"/>
                  </a:lnTo>
                  <a:lnTo>
                    <a:pt x="213" y="222"/>
                  </a:lnTo>
                  <a:lnTo>
                    <a:pt x="213" y="226"/>
                  </a:lnTo>
                  <a:lnTo>
                    <a:pt x="213" y="228"/>
                  </a:lnTo>
                  <a:lnTo>
                    <a:pt x="213" y="228"/>
                  </a:lnTo>
                  <a:lnTo>
                    <a:pt x="213" y="231"/>
                  </a:lnTo>
                  <a:lnTo>
                    <a:pt x="213" y="231"/>
                  </a:lnTo>
                  <a:lnTo>
                    <a:pt x="213" y="233"/>
                  </a:lnTo>
                  <a:lnTo>
                    <a:pt x="213" y="235"/>
                  </a:lnTo>
                  <a:lnTo>
                    <a:pt x="213" y="235"/>
                  </a:lnTo>
                  <a:lnTo>
                    <a:pt x="215" y="237"/>
                  </a:lnTo>
                  <a:lnTo>
                    <a:pt x="215" y="240"/>
                  </a:lnTo>
                  <a:lnTo>
                    <a:pt x="215" y="242"/>
                  </a:lnTo>
                  <a:lnTo>
                    <a:pt x="215" y="242"/>
                  </a:lnTo>
                  <a:lnTo>
                    <a:pt x="215" y="244"/>
                  </a:lnTo>
                  <a:lnTo>
                    <a:pt x="215" y="246"/>
                  </a:lnTo>
                  <a:lnTo>
                    <a:pt x="217" y="246"/>
                  </a:lnTo>
                  <a:lnTo>
                    <a:pt x="217" y="246"/>
                  </a:lnTo>
                  <a:lnTo>
                    <a:pt x="220" y="246"/>
                  </a:lnTo>
                  <a:lnTo>
                    <a:pt x="220" y="248"/>
                  </a:lnTo>
                  <a:lnTo>
                    <a:pt x="220" y="248"/>
                  </a:lnTo>
                  <a:lnTo>
                    <a:pt x="220" y="248"/>
                  </a:lnTo>
                  <a:lnTo>
                    <a:pt x="222" y="251"/>
                  </a:lnTo>
                  <a:lnTo>
                    <a:pt x="222" y="251"/>
                  </a:lnTo>
                  <a:lnTo>
                    <a:pt x="222" y="253"/>
                  </a:lnTo>
                  <a:lnTo>
                    <a:pt x="224" y="253"/>
                  </a:lnTo>
                  <a:lnTo>
                    <a:pt x="224" y="253"/>
                  </a:lnTo>
                  <a:lnTo>
                    <a:pt x="224" y="253"/>
                  </a:lnTo>
                  <a:lnTo>
                    <a:pt x="226" y="255"/>
                  </a:lnTo>
                  <a:lnTo>
                    <a:pt x="226" y="255"/>
                  </a:lnTo>
                  <a:lnTo>
                    <a:pt x="231" y="255"/>
                  </a:lnTo>
                  <a:lnTo>
                    <a:pt x="231" y="257"/>
                  </a:lnTo>
                  <a:lnTo>
                    <a:pt x="231" y="262"/>
                  </a:lnTo>
                  <a:lnTo>
                    <a:pt x="231" y="264"/>
                  </a:lnTo>
                  <a:lnTo>
                    <a:pt x="231" y="264"/>
                  </a:lnTo>
                  <a:lnTo>
                    <a:pt x="233" y="264"/>
                  </a:lnTo>
                  <a:lnTo>
                    <a:pt x="233" y="264"/>
                  </a:lnTo>
                  <a:lnTo>
                    <a:pt x="231" y="266"/>
                  </a:lnTo>
                  <a:lnTo>
                    <a:pt x="231" y="266"/>
                  </a:lnTo>
                  <a:lnTo>
                    <a:pt x="228" y="271"/>
                  </a:lnTo>
                  <a:lnTo>
                    <a:pt x="228" y="271"/>
                  </a:lnTo>
                  <a:lnTo>
                    <a:pt x="231" y="273"/>
                  </a:lnTo>
                  <a:lnTo>
                    <a:pt x="231" y="273"/>
                  </a:lnTo>
                  <a:lnTo>
                    <a:pt x="231" y="275"/>
                  </a:lnTo>
                  <a:lnTo>
                    <a:pt x="231" y="275"/>
                  </a:lnTo>
                  <a:lnTo>
                    <a:pt x="228" y="275"/>
                  </a:lnTo>
                  <a:lnTo>
                    <a:pt x="228" y="275"/>
                  </a:lnTo>
                  <a:lnTo>
                    <a:pt x="228" y="279"/>
                  </a:lnTo>
                  <a:lnTo>
                    <a:pt x="228" y="282"/>
                  </a:lnTo>
                  <a:lnTo>
                    <a:pt x="228" y="282"/>
                  </a:lnTo>
                  <a:lnTo>
                    <a:pt x="226" y="282"/>
                  </a:lnTo>
                  <a:lnTo>
                    <a:pt x="226" y="284"/>
                  </a:lnTo>
                  <a:lnTo>
                    <a:pt x="226" y="284"/>
                  </a:lnTo>
                  <a:lnTo>
                    <a:pt x="226" y="286"/>
                  </a:lnTo>
                  <a:lnTo>
                    <a:pt x="226" y="288"/>
                  </a:lnTo>
                  <a:lnTo>
                    <a:pt x="226" y="288"/>
                  </a:lnTo>
                  <a:lnTo>
                    <a:pt x="222" y="293"/>
                  </a:lnTo>
                  <a:lnTo>
                    <a:pt x="220" y="295"/>
                  </a:lnTo>
                  <a:lnTo>
                    <a:pt x="220" y="295"/>
                  </a:lnTo>
                  <a:lnTo>
                    <a:pt x="217" y="295"/>
                  </a:lnTo>
                  <a:lnTo>
                    <a:pt x="215" y="295"/>
                  </a:lnTo>
                  <a:lnTo>
                    <a:pt x="215" y="295"/>
                  </a:lnTo>
                  <a:lnTo>
                    <a:pt x="213" y="295"/>
                  </a:lnTo>
                  <a:lnTo>
                    <a:pt x="211" y="295"/>
                  </a:lnTo>
                  <a:lnTo>
                    <a:pt x="211" y="295"/>
                  </a:lnTo>
                  <a:lnTo>
                    <a:pt x="208" y="295"/>
                  </a:lnTo>
                  <a:lnTo>
                    <a:pt x="206" y="295"/>
                  </a:lnTo>
                  <a:lnTo>
                    <a:pt x="206" y="293"/>
                  </a:lnTo>
                  <a:lnTo>
                    <a:pt x="204" y="295"/>
                  </a:lnTo>
                  <a:lnTo>
                    <a:pt x="200" y="297"/>
                  </a:lnTo>
                  <a:lnTo>
                    <a:pt x="200" y="297"/>
                  </a:lnTo>
                  <a:lnTo>
                    <a:pt x="197" y="297"/>
                  </a:lnTo>
                  <a:lnTo>
                    <a:pt x="195" y="297"/>
                  </a:lnTo>
                  <a:lnTo>
                    <a:pt x="193" y="297"/>
                  </a:lnTo>
                  <a:lnTo>
                    <a:pt x="191" y="299"/>
                  </a:lnTo>
                  <a:lnTo>
                    <a:pt x="191" y="299"/>
                  </a:lnTo>
                  <a:lnTo>
                    <a:pt x="189" y="299"/>
                  </a:lnTo>
                  <a:lnTo>
                    <a:pt x="189" y="299"/>
                  </a:lnTo>
                  <a:lnTo>
                    <a:pt x="186" y="299"/>
                  </a:lnTo>
                  <a:lnTo>
                    <a:pt x="184" y="299"/>
                  </a:lnTo>
                  <a:lnTo>
                    <a:pt x="184" y="299"/>
                  </a:lnTo>
                  <a:lnTo>
                    <a:pt x="184" y="299"/>
                  </a:lnTo>
                  <a:lnTo>
                    <a:pt x="182" y="297"/>
                  </a:lnTo>
                  <a:lnTo>
                    <a:pt x="182" y="297"/>
                  </a:lnTo>
                  <a:lnTo>
                    <a:pt x="182" y="297"/>
                  </a:lnTo>
                  <a:lnTo>
                    <a:pt x="180" y="295"/>
                  </a:lnTo>
                  <a:lnTo>
                    <a:pt x="180" y="295"/>
                  </a:lnTo>
                  <a:lnTo>
                    <a:pt x="180" y="295"/>
                  </a:lnTo>
                  <a:lnTo>
                    <a:pt x="180" y="295"/>
                  </a:lnTo>
                  <a:lnTo>
                    <a:pt x="180" y="293"/>
                  </a:lnTo>
                  <a:lnTo>
                    <a:pt x="177" y="293"/>
                  </a:lnTo>
                  <a:lnTo>
                    <a:pt x="177" y="293"/>
                  </a:lnTo>
                  <a:lnTo>
                    <a:pt x="175" y="293"/>
                  </a:lnTo>
                  <a:lnTo>
                    <a:pt x="175" y="293"/>
                  </a:lnTo>
                  <a:lnTo>
                    <a:pt x="173" y="291"/>
                  </a:lnTo>
                  <a:lnTo>
                    <a:pt x="173" y="291"/>
                  </a:lnTo>
                  <a:lnTo>
                    <a:pt x="171" y="291"/>
                  </a:lnTo>
                  <a:lnTo>
                    <a:pt x="169" y="291"/>
                  </a:lnTo>
                  <a:lnTo>
                    <a:pt x="162" y="291"/>
                  </a:lnTo>
                  <a:lnTo>
                    <a:pt x="162" y="291"/>
                  </a:lnTo>
                  <a:lnTo>
                    <a:pt x="162" y="291"/>
                  </a:lnTo>
                  <a:lnTo>
                    <a:pt x="160" y="291"/>
                  </a:lnTo>
                  <a:lnTo>
                    <a:pt x="160" y="291"/>
                  </a:lnTo>
                  <a:lnTo>
                    <a:pt x="160" y="291"/>
                  </a:lnTo>
                  <a:lnTo>
                    <a:pt x="157" y="293"/>
                  </a:lnTo>
                  <a:lnTo>
                    <a:pt x="157" y="293"/>
                  </a:lnTo>
                  <a:lnTo>
                    <a:pt x="155" y="293"/>
                  </a:lnTo>
                  <a:lnTo>
                    <a:pt x="153" y="293"/>
                  </a:lnTo>
                  <a:lnTo>
                    <a:pt x="151" y="295"/>
                  </a:lnTo>
                  <a:lnTo>
                    <a:pt x="151" y="295"/>
                  </a:lnTo>
                  <a:lnTo>
                    <a:pt x="149" y="293"/>
                  </a:lnTo>
                  <a:lnTo>
                    <a:pt x="149" y="293"/>
                  </a:lnTo>
                  <a:lnTo>
                    <a:pt x="149" y="293"/>
                  </a:lnTo>
                  <a:lnTo>
                    <a:pt x="149" y="293"/>
                  </a:lnTo>
                  <a:lnTo>
                    <a:pt x="146" y="293"/>
                  </a:lnTo>
                  <a:lnTo>
                    <a:pt x="146" y="295"/>
                  </a:lnTo>
                  <a:lnTo>
                    <a:pt x="146" y="295"/>
                  </a:lnTo>
                  <a:lnTo>
                    <a:pt x="144" y="295"/>
                  </a:lnTo>
                  <a:lnTo>
                    <a:pt x="142" y="295"/>
                  </a:lnTo>
                  <a:lnTo>
                    <a:pt x="142" y="295"/>
                  </a:lnTo>
                  <a:lnTo>
                    <a:pt x="142" y="297"/>
                  </a:lnTo>
                  <a:lnTo>
                    <a:pt x="142" y="299"/>
                  </a:lnTo>
                  <a:lnTo>
                    <a:pt x="140" y="297"/>
                  </a:lnTo>
                  <a:lnTo>
                    <a:pt x="140" y="297"/>
                  </a:lnTo>
                  <a:lnTo>
                    <a:pt x="140" y="297"/>
                  </a:lnTo>
                  <a:lnTo>
                    <a:pt x="138" y="299"/>
                  </a:lnTo>
                  <a:lnTo>
                    <a:pt x="138" y="299"/>
                  </a:lnTo>
                  <a:lnTo>
                    <a:pt x="140" y="299"/>
                  </a:lnTo>
                  <a:lnTo>
                    <a:pt x="140" y="299"/>
                  </a:lnTo>
                  <a:lnTo>
                    <a:pt x="140" y="302"/>
                  </a:lnTo>
                  <a:lnTo>
                    <a:pt x="140" y="302"/>
                  </a:lnTo>
                  <a:lnTo>
                    <a:pt x="138" y="302"/>
                  </a:lnTo>
                  <a:lnTo>
                    <a:pt x="138" y="302"/>
                  </a:lnTo>
                  <a:lnTo>
                    <a:pt x="138" y="302"/>
                  </a:lnTo>
                  <a:lnTo>
                    <a:pt x="138" y="302"/>
                  </a:lnTo>
                  <a:lnTo>
                    <a:pt x="135" y="304"/>
                  </a:lnTo>
                  <a:lnTo>
                    <a:pt x="135" y="304"/>
                  </a:lnTo>
                  <a:lnTo>
                    <a:pt x="135" y="304"/>
                  </a:lnTo>
                  <a:lnTo>
                    <a:pt x="135" y="304"/>
                  </a:lnTo>
                  <a:lnTo>
                    <a:pt x="133" y="306"/>
                  </a:lnTo>
                  <a:lnTo>
                    <a:pt x="133" y="306"/>
                  </a:lnTo>
                  <a:lnTo>
                    <a:pt x="133" y="306"/>
                  </a:lnTo>
                  <a:lnTo>
                    <a:pt x="133" y="306"/>
                  </a:lnTo>
                  <a:lnTo>
                    <a:pt x="133" y="306"/>
                  </a:lnTo>
                  <a:lnTo>
                    <a:pt x="131" y="308"/>
                  </a:lnTo>
                  <a:lnTo>
                    <a:pt x="131" y="310"/>
                  </a:lnTo>
                  <a:lnTo>
                    <a:pt x="129" y="310"/>
                  </a:lnTo>
                  <a:lnTo>
                    <a:pt x="129" y="313"/>
                  </a:lnTo>
                  <a:lnTo>
                    <a:pt x="129" y="313"/>
                  </a:lnTo>
                  <a:lnTo>
                    <a:pt x="126" y="313"/>
                  </a:lnTo>
                  <a:lnTo>
                    <a:pt x="124" y="317"/>
                  </a:lnTo>
                  <a:lnTo>
                    <a:pt x="124" y="319"/>
                  </a:lnTo>
                  <a:lnTo>
                    <a:pt x="124" y="319"/>
                  </a:lnTo>
                  <a:lnTo>
                    <a:pt x="122" y="319"/>
                  </a:lnTo>
                  <a:lnTo>
                    <a:pt x="120" y="319"/>
                  </a:lnTo>
                  <a:lnTo>
                    <a:pt x="120" y="322"/>
                  </a:lnTo>
                  <a:lnTo>
                    <a:pt x="118" y="322"/>
                  </a:lnTo>
                  <a:lnTo>
                    <a:pt x="113" y="322"/>
                  </a:lnTo>
                  <a:lnTo>
                    <a:pt x="109" y="324"/>
                  </a:lnTo>
                  <a:lnTo>
                    <a:pt x="109" y="326"/>
                  </a:lnTo>
                  <a:lnTo>
                    <a:pt x="107" y="328"/>
                  </a:lnTo>
                  <a:lnTo>
                    <a:pt x="104" y="330"/>
                  </a:lnTo>
                  <a:lnTo>
                    <a:pt x="102" y="333"/>
                  </a:lnTo>
                  <a:lnTo>
                    <a:pt x="102" y="335"/>
                  </a:lnTo>
                  <a:lnTo>
                    <a:pt x="100" y="335"/>
                  </a:lnTo>
                  <a:lnTo>
                    <a:pt x="98" y="335"/>
                  </a:lnTo>
                  <a:lnTo>
                    <a:pt x="98" y="337"/>
                  </a:lnTo>
                  <a:lnTo>
                    <a:pt x="95" y="337"/>
                  </a:lnTo>
                  <a:lnTo>
                    <a:pt x="95" y="339"/>
                  </a:lnTo>
                  <a:lnTo>
                    <a:pt x="95" y="341"/>
                  </a:lnTo>
                  <a:lnTo>
                    <a:pt x="93" y="341"/>
                  </a:lnTo>
                  <a:lnTo>
                    <a:pt x="91" y="339"/>
                  </a:lnTo>
                  <a:lnTo>
                    <a:pt x="91" y="339"/>
                  </a:lnTo>
                  <a:lnTo>
                    <a:pt x="91" y="339"/>
                  </a:lnTo>
                  <a:lnTo>
                    <a:pt x="89" y="339"/>
                  </a:lnTo>
                  <a:lnTo>
                    <a:pt x="89" y="339"/>
                  </a:lnTo>
                  <a:lnTo>
                    <a:pt x="87" y="339"/>
                  </a:lnTo>
                  <a:lnTo>
                    <a:pt x="87" y="339"/>
                  </a:lnTo>
                  <a:lnTo>
                    <a:pt x="84" y="341"/>
                  </a:lnTo>
                  <a:lnTo>
                    <a:pt x="82" y="341"/>
                  </a:lnTo>
                  <a:lnTo>
                    <a:pt x="82" y="341"/>
                  </a:lnTo>
                  <a:lnTo>
                    <a:pt x="82" y="341"/>
                  </a:lnTo>
                  <a:lnTo>
                    <a:pt x="80" y="341"/>
                  </a:lnTo>
                  <a:lnTo>
                    <a:pt x="80" y="344"/>
                  </a:lnTo>
                  <a:lnTo>
                    <a:pt x="80" y="344"/>
                  </a:lnTo>
                  <a:lnTo>
                    <a:pt x="80" y="344"/>
                  </a:lnTo>
                  <a:lnTo>
                    <a:pt x="78" y="346"/>
                  </a:lnTo>
                  <a:lnTo>
                    <a:pt x="73" y="348"/>
                  </a:lnTo>
                  <a:lnTo>
                    <a:pt x="71" y="348"/>
                  </a:lnTo>
                  <a:lnTo>
                    <a:pt x="67" y="348"/>
                  </a:lnTo>
                  <a:lnTo>
                    <a:pt x="60" y="350"/>
                  </a:lnTo>
                  <a:lnTo>
                    <a:pt x="58" y="353"/>
                  </a:lnTo>
                  <a:lnTo>
                    <a:pt x="53" y="353"/>
                  </a:lnTo>
                  <a:lnTo>
                    <a:pt x="51" y="353"/>
                  </a:lnTo>
                  <a:lnTo>
                    <a:pt x="47" y="357"/>
                  </a:lnTo>
                  <a:lnTo>
                    <a:pt x="40" y="359"/>
                  </a:lnTo>
                  <a:lnTo>
                    <a:pt x="38" y="361"/>
                  </a:lnTo>
                  <a:lnTo>
                    <a:pt x="36" y="364"/>
                  </a:lnTo>
                  <a:lnTo>
                    <a:pt x="36" y="370"/>
                  </a:lnTo>
                  <a:lnTo>
                    <a:pt x="33" y="373"/>
                  </a:lnTo>
                  <a:lnTo>
                    <a:pt x="33" y="375"/>
                  </a:lnTo>
                  <a:lnTo>
                    <a:pt x="33" y="375"/>
                  </a:lnTo>
                  <a:lnTo>
                    <a:pt x="33" y="375"/>
                  </a:lnTo>
                  <a:lnTo>
                    <a:pt x="33" y="375"/>
                  </a:lnTo>
                  <a:lnTo>
                    <a:pt x="33" y="375"/>
                  </a:lnTo>
                  <a:lnTo>
                    <a:pt x="33" y="375"/>
                  </a:lnTo>
                  <a:lnTo>
                    <a:pt x="33" y="377"/>
                  </a:lnTo>
                  <a:lnTo>
                    <a:pt x="33" y="377"/>
                  </a:lnTo>
                  <a:lnTo>
                    <a:pt x="33" y="379"/>
                  </a:lnTo>
                  <a:lnTo>
                    <a:pt x="33" y="379"/>
                  </a:lnTo>
                  <a:lnTo>
                    <a:pt x="33" y="379"/>
                  </a:lnTo>
                  <a:lnTo>
                    <a:pt x="31" y="381"/>
                  </a:lnTo>
                  <a:lnTo>
                    <a:pt x="31" y="381"/>
                  </a:lnTo>
                  <a:lnTo>
                    <a:pt x="33" y="384"/>
                  </a:lnTo>
                  <a:lnTo>
                    <a:pt x="33" y="384"/>
                  </a:lnTo>
                  <a:lnTo>
                    <a:pt x="31" y="384"/>
                  </a:lnTo>
                  <a:lnTo>
                    <a:pt x="33" y="386"/>
                  </a:lnTo>
                  <a:lnTo>
                    <a:pt x="33" y="386"/>
                  </a:lnTo>
                  <a:lnTo>
                    <a:pt x="33" y="386"/>
                  </a:lnTo>
                  <a:lnTo>
                    <a:pt x="33" y="386"/>
                  </a:lnTo>
                  <a:lnTo>
                    <a:pt x="31" y="386"/>
                  </a:lnTo>
                  <a:lnTo>
                    <a:pt x="31" y="388"/>
                  </a:lnTo>
                  <a:lnTo>
                    <a:pt x="31" y="390"/>
                  </a:lnTo>
                  <a:lnTo>
                    <a:pt x="31" y="397"/>
                  </a:lnTo>
                  <a:lnTo>
                    <a:pt x="31" y="397"/>
                  </a:lnTo>
                  <a:lnTo>
                    <a:pt x="29" y="397"/>
                  </a:lnTo>
                  <a:lnTo>
                    <a:pt x="29" y="399"/>
                  </a:lnTo>
                  <a:lnTo>
                    <a:pt x="29" y="401"/>
                  </a:lnTo>
                  <a:lnTo>
                    <a:pt x="29" y="401"/>
                  </a:lnTo>
                  <a:lnTo>
                    <a:pt x="27" y="401"/>
                  </a:lnTo>
                  <a:lnTo>
                    <a:pt x="25" y="404"/>
                  </a:lnTo>
                  <a:lnTo>
                    <a:pt x="25" y="404"/>
                  </a:lnTo>
                  <a:lnTo>
                    <a:pt x="25" y="404"/>
                  </a:lnTo>
                  <a:lnTo>
                    <a:pt x="25" y="406"/>
                  </a:lnTo>
                  <a:lnTo>
                    <a:pt x="25" y="406"/>
                  </a:lnTo>
                  <a:lnTo>
                    <a:pt x="25" y="408"/>
                  </a:lnTo>
                  <a:lnTo>
                    <a:pt x="25" y="408"/>
                  </a:lnTo>
                  <a:lnTo>
                    <a:pt x="22" y="412"/>
                  </a:lnTo>
                  <a:lnTo>
                    <a:pt x="22" y="412"/>
                  </a:lnTo>
                  <a:lnTo>
                    <a:pt x="22" y="412"/>
                  </a:lnTo>
                  <a:lnTo>
                    <a:pt x="20" y="415"/>
                  </a:lnTo>
                  <a:lnTo>
                    <a:pt x="20" y="417"/>
                  </a:lnTo>
                  <a:lnTo>
                    <a:pt x="18" y="423"/>
                  </a:lnTo>
                  <a:lnTo>
                    <a:pt x="18" y="426"/>
                  </a:lnTo>
                  <a:lnTo>
                    <a:pt x="16" y="428"/>
                  </a:lnTo>
                  <a:lnTo>
                    <a:pt x="16" y="428"/>
                  </a:lnTo>
                  <a:lnTo>
                    <a:pt x="18" y="430"/>
                  </a:lnTo>
                  <a:lnTo>
                    <a:pt x="16" y="430"/>
                  </a:lnTo>
                  <a:lnTo>
                    <a:pt x="16" y="432"/>
                  </a:lnTo>
                  <a:lnTo>
                    <a:pt x="13" y="432"/>
                  </a:lnTo>
                  <a:lnTo>
                    <a:pt x="13" y="435"/>
                  </a:lnTo>
                  <a:lnTo>
                    <a:pt x="13" y="437"/>
                  </a:lnTo>
                  <a:lnTo>
                    <a:pt x="11" y="437"/>
                  </a:lnTo>
                  <a:lnTo>
                    <a:pt x="9" y="439"/>
                  </a:lnTo>
                  <a:lnTo>
                    <a:pt x="9" y="439"/>
                  </a:lnTo>
                  <a:lnTo>
                    <a:pt x="9" y="439"/>
                  </a:lnTo>
                  <a:lnTo>
                    <a:pt x="9" y="441"/>
                  </a:lnTo>
                  <a:lnTo>
                    <a:pt x="9" y="441"/>
                  </a:lnTo>
                  <a:lnTo>
                    <a:pt x="9" y="441"/>
                  </a:lnTo>
                  <a:lnTo>
                    <a:pt x="7" y="441"/>
                  </a:lnTo>
                  <a:lnTo>
                    <a:pt x="7" y="441"/>
                  </a:lnTo>
                  <a:lnTo>
                    <a:pt x="5" y="443"/>
                  </a:lnTo>
                  <a:lnTo>
                    <a:pt x="5" y="446"/>
                  </a:lnTo>
                  <a:lnTo>
                    <a:pt x="5" y="448"/>
                  </a:lnTo>
                  <a:lnTo>
                    <a:pt x="2" y="448"/>
                  </a:lnTo>
                  <a:lnTo>
                    <a:pt x="2" y="450"/>
                  </a:lnTo>
                  <a:lnTo>
                    <a:pt x="0" y="452"/>
                  </a:lnTo>
                  <a:lnTo>
                    <a:pt x="0" y="455"/>
                  </a:lnTo>
                  <a:lnTo>
                    <a:pt x="2" y="457"/>
                  </a:lnTo>
                  <a:lnTo>
                    <a:pt x="5" y="459"/>
                  </a:lnTo>
                  <a:lnTo>
                    <a:pt x="5" y="461"/>
                  </a:lnTo>
                  <a:lnTo>
                    <a:pt x="5" y="463"/>
                  </a:lnTo>
                  <a:lnTo>
                    <a:pt x="5" y="468"/>
                  </a:lnTo>
                  <a:lnTo>
                    <a:pt x="5" y="470"/>
                  </a:lnTo>
                  <a:lnTo>
                    <a:pt x="5" y="470"/>
                  </a:lnTo>
                  <a:lnTo>
                    <a:pt x="5" y="472"/>
                  </a:lnTo>
                  <a:lnTo>
                    <a:pt x="7" y="472"/>
                  </a:lnTo>
                  <a:lnTo>
                    <a:pt x="7" y="472"/>
                  </a:lnTo>
                  <a:lnTo>
                    <a:pt x="7" y="472"/>
                  </a:lnTo>
                  <a:lnTo>
                    <a:pt x="7" y="474"/>
                  </a:lnTo>
                  <a:lnTo>
                    <a:pt x="7" y="474"/>
                  </a:lnTo>
                  <a:lnTo>
                    <a:pt x="7" y="474"/>
                  </a:lnTo>
                  <a:lnTo>
                    <a:pt x="7" y="481"/>
                  </a:lnTo>
                  <a:lnTo>
                    <a:pt x="7" y="483"/>
                  </a:lnTo>
                  <a:lnTo>
                    <a:pt x="9" y="486"/>
                  </a:lnTo>
                  <a:lnTo>
                    <a:pt x="11" y="486"/>
                  </a:lnTo>
                  <a:lnTo>
                    <a:pt x="11" y="488"/>
                  </a:lnTo>
                  <a:lnTo>
                    <a:pt x="13" y="488"/>
                  </a:lnTo>
                  <a:lnTo>
                    <a:pt x="13" y="490"/>
                  </a:lnTo>
                  <a:lnTo>
                    <a:pt x="13" y="490"/>
                  </a:lnTo>
                  <a:lnTo>
                    <a:pt x="13" y="492"/>
                  </a:lnTo>
                  <a:lnTo>
                    <a:pt x="13" y="494"/>
                  </a:lnTo>
                  <a:lnTo>
                    <a:pt x="13" y="497"/>
                  </a:lnTo>
                  <a:lnTo>
                    <a:pt x="13" y="497"/>
                  </a:lnTo>
                  <a:lnTo>
                    <a:pt x="11" y="497"/>
                  </a:lnTo>
                  <a:lnTo>
                    <a:pt x="11" y="499"/>
                  </a:lnTo>
                  <a:lnTo>
                    <a:pt x="11" y="501"/>
                  </a:lnTo>
                  <a:lnTo>
                    <a:pt x="11" y="503"/>
                  </a:lnTo>
                  <a:lnTo>
                    <a:pt x="11" y="510"/>
                  </a:lnTo>
                  <a:lnTo>
                    <a:pt x="11" y="514"/>
                  </a:lnTo>
                  <a:lnTo>
                    <a:pt x="11" y="517"/>
                  </a:lnTo>
                  <a:lnTo>
                    <a:pt x="11" y="519"/>
                  </a:lnTo>
                  <a:lnTo>
                    <a:pt x="9" y="521"/>
                  </a:lnTo>
                  <a:lnTo>
                    <a:pt x="9" y="525"/>
                  </a:lnTo>
                  <a:lnTo>
                    <a:pt x="11" y="530"/>
                  </a:lnTo>
                  <a:lnTo>
                    <a:pt x="9" y="532"/>
                  </a:lnTo>
                  <a:lnTo>
                    <a:pt x="7" y="534"/>
                  </a:lnTo>
                  <a:lnTo>
                    <a:pt x="7" y="534"/>
                  </a:lnTo>
                  <a:lnTo>
                    <a:pt x="7" y="537"/>
                  </a:lnTo>
                  <a:lnTo>
                    <a:pt x="7" y="539"/>
                  </a:lnTo>
                  <a:lnTo>
                    <a:pt x="7" y="539"/>
                  </a:lnTo>
                  <a:lnTo>
                    <a:pt x="2" y="545"/>
                  </a:lnTo>
                  <a:lnTo>
                    <a:pt x="2" y="545"/>
                  </a:lnTo>
                  <a:lnTo>
                    <a:pt x="5" y="548"/>
                  </a:lnTo>
                  <a:lnTo>
                    <a:pt x="5" y="548"/>
                  </a:lnTo>
                  <a:lnTo>
                    <a:pt x="5" y="548"/>
                  </a:lnTo>
                  <a:lnTo>
                    <a:pt x="5" y="550"/>
                  </a:lnTo>
                  <a:lnTo>
                    <a:pt x="5" y="550"/>
                  </a:lnTo>
                  <a:lnTo>
                    <a:pt x="5" y="552"/>
                  </a:lnTo>
                  <a:lnTo>
                    <a:pt x="2" y="554"/>
                  </a:lnTo>
                  <a:lnTo>
                    <a:pt x="5" y="556"/>
                  </a:lnTo>
                  <a:lnTo>
                    <a:pt x="13" y="556"/>
                  </a:lnTo>
                  <a:lnTo>
                    <a:pt x="18" y="556"/>
                  </a:lnTo>
                  <a:lnTo>
                    <a:pt x="27" y="556"/>
                  </a:lnTo>
                  <a:lnTo>
                    <a:pt x="29" y="556"/>
                  </a:lnTo>
                  <a:lnTo>
                    <a:pt x="29" y="559"/>
                  </a:lnTo>
                  <a:lnTo>
                    <a:pt x="31" y="559"/>
                  </a:lnTo>
                  <a:lnTo>
                    <a:pt x="36" y="563"/>
                  </a:lnTo>
                  <a:lnTo>
                    <a:pt x="38" y="568"/>
                  </a:lnTo>
                  <a:lnTo>
                    <a:pt x="38" y="568"/>
                  </a:lnTo>
                  <a:lnTo>
                    <a:pt x="38" y="570"/>
                  </a:lnTo>
                  <a:lnTo>
                    <a:pt x="38" y="570"/>
                  </a:lnTo>
                  <a:lnTo>
                    <a:pt x="38" y="572"/>
                  </a:lnTo>
                  <a:lnTo>
                    <a:pt x="40" y="574"/>
                  </a:lnTo>
                  <a:lnTo>
                    <a:pt x="40" y="576"/>
                  </a:lnTo>
                  <a:lnTo>
                    <a:pt x="40" y="579"/>
                  </a:lnTo>
                  <a:lnTo>
                    <a:pt x="40" y="579"/>
                  </a:lnTo>
                  <a:lnTo>
                    <a:pt x="44" y="583"/>
                  </a:lnTo>
                  <a:lnTo>
                    <a:pt x="49" y="590"/>
                  </a:lnTo>
                  <a:lnTo>
                    <a:pt x="49" y="590"/>
                  </a:lnTo>
                  <a:lnTo>
                    <a:pt x="49" y="590"/>
                  </a:lnTo>
                  <a:lnTo>
                    <a:pt x="49" y="592"/>
                  </a:lnTo>
                  <a:lnTo>
                    <a:pt x="51" y="592"/>
                  </a:lnTo>
                  <a:lnTo>
                    <a:pt x="51" y="592"/>
                  </a:lnTo>
                  <a:lnTo>
                    <a:pt x="53" y="592"/>
                  </a:lnTo>
                  <a:lnTo>
                    <a:pt x="56" y="594"/>
                  </a:lnTo>
                  <a:lnTo>
                    <a:pt x="58" y="594"/>
                  </a:lnTo>
                  <a:lnTo>
                    <a:pt x="60" y="594"/>
                  </a:lnTo>
                  <a:lnTo>
                    <a:pt x="62" y="596"/>
                  </a:lnTo>
                  <a:lnTo>
                    <a:pt x="62" y="596"/>
                  </a:lnTo>
                  <a:lnTo>
                    <a:pt x="64" y="596"/>
                  </a:lnTo>
                  <a:lnTo>
                    <a:pt x="69" y="599"/>
                  </a:lnTo>
                  <a:lnTo>
                    <a:pt x="69" y="599"/>
                  </a:lnTo>
                  <a:lnTo>
                    <a:pt x="69" y="599"/>
                  </a:lnTo>
                  <a:lnTo>
                    <a:pt x="69" y="599"/>
                  </a:lnTo>
                  <a:lnTo>
                    <a:pt x="71" y="599"/>
                  </a:lnTo>
                  <a:lnTo>
                    <a:pt x="71" y="599"/>
                  </a:lnTo>
                  <a:lnTo>
                    <a:pt x="71" y="599"/>
                  </a:lnTo>
                  <a:lnTo>
                    <a:pt x="71" y="599"/>
                  </a:lnTo>
                  <a:lnTo>
                    <a:pt x="73" y="599"/>
                  </a:lnTo>
                  <a:lnTo>
                    <a:pt x="73" y="599"/>
                  </a:lnTo>
                  <a:lnTo>
                    <a:pt x="73" y="596"/>
                  </a:lnTo>
                  <a:lnTo>
                    <a:pt x="78" y="596"/>
                  </a:lnTo>
                  <a:lnTo>
                    <a:pt x="78" y="596"/>
                  </a:lnTo>
                  <a:lnTo>
                    <a:pt x="84" y="599"/>
                  </a:lnTo>
                  <a:lnTo>
                    <a:pt x="84" y="599"/>
                  </a:lnTo>
                  <a:lnTo>
                    <a:pt x="87" y="599"/>
                  </a:lnTo>
                  <a:lnTo>
                    <a:pt x="87" y="599"/>
                  </a:lnTo>
                  <a:lnTo>
                    <a:pt x="87" y="599"/>
                  </a:lnTo>
                  <a:lnTo>
                    <a:pt x="89" y="596"/>
                  </a:lnTo>
                  <a:lnTo>
                    <a:pt x="89" y="596"/>
                  </a:lnTo>
                  <a:lnTo>
                    <a:pt x="89" y="596"/>
                  </a:lnTo>
                  <a:lnTo>
                    <a:pt x="89" y="596"/>
                  </a:lnTo>
                  <a:lnTo>
                    <a:pt x="91" y="592"/>
                  </a:lnTo>
                  <a:lnTo>
                    <a:pt x="91" y="590"/>
                  </a:lnTo>
                  <a:lnTo>
                    <a:pt x="91" y="590"/>
                  </a:lnTo>
                  <a:lnTo>
                    <a:pt x="93" y="590"/>
                  </a:lnTo>
                  <a:lnTo>
                    <a:pt x="95" y="590"/>
                  </a:lnTo>
                  <a:lnTo>
                    <a:pt x="98" y="587"/>
                  </a:lnTo>
                  <a:lnTo>
                    <a:pt x="98" y="587"/>
                  </a:lnTo>
                  <a:lnTo>
                    <a:pt x="98" y="587"/>
                  </a:lnTo>
                  <a:lnTo>
                    <a:pt x="100" y="587"/>
                  </a:lnTo>
                  <a:lnTo>
                    <a:pt x="100" y="587"/>
                  </a:lnTo>
                  <a:lnTo>
                    <a:pt x="100" y="587"/>
                  </a:lnTo>
                  <a:lnTo>
                    <a:pt x="100" y="585"/>
                  </a:lnTo>
                  <a:lnTo>
                    <a:pt x="100" y="585"/>
                  </a:lnTo>
                  <a:lnTo>
                    <a:pt x="100" y="583"/>
                  </a:lnTo>
                  <a:lnTo>
                    <a:pt x="100" y="583"/>
                  </a:lnTo>
                  <a:lnTo>
                    <a:pt x="102" y="583"/>
                  </a:lnTo>
                  <a:lnTo>
                    <a:pt x="102" y="583"/>
                  </a:lnTo>
                  <a:lnTo>
                    <a:pt x="102" y="583"/>
                  </a:lnTo>
                  <a:lnTo>
                    <a:pt x="104" y="583"/>
                  </a:lnTo>
                  <a:lnTo>
                    <a:pt x="104" y="583"/>
                  </a:lnTo>
                  <a:lnTo>
                    <a:pt x="104" y="583"/>
                  </a:lnTo>
                  <a:lnTo>
                    <a:pt x="107" y="581"/>
                  </a:lnTo>
                  <a:lnTo>
                    <a:pt x="107" y="581"/>
                  </a:lnTo>
                  <a:lnTo>
                    <a:pt x="107" y="581"/>
                  </a:lnTo>
                  <a:lnTo>
                    <a:pt x="107" y="579"/>
                  </a:lnTo>
                  <a:lnTo>
                    <a:pt x="109" y="579"/>
                  </a:lnTo>
                  <a:lnTo>
                    <a:pt x="111" y="579"/>
                  </a:lnTo>
                  <a:lnTo>
                    <a:pt x="113" y="579"/>
                  </a:lnTo>
                  <a:lnTo>
                    <a:pt x="115" y="576"/>
                  </a:lnTo>
                  <a:lnTo>
                    <a:pt x="115" y="576"/>
                  </a:lnTo>
                  <a:lnTo>
                    <a:pt x="115" y="576"/>
                  </a:lnTo>
                  <a:lnTo>
                    <a:pt x="118" y="576"/>
                  </a:lnTo>
                  <a:lnTo>
                    <a:pt x="124" y="576"/>
                  </a:lnTo>
                  <a:lnTo>
                    <a:pt x="129" y="579"/>
                  </a:lnTo>
                  <a:lnTo>
                    <a:pt x="129" y="579"/>
                  </a:lnTo>
                  <a:lnTo>
                    <a:pt x="131" y="579"/>
                  </a:lnTo>
                  <a:lnTo>
                    <a:pt x="131" y="579"/>
                  </a:lnTo>
                  <a:lnTo>
                    <a:pt x="135" y="579"/>
                  </a:lnTo>
                  <a:lnTo>
                    <a:pt x="138" y="576"/>
                  </a:lnTo>
                  <a:lnTo>
                    <a:pt x="138" y="576"/>
                  </a:lnTo>
                  <a:lnTo>
                    <a:pt x="140" y="576"/>
                  </a:lnTo>
                  <a:lnTo>
                    <a:pt x="146" y="568"/>
                  </a:lnTo>
                  <a:lnTo>
                    <a:pt x="149" y="565"/>
                  </a:lnTo>
                  <a:lnTo>
                    <a:pt x="149" y="565"/>
                  </a:lnTo>
                  <a:lnTo>
                    <a:pt x="149" y="565"/>
                  </a:lnTo>
                  <a:lnTo>
                    <a:pt x="149" y="565"/>
                  </a:lnTo>
                  <a:lnTo>
                    <a:pt x="151" y="565"/>
                  </a:lnTo>
                  <a:lnTo>
                    <a:pt x="151" y="565"/>
                  </a:lnTo>
                  <a:lnTo>
                    <a:pt x="151" y="565"/>
                  </a:lnTo>
                  <a:lnTo>
                    <a:pt x="153" y="565"/>
                  </a:lnTo>
                  <a:lnTo>
                    <a:pt x="153" y="565"/>
                  </a:lnTo>
                  <a:lnTo>
                    <a:pt x="153" y="563"/>
                  </a:lnTo>
                  <a:lnTo>
                    <a:pt x="153" y="561"/>
                  </a:lnTo>
                  <a:lnTo>
                    <a:pt x="153" y="561"/>
                  </a:lnTo>
                  <a:lnTo>
                    <a:pt x="153" y="561"/>
                  </a:lnTo>
                  <a:lnTo>
                    <a:pt x="155" y="561"/>
                  </a:lnTo>
                  <a:lnTo>
                    <a:pt x="155" y="559"/>
                  </a:lnTo>
                  <a:lnTo>
                    <a:pt x="155" y="559"/>
                  </a:lnTo>
                  <a:lnTo>
                    <a:pt x="155" y="559"/>
                  </a:lnTo>
                  <a:lnTo>
                    <a:pt x="157" y="556"/>
                  </a:lnTo>
                  <a:lnTo>
                    <a:pt x="157" y="554"/>
                  </a:lnTo>
                  <a:lnTo>
                    <a:pt x="160" y="550"/>
                  </a:lnTo>
                  <a:lnTo>
                    <a:pt x="160" y="550"/>
                  </a:lnTo>
                  <a:lnTo>
                    <a:pt x="160" y="550"/>
                  </a:lnTo>
                  <a:lnTo>
                    <a:pt x="162" y="548"/>
                  </a:lnTo>
                  <a:lnTo>
                    <a:pt x="162" y="548"/>
                  </a:lnTo>
                  <a:lnTo>
                    <a:pt x="162" y="548"/>
                  </a:lnTo>
                  <a:lnTo>
                    <a:pt x="162" y="548"/>
                  </a:lnTo>
                  <a:lnTo>
                    <a:pt x="164" y="545"/>
                  </a:lnTo>
                  <a:lnTo>
                    <a:pt x="164" y="545"/>
                  </a:lnTo>
                  <a:lnTo>
                    <a:pt x="164" y="545"/>
                  </a:lnTo>
                  <a:lnTo>
                    <a:pt x="164" y="545"/>
                  </a:lnTo>
                  <a:lnTo>
                    <a:pt x="164" y="543"/>
                  </a:lnTo>
                  <a:lnTo>
                    <a:pt x="164" y="541"/>
                  </a:lnTo>
                  <a:lnTo>
                    <a:pt x="164" y="541"/>
                  </a:lnTo>
                  <a:lnTo>
                    <a:pt x="164" y="541"/>
                  </a:lnTo>
                  <a:lnTo>
                    <a:pt x="166" y="539"/>
                  </a:lnTo>
                  <a:lnTo>
                    <a:pt x="169" y="537"/>
                  </a:lnTo>
                  <a:lnTo>
                    <a:pt x="169" y="537"/>
                  </a:lnTo>
                  <a:lnTo>
                    <a:pt x="169" y="534"/>
                  </a:lnTo>
                  <a:lnTo>
                    <a:pt x="169" y="534"/>
                  </a:lnTo>
                  <a:lnTo>
                    <a:pt x="169" y="532"/>
                  </a:lnTo>
                  <a:lnTo>
                    <a:pt x="169" y="530"/>
                  </a:lnTo>
                  <a:lnTo>
                    <a:pt x="166" y="530"/>
                  </a:lnTo>
                  <a:lnTo>
                    <a:pt x="169" y="528"/>
                  </a:lnTo>
                  <a:lnTo>
                    <a:pt x="169" y="528"/>
                  </a:lnTo>
                  <a:lnTo>
                    <a:pt x="169" y="523"/>
                  </a:lnTo>
                  <a:lnTo>
                    <a:pt x="171" y="523"/>
                  </a:lnTo>
                  <a:lnTo>
                    <a:pt x="171" y="521"/>
                  </a:lnTo>
                  <a:lnTo>
                    <a:pt x="171" y="521"/>
                  </a:lnTo>
                  <a:lnTo>
                    <a:pt x="171" y="519"/>
                  </a:lnTo>
                  <a:lnTo>
                    <a:pt x="169" y="517"/>
                  </a:lnTo>
                  <a:lnTo>
                    <a:pt x="169" y="517"/>
                  </a:lnTo>
                  <a:lnTo>
                    <a:pt x="169" y="517"/>
                  </a:lnTo>
                  <a:lnTo>
                    <a:pt x="169" y="517"/>
                  </a:lnTo>
                  <a:lnTo>
                    <a:pt x="166" y="514"/>
                  </a:lnTo>
                  <a:lnTo>
                    <a:pt x="166" y="514"/>
                  </a:lnTo>
                  <a:lnTo>
                    <a:pt x="166" y="514"/>
                  </a:lnTo>
                  <a:lnTo>
                    <a:pt x="166" y="512"/>
                  </a:lnTo>
                  <a:lnTo>
                    <a:pt x="166" y="512"/>
                  </a:lnTo>
                  <a:lnTo>
                    <a:pt x="164" y="510"/>
                  </a:lnTo>
                  <a:lnTo>
                    <a:pt x="164" y="508"/>
                  </a:lnTo>
                  <a:lnTo>
                    <a:pt x="162" y="501"/>
                  </a:lnTo>
                  <a:lnTo>
                    <a:pt x="162" y="501"/>
                  </a:lnTo>
                  <a:lnTo>
                    <a:pt x="162" y="501"/>
                  </a:lnTo>
                  <a:lnTo>
                    <a:pt x="162" y="501"/>
                  </a:lnTo>
                  <a:lnTo>
                    <a:pt x="162" y="501"/>
                  </a:lnTo>
                  <a:lnTo>
                    <a:pt x="162" y="499"/>
                  </a:lnTo>
                  <a:lnTo>
                    <a:pt x="162" y="499"/>
                  </a:lnTo>
                  <a:lnTo>
                    <a:pt x="160" y="499"/>
                  </a:lnTo>
                  <a:lnTo>
                    <a:pt x="160" y="499"/>
                  </a:lnTo>
                  <a:lnTo>
                    <a:pt x="160" y="497"/>
                  </a:lnTo>
                  <a:lnTo>
                    <a:pt x="160" y="497"/>
                  </a:lnTo>
                  <a:lnTo>
                    <a:pt x="157" y="494"/>
                  </a:lnTo>
                  <a:lnTo>
                    <a:pt x="160" y="492"/>
                  </a:lnTo>
                  <a:lnTo>
                    <a:pt x="160" y="492"/>
                  </a:lnTo>
                  <a:lnTo>
                    <a:pt x="160" y="490"/>
                  </a:lnTo>
                  <a:lnTo>
                    <a:pt x="160" y="490"/>
                  </a:lnTo>
                  <a:lnTo>
                    <a:pt x="162" y="490"/>
                  </a:lnTo>
                  <a:lnTo>
                    <a:pt x="164" y="490"/>
                  </a:lnTo>
                  <a:lnTo>
                    <a:pt x="166" y="492"/>
                  </a:lnTo>
                  <a:lnTo>
                    <a:pt x="169" y="492"/>
                  </a:lnTo>
                  <a:lnTo>
                    <a:pt x="169" y="492"/>
                  </a:lnTo>
                  <a:lnTo>
                    <a:pt x="169" y="492"/>
                  </a:lnTo>
                  <a:lnTo>
                    <a:pt x="169" y="492"/>
                  </a:lnTo>
                  <a:lnTo>
                    <a:pt x="169" y="492"/>
                  </a:lnTo>
                  <a:lnTo>
                    <a:pt x="171" y="490"/>
                  </a:lnTo>
                  <a:lnTo>
                    <a:pt x="171" y="490"/>
                  </a:lnTo>
                  <a:lnTo>
                    <a:pt x="171" y="488"/>
                  </a:lnTo>
                  <a:lnTo>
                    <a:pt x="171" y="488"/>
                  </a:lnTo>
                  <a:lnTo>
                    <a:pt x="171" y="486"/>
                  </a:lnTo>
                  <a:lnTo>
                    <a:pt x="173" y="486"/>
                  </a:lnTo>
                  <a:lnTo>
                    <a:pt x="173" y="486"/>
                  </a:lnTo>
                  <a:lnTo>
                    <a:pt x="173" y="483"/>
                  </a:lnTo>
                  <a:lnTo>
                    <a:pt x="175" y="483"/>
                  </a:lnTo>
                  <a:lnTo>
                    <a:pt x="175" y="483"/>
                  </a:lnTo>
                  <a:lnTo>
                    <a:pt x="177" y="486"/>
                  </a:lnTo>
                  <a:lnTo>
                    <a:pt x="180" y="486"/>
                  </a:lnTo>
                  <a:lnTo>
                    <a:pt x="180" y="486"/>
                  </a:lnTo>
                  <a:lnTo>
                    <a:pt x="180" y="486"/>
                  </a:lnTo>
                  <a:lnTo>
                    <a:pt x="182" y="486"/>
                  </a:lnTo>
                  <a:lnTo>
                    <a:pt x="182" y="486"/>
                  </a:lnTo>
                  <a:lnTo>
                    <a:pt x="182" y="486"/>
                  </a:lnTo>
                  <a:lnTo>
                    <a:pt x="182" y="486"/>
                  </a:lnTo>
                  <a:lnTo>
                    <a:pt x="184" y="486"/>
                  </a:lnTo>
                  <a:lnTo>
                    <a:pt x="184" y="483"/>
                  </a:lnTo>
                  <a:lnTo>
                    <a:pt x="184" y="483"/>
                  </a:lnTo>
                  <a:lnTo>
                    <a:pt x="184" y="483"/>
                  </a:lnTo>
                  <a:lnTo>
                    <a:pt x="184" y="481"/>
                  </a:lnTo>
                  <a:lnTo>
                    <a:pt x="186" y="481"/>
                  </a:lnTo>
                  <a:lnTo>
                    <a:pt x="186" y="481"/>
                  </a:lnTo>
                  <a:lnTo>
                    <a:pt x="186" y="481"/>
                  </a:lnTo>
                  <a:lnTo>
                    <a:pt x="189" y="483"/>
                  </a:lnTo>
                  <a:lnTo>
                    <a:pt x="191" y="483"/>
                  </a:lnTo>
                  <a:lnTo>
                    <a:pt x="191" y="483"/>
                  </a:lnTo>
                  <a:lnTo>
                    <a:pt x="191" y="486"/>
                  </a:lnTo>
                  <a:lnTo>
                    <a:pt x="193" y="490"/>
                  </a:lnTo>
                  <a:lnTo>
                    <a:pt x="193" y="490"/>
                  </a:lnTo>
                  <a:lnTo>
                    <a:pt x="193" y="490"/>
                  </a:lnTo>
                  <a:lnTo>
                    <a:pt x="193" y="490"/>
                  </a:lnTo>
                  <a:lnTo>
                    <a:pt x="193" y="490"/>
                  </a:lnTo>
                  <a:lnTo>
                    <a:pt x="195" y="490"/>
                  </a:lnTo>
                  <a:lnTo>
                    <a:pt x="195" y="490"/>
                  </a:lnTo>
                  <a:lnTo>
                    <a:pt x="195" y="490"/>
                  </a:lnTo>
                  <a:lnTo>
                    <a:pt x="195" y="490"/>
                  </a:lnTo>
                  <a:lnTo>
                    <a:pt x="195" y="490"/>
                  </a:lnTo>
                  <a:lnTo>
                    <a:pt x="195" y="490"/>
                  </a:lnTo>
                  <a:lnTo>
                    <a:pt x="197" y="490"/>
                  </a:lnTo>
                  <a:lnTo>
                    <a:pt x="197" y="490"/>
                  </a:lnTo>
                  <a:lnTo>
                    <a:pt x="197" y="490"/>
                  </a:lnTo>
                  <a:lnTo>
                    <a:pt x="197" y="490"/>
                  </a:lnTo>
                  <a:lnTo>
                    <a:pt x="200" y="490"/>
                  </a:lnTo>
                  <a:lnTo>
                    <a:pt x="202" y="490"/>
                  </a:lnTo>
                  <a:lnTo>
                    <a:pt x="202" y="490"/>
                  </a:lnTo>
                  <a:lnTo>
                    <a:pt x="204" y="490"/>
                  </a:lnTo>
                  <a:lnTo>
                    <a:pt x="204" y="490"/>
                  </a:lnTo>
                  <a:lnTo>
                    <a:pt x="204" y="490"/>
                  </a:lnTo>
                  <a:lnTo>
                    <a:pt x="204" y="490"/>
                  </a:lnTo>
                  <a:lnTo>
                    <a:pt x="206" y="490"/>
                  </a:lnTo>
                  <a:lnTo>
                    <a:pt x="206" y="490"/>
                  </a:lnTo>
                  <a:lnTo>
                    <a:pt x="206" y="490"/>
                  </a:lnTo>
                  <a:lnTo>
                    <a:pt x="206" y="490"/>
                  </a:lnTo>
                  <a:lnTo>
                    <a:pt x="206" y="490"/>
                  </a:lnTo>
                  <a:lnTo>
                    <a:pt x="206" y="488"/>
                  </a:lnTo>
                  <a:lnTo>
                    <a:pt x="206" y="488"/>
                  </a:lnTo>
                  <a:lnTo>
                    <a:pt x="208" y="488"/>
                  </a:lnTo>
                  <a:lnTo>
                    <a:pt x="208" y="488"/>
                  </a:lnTo>
                  <a:lnTo>
                    <a:pt x="211" y="486"/>
                  </a:lnTo>
                  <a:lnTo>
                    <a:pt x="211" y="486"/>
                  </a:lnTo>
                  <a:lnTo>
                    <a:pt x="211" y="486"/>
                  </a:lnTo>
                  <a:lnTo>
                    <a:pt x="213" y="488"/>
                  </a:lnTo>
                  <a:lnTo>
                    <a:pt x="213" y="488"/>
                  </a:lnTo>
                  <a:lnTo>
                    <a:pt x="217" y="488"/>
                  </a:lnTo>
                  <a:lnTo>
                    <a:pt x="217" y="488"/>
                  </a:lnTo>
                  <a:lnTo>
                    <a:pt x="217" y="488"/>
                  </a:lnTo>
                  <a:lnTo>
                    <a:pt x="217" y="490"/>
                  </a:lnTo>
                  <a:lnTo>
                    <a:pt x="217" y="490"/>
                  </a:lnTo>
                  <a:lnTo>
                    <a:pt x="217" y="490"/>
                  </a:lnTo>
                  <a:lnTo>
                    <a:pt x="217" y="490"/>
                  </a:lnTo>
                  <a:lnTo>
                    <a:pt x="217" y="492"/>
                  </a:lnTo>
                  <a:lnTo>
                    <a:pt x="220" y="492"/>
                  </a:lnTo>
                  <a:lnTo>
                    <a:pt x="220" y="490"/>
                  </a:lnTo>
                  <a:lnTo>
                    <a:pt x="222" y="490"/>
                  </a:lnTo>
                  <a:lnTo>
                    <a:pt x="222" y="492"/>
                  </a:lnTo>
                  <a:lnTo>
                    <a:pt x="222" y="492"/>
                  </a:lnTo>
                  <a:lnTo>
                    <a:pt x="224" y="492"/>
                  </a:lnTo>
                  <a:lnTo>
                    <a:pt x="224" y="492"/>
                  </a:lnTo>
                  <a:lnTo>
                    <a:pt x="224" y="492"/>
                  </a:lnTo>
                  <a:lnTo>
                    <a:pt x="224" y="492"/>
                  </a:lnTo>
                  <a:lnTo>
                    <a:pt x="224" y="492"/>
                  </a:lnTo>
                  <a:lnTo>
                    <a:pt x="224" y="494"/>
                  </a:lnTo>
                  <a:lnTo>
                    <a:pt x="224" y="494"/>
                  </a:lnTo>
                  <a:lnTo>
                    <a:pt x="224" y="494"/>
                  </a:lnTo>
                  <a:lnTo>
                    <a:pt x="224" y="497"/>
                  </a:lnTo>
                  <a:lnTo>
                    <a:pt x="224" y="497"/>
                  </a:lnTo>
                  <a:lnTo>
                    <a:pt x="224" y="497"/>
                  </a:lnTo>
                  <a:lnTo>
                    <a:pt x="224" y="497"/>
                  </a:lnTo>
                  <a:lnTo>
                    <a:pt x="224" y="497"/>
                  </a:lnTo>
                  <a:lnTo>
                    <a:pt x="224" y="497"/>
                  </a:lnTo>
                  <a:lnTo>
                    <a:pt x="224" y="497"/>
                  </a:lnTo>
                  <a:lnTo>
                    <a:pt x="226" y="497"/>
                  </a:lnTo>
                  <a:lnTo>
                    <a:pt x="226" y="497"/>
                  </a:lnTo>
                  <a:lnTo>
                    <a:pt x="226" y="499"/>
                  </a:lnTo>
                  <a:lnTo>
                    <a:pt x="231" y="499"/>
                  </a:lnTo>
                  <a:lnTo>
                    <a:pt x="231" y="499"/>
                  </a:lnTo>
                  <a:lnTo>
                    <a:pt x="231" y="499"/>
                  </a:lnTo>
                  <a:lnTo>
                    <a:pt x="233" y="499"/>
                  </a:lnTo>
                  <a:lnTo>
                    <a:pt x="233" y="499"/>
                  </a:lnTo>
                  <a:lnTo>
                    <a:pt x="233" y="499"/>
                  </a:lnTo>
                  <a:lnTo>
                    <a:pt x="233" y="499"/>
                  </a:lnTo>
                  <a:lnTo>
                    <a:pt x="235" y="499"/>
                  </a:lnTo>
                  <a:lnTo>
                    <a:pt x="235" y="499"/>
                  </a:lnTo>
                  <a:lnTo>
                    <a:pt x="237" y="497"/>
                  </a:lnTo>
                  <a:lnTo>
                    <a:pt x="239" y="497"/>
                  </a:lnTo>
                  <a:lnTo>
                    <a:pt x="244" y="499"/>
                  </a:lnTo>
                  <a:lnTo>
                    <a:pt x="244" y="499"/>
                  </a:lnTo>
                  <a:lnTo>
                    <a:pt x="244" y="499"/>
                  </a:lnTo>
                  <a:lnTo>
                    <a:pt x="246" y="499"/>
                  </a:lnTo>
                  <a:lnTo>
                    <a:pt x="246" y="501"/>
                  </a:lnTo>
                  <a:lnTo>
                    <a:pt x="246" y="501"/>
                  </a:lnTo>
                  <a:lnTo>
                    <a:pt x="246" y="501"/>
                  </a:lnTo>
                  <a:lnTo>
                    <a:pt x="248" y="501"/>
                  </a:lnTo>
                  <a:lnTo>
                    <a:pt x="248" y="501"/>
                  </a:lnTo>
                  <a:lnTo>
                    <a:pt x="248" y="501"/>
                  </a:lnTo>
                  <a:lnTo>
                    <a:pt x="248" y="499"/>
                  </a:lnTo>
                  <a:lnTo>
                    <a:pt x="248" y="499"/>
                  </a:lnTo>
                  <a:lnTo>
                    <a:pt x="251" y="497"/>
                  </a:lnTo>
                  <a:lnTo>
                    <a:pt x="251" y="497"/>
                  </a:lnTo>
                  <a:lnTo>
                    <a:pt x="251" y="494"/>
                  </a:lnTo>
                  <a:lnTo>
                    <a:pt x="251" y="494"/>
                  </a:lnTo>
                  <a:lnTo>
                    <a:pt x="251" y="494"/>
                  </a:lnTo>
                  <a:lnTo>
                    <a:pt x="251" y="494"/>
                  </a:lnTo>
                  <a:lnTo>
                    <a:pt x="253" y="494"/>
                  </a:lnTo>
                  <a:lnTo>
                    <a:pt x="253" y="494"/>
                  </a:lnTo>
                  <a:lnTo>
                    <a:pt x="257" y="497"/>
                  </a:lnTo>
                  <a:lnTo>
                    <a:pt x="257" y="497"/>
                  </a:lnTo>
                  <a:lnTo>
                    <a:pt x="257" y="497"/>
                  </a:lnTo>
                  <a:lnTo>
                    <a:pt x="257" y="497"/>
                  </a:lnTo>
                  <a:lnTo>
                    <a:pt x="257" y="494"/>
                  </a:lnTo>
                  <a:lnTo>
                    <a:pt x="257" y="494"/>
                  </a:lnTo>
                  <a:lnTo>
                    <a:pt x="257" y="494"/>
                  </a:lnTo>
                  <a:lnTo>
                    <a:pt x="257" y="494"/>
                  </a:lnTo>
                  <a:lnTo>
                    <a:pt x="259" y="494"/>
                  </a:lnTo>
                  <a:lnTo>
                    <a:pt x="259" y="492"/>
                  </a:lnTo>
                  <a:lnTo>
                    <a:pt x="262" y="490"/>
                  </a:lnTo>
                  <a:lnTo>
                    <a:pt x="262" y="490"/>
                  </a:lnTo>
                  <a:lnTo>
                    <a:pt x="262" y="488"/>
                  </a:lnTo>
                  <a:lnTo>
                    <a:pt x="262" y="488"/>
                  </a:lnTo>
                  <a:lnTo>
                    <a:pt x="262" y="488"/>
                  </a:lnTo>
                  <a:lnTo>
                    <a:pt x="264" y="488"/>
                  </a:lnTo>
                  <a:lnTo>
                    <a:pt x="266" y="488"/>
                  </a:lnTo>
                  <a:lnTo>
                    <a:pt x="266" y="488"/>
                  </a:lnTo>
                  <a:lnTo>
                    <a:pt x="266" y="488"/>
                  </a:lnTo>
                  <a:lnTo>
                    <a:pt x="266" y="486"/>
                  </a:lnTo>
                  <a:lnTo>
                    <a:pt x="266" y="486"/>
                  </a:lnTo>
                  <a:lnTo>
                    <a:pt x="266" y="486"/>
                  </a:lnTo>
                  <a:lnTo>
                    <a:pt x="268" y="483"/>
                  </a:lnTo>
                  <a:lnTo>
                    <a:pt x="268" y="483"/>
                  </a:lnTo>
                  <a:lnTo>
                    <a:pt x="268" y="483"/>
                  </a:lnTo>
                  <a:lnTo>
                    <a:pt x="268" y="483"/>
                  </a:lnTo>
                  <a:lnTo>
                    <a:pt x="270" y="481"/>
                  </a:lnTo>
                  <a:lnTo>
                    <a:pt x="270" y="481"/>
                  </a:lnTo>
                  <a:lnTo>
                    <a:pt x="270" y="481"/>
                  </a:lnTo>
                  <a:lnTo>
                    <a:pt x="270" y="481"/>
                  </a:lnTo>
                  <a:lnTo>
                    <a:pt x="273" y="483"/>
                  </a:lnTo>
                  <a:lnTo>
                    <a:pt x="273" y="483"/>
                  </a:lnTo>
                  <a:lnTo>
                    <a:pt x="273" y="483"/>
                  </a:lnTo>
                  <a:lnTo>
                    <a:pt x="282" y="481"/>
                  </a:lnTo>
                  <a:lnTo>
                    <a:pt x="284" y="481"/>
                  </a:lnTo>
                  <a:lnTo>
                    <a:pt x="284" y="479"/>
                  </a:lnTo>
                  <a:lnTo>
                    <a:pt x="286" y="479"/>
                  </a:lnTo>
                  <a:lnTo>
                    <a:pt x="286" y="479"/>
                  </a:lnTo>
                  <a:lnTo>
                    <a:pt x="288" y="477"/>
                  </a:lnTo>
                  <a:lnTo>
                    <a:pt x="288" y="474"/>
                  </a:lnTo>
                  <a:lnTo>
                    <a:pt x="288" y="474"/>
                  </a:lnTo>
                  <a:lnTo>
                    <a:pt x="288" y="474"/>
                  </a:lnTo>
                  <a:lnTo>
                    <a:pt x="290" y="474"/>
                  </a:lnTo>
                  <a:lnTo>
                    <a:pt x="290" y="474"/>
                  </a:lnTo>
                  <a:lnTo>
                    <a:pt x="290" y="474"/>
                  </a:lnTo>
                  <a:lnTo>
                    <a:pt x="290" y="474"/>
                  </a:lnTo>
                  <a:lnTo>
                    <a:pt x="293" y="474"/>
                  </a:lnTo>
                  <a:lnTo>
                    <a:pt x="293" y="474"/>
                  </a:lnTo>
                  <a:lnTo>
                    <a:pt x="293" y="474"/>
                  </a:lnTo>
                  <a:lnTo>
                    <a:pt x="293" y="474"/>
                  </a:lnTo>
                  <a:lnTo>
                    <a:pt x="295" y="474"/>
                  </a:lnTo>
                  <a:lnTo>
                    <a:pt x="295" y="474"/>
                  </a:lnTo>
                  <a:lnTo>
                    <a:pt x="295" y="474"/>
                  </a:lnTo>
                  <a:lnTo>
                    <a:pt x="295" y="474"/>
                  </a:lnTo>
                  <a:lnTo>
                    <a:pt x="297" y="474"/>
                  </a:lnTo>
                  <a:lnTo>
                    <a:pt x="297" y="474"/>
                  </a:lnTo>
                  <a:lnTo>
                    <a:pt x="297" y="474"/>
                  </a:lnTo>
                  <a:lnTo>
                    <a:pt x="297" y="474"/>
                  </a:lnTo>
                  <a:lnTo>
                    <a:pt x="297" y="474"/>
                  </a:lnTo>
                  <a:lnTo>
                    <a:pt x="299" y="474"/>
                  </a:lnTo>
                  <a:lnTo>
                    <a:pt x="299" y="474"/>
                  </a:lnTo>
                  <a:lnTo>
                    <a:pt x="299" y="474"/>
                  </a:lnTo>
                  <a:lnTo>
                    <a:pt x="299" y="474"/>
                  </a:lnTo>
                  <a:lnTo>
                    <a:pt x="302" y="474"/>
                  </a:lnTo>
                  <a:lnTo>
                    <a:pt x="302" y="474"/>
                  </a:lnTo>
                  <a:lnTo>
                    <a:pt x="302" y="474"/>
                  </a:lnTo>
                  <a:lnTo>
                    <a:pt x="302" y="477"/>
                  </a:lnTo>
                  <a:lnTo>
                    <a:pt x="302" y="477"/>
                  </a:lnTo>
                  <a:lnTo>
                    <a:pt x="302" y="477"/>
                  </a:lnTo>
                  <a:lnTo>
                    <a:pt x="302" y="477"/>
                  </a:lnTo>
                  <a:lnTo>
                    <a:pt x="304" y="477"/>
                  </a:lnTo>
                  <a:lnTo>
                    <a:pt x="304" y="479"/>
                  </a:lnTo>
                  <a:lnTo>
                    <a:pt x="304" y="477"/>
                  </a:lnTo>
                  <a:lnTo>
                    <a:pt x="304" y="477"/>
                  </a:lnTo>
                  <a:lnTo>
                    <a:pt x="304" y="477"/>
                  </a:lnTo>
                  <a:lnTo>
                    <a:pt x="306" y="477"/>
                  </a:lnTo>
                  <a:lnTo>
                    <a:pt x="306" y="477"/>
                  </a:lnTo>
                  <a:lnTo>
                    <a:pt x="308" y="472"/>
                  </a:lnTo>
                  <a:lnTo>
                    <a:pt x="308" y="472"/>
                  </a:lnTo>
                  <a:lnTo>
                    <a:pt x="308" y="472"/>
                  </a:lnTo>
                  <a:lnTo>
                    <a:pt x="308" y="472"/>
                  </a:lnTo>
                  <a:lnTo>
                    <a:pt x="308" y="472"/>
                  </a:lnTo>
                  <a:lnTo>
                    <a:pt x="313" y="470"/>
                  </a:lnTo>
                  <a:lnTo>
                    <a:pt x="313" y="470"/>
                  </a:lnTo>
                  <a:lnTo>
                    <a:pt x="313" y="470"/>
                  </a:lnTo>
                  <a:lnTo>
                    <a:pt x="313" y="470"/>
                  </a:lnTo>
                  <a:lnTo>
                    <a:pt x="313" y="470"/>
                  </a:lnTo>
                  <a:lnTo>
                    <a:pt x="313" y="468"/>
                  </a:lnTo>
                  <a:lnTo>
                    <a:pt x="313" y="468"/>
                  </a:lnTo>
                  <a:lnTo>
                    <a:pt x="313" y="468"/>
                  </a:lnTo>
                  <a:lnTo>
                    <a:pt x="313" y="463"/>
                  </a:lnTo>
                  <a:lnTo>
                    <a:pt x="313" y="459"/>
                  </a:lnTo>
                  <a:lnTo>
                    <a:pt x="313" y="459"/>
                  </a:lnTo>
                  <a:lnTo>
                    <a:pt x="313" y="459"/>
                  </a:lnTo>
                  <a:lnTo>
                    <a:pt x="313" y="459"/>
                  </a:lnTo>
                  <a:lnTo>
                    <a:pt x="313" y="459"/>
                  </a:lnTo>
                  <a:lnTo>
                    <a:pt x="313" y="457"/>
                  </a:lnTo>
                  <a:lnTo>
                    <a:pt x="313" y="457"/>
                  </a:lnTo>
                  <a:lnTo>
                    <a:pt x="315" y="457"/>
                  </a:lnTo>
                  <a:lnTo>
                    <a:pt x="315" y="457"/>
                  </a:lnTo>
                  <a:lnTo>
                    <a:pt x="317" y="457"/>
                  </a:lnTo>
                  <a:lnTo>
                    <a:pt x="319" y="457"/>
                  </a:lnTo>
                  <a:lnTo>
                    <a:pt x="321" y="457"/>
                  </a:lnTo>
                  <a:lnTo>
                    <a:pt x="321" y="457"/>
                  </a:lnTo>
                  <a:lnTo>
                    <a:pt x="321" y="457"/>
                  </a:lnTo>
                  <a:lnTo>
                    <a:pt x="321" y="457"/>
                  </a:lnTo>
                  <a:lnTo>
                    <a:pt x="324" y="457"/>
                  </a:lnTo>
                  <a:lnTo>
                    <a:pt x="324" y="457"/>
                  </a:lnTo>
                  <a:lnTo>
                    <a:pt x="324" y="457"/>
                  </a:lnTo>
                  <a:lnTo>
                    <a:pt x="324" y="457"/>
                  </a:lnTo>
                  <a:lnTo>
                    <a:pt x="326" y="457"/>
                  </a:lnTo>
                  <a:lnTo>
                    <a:pt x="326" y="457"/>
                  </a:lnTo>
                  <a:lnTo>
                    <a:pt x="326" y="457"/>
                  </a:lnTo>
                  <a:lnTo>
                    <a:pt x="326" y="457"/>
                  </a:lnTo>
                  <a:lnTo>
                    <a:pt x="328" y="457"/>
                  </a:lnTo>
                  <a:lnTo>
                    <a:pt x="328" y="455"/>
                  </a:lnTo>
                  <a:lnTo>
                    <a:pt x="330" y="455"/>
                  </a:lnTo>
                  <a:lnTo>
                    <a:pt x="330" y="455"/>
                  </a:lnTo>
                  <a:lnTo>
                    <a:pt x="330" y="455"/>
                  </a:lnTo>
                  <a:lnTo>
                    <a:pt x="330" y="452"/>
                  </a:lnTo>
                  <a:lnTo>
                    <a:pt x="333" y="450"/>
                  </a:lnTo>
                  <a:lnTo>
                    <a:pt x="333" y="450"/>
                  </a:lnTo>
                  <a:lnTo>
                    <a:pt x="335" y="446"/>
                  </a:lnTo>
                  <a:lnTo>
                    <a:pt x="335" y="446"/>
                  </a:lnTo>
                  <a:lnTo>
                    <a:pt x="335" y="446"/>
                  </a:lnTo>
                  <a:lnTo>
                    <a:pt x="337" y="446"/>
                  </a:lnTo>
                  <a:lnTo>
                    <a:pt x="337" y="443"/>
                  </a:lnTo>
                  <a:lnTo>
                    <a:pt x="337" y="443"/>
                  </a:lnTo>
                  <a:lnTo>
                    <a:pt x="337" y="443"/>
                  </a:lnTo>
                  <a:lnTo>
                    <a:pt x="339" y="439"/>
                  </a:lnTo>
                  <a:lnTo>
                    <a:pt x="339" y="437"/>
                  </a:lnTo>
                  <a:lnTo>
                    <a:pt x="346" y="435"/>
                  </a:lnTo>
                  <a:lnTo>
                    <a:pt x="350" y="432"/>
                  </a:lnTo>
                  <a:lnTo>
                    <a:pt x="352" y="432"/>
                  </a:lnTo>
                  <a:lnTo>
                    <a:pt x="352" y="432"/>
                  </a:lnTo>
                  <a:lnTo>
                    <a:pt x="352" y="430"/>
                  </a:lnTo>
                  <a:lnTo>
                    <a:pt x="352" y="430"/>
                  </a:lnTo>
                  <a:lnTo>
                    <a:pt x="352" y="428"/>
                  </a:lnTo>
                  <a:lnTo>
                    <a:pt x="355" y="428"/>
                  </a:lnTo>
                  <a:lnTo>
                    <a:pt x="355" y="428"/>
                  </a:lnTo>
                  <a:lnTo>
                    <a:pt x="355" y="426"/>
                  </a:lnTo>
                  <a:lnTo>
                    <a:pt x="355" y="426"/>
                  </a:lnTo>
                  <a:lnTo>
                    <a:pt x="357" y="426"/>
                  </a:lnTo>
                  <a:lnTo>
                    <a:pt x="357" y="426"/>
                  </a:lnTo>
                  <a:lnTo>
                    <a:pt x="359" y="423"/>
                  </a:lnTo>
                  <a:lnTo>
                    <a:pt x="359" y="423"/>
                  </a:lnTo>
                  <a:lnTo>
                    <a:pt x="359" y="423"/>
                  </a:lnTo>
                  <a:lnTo>
                    <a:pt x="361" y="423"/>
                  </a:lnTo>
                  <a:lnTo>
                    <a:pt x="361" y="423"/>
                  </a:lnTo>
                  <a:lnTo>
                    <a:pt x="361" y="423"/>
                  </a:lnTo>
                  <a:lnTo>
                    <a:pt x="361" y="421"/>
                  </a:lnTo>
                  <a:lnTo>
                    <a:pt x="361" y="421"/>
                  </a:lnTo>
                  <a:lnTo>
                    <a:pt x="361" y="421"/>
                  </a:lnTo>
                  <a:lnTo>
                    <a:pt x="361" y="419"/>
                  </a:lnTo>
                  <a:lnTo>
                    <a:pt x="364" y="419"/>
                  </a:lnTo>
                  <a:lnTo>
                    <a:pt x="364" y="419"/>
                  </a:lnTo>
                  <a:lnTo>
                    <a:pt x="364" y="417"/>
                  </a:lnTo>
                  <a:lnTo>
                    <a:pt x="364" y="417"/>
                  </a:lnTo>
                  <a:lnTo>
                    <a:pt x="366" y="417"/>
                  </a:lnTo>
                  <a:lnTo>
                    <a:pt x="366" y="417"/>
                  </a:lnTo>
                  <a:lnTo>
                    <a:pt x="366" y="417"/>
                  </a:lnTo>
                  <a:lnTo>
                    <a:pt x="368" y="417"/>
                  </a:lnTo>
                  <a:lnTo>
                    <a:pt x="368" y="417"/>
                  </a:lnTo>
                  <a:lnTo>
                    <a:pt x="370" y="417"/>
                  </a:lnTo>
                  <a:lnTo>
                    <a:pt x="372" y="417"/>
                  </a:lnTo>
                  <a:lnTo>
                    <a:pt x="372" y="417"/>
                  </a:lnTo>
                  <a:lnTo>
                    <a:pt x="372" y="417"/>
                  </a:lnTo>
                  <a:lnTo>
                    <a:pt x="372" y="417"/>
                  </a:lnTo>
                  <a:lnTo>
                    <a:pt x="372" y="417"/>
                  </a:lnTo>
                  <a:lnTo>
                    <a:pt x="375" y="415"/>
                  </a:lnTo>
                  <a:lnTo>
                    <a:pt x="375" y="415"/>
                  </a:lnTo>
                  <a:lnTo>
                    <a:pt x="375" y="415"/>
                  </a:lnTo>
                  <a:lnTo>
                    <a:pt x="375" y="412"/>
                  </a:lnTo>
                  <a:lnTo>
                    <a:pt x="375" y="410"/>
                  </a:lnTo>
                  <a:lnTo>
                    <a:pt x="375" y="410"/>
                  </a:lnTo>
                  <a:lnTo>
                    <a:pt x="375" y="410"/>
                  </a:lnTo>
                  <a:lnTo>
                    <a:pt x="377" y="410"/>
                  </a:lnTo>
                  <a:lnTo>
                    <a:pt x="377" y="410"/>
                  </a:lnTo>
                  <a:lnTo>
                    <a:pt x="377" y="410"/>
                  </a:lnTo>
                  <a:lnTo>
                    <a:pt x="379" y="412"/>
                  </a:lnTo>
                  <a:lnTo>
                    <a:pt x="379" y="412"/>
                  </a:lnTo>
                  <a:lnTo>
                    <a:pt x="379" y="412"/>
                  </a:lnTo>
                  <a:lnTo>
                    <a:pt x="379" y="412"/>
                  </a:lnTo>
                  <a:lnTo>
                    <a:pt x="379" y="412"/>
                  </a:lnTo>
                  <a:lnTo>
                    <a:pt x="379" y="410"/>
                  </a:lnTo>
                  <a:lnTo>
                    <a:pt x="381" y="410"/>
                  </a:lnTo>
                  <a:lnTo>
                    <a:pt x="381" y="408"/>
                  </a:lnTo>
                  <a:lnTo>
                    <a:pt x="381" y="408"/>
                  </a:lnTo>
                  <a:lnTo>
                    <a:pt x="383" y="408"/>
                  </a:lnTo>
                  <a:lnTo>
                    <a:pt x="383" y="406"/>
                  </a:lnTo>
                  <a:lnTo>
                    <a:pt x="383" y="404"/>
                  </a:lnTo>
                  <a:lnTo>
                    <a:pt x="386" y="404"/>
                  </a:lnTo>
                  <a:lnTo>
                    <a:pt x="386" y="404"/>
                  </a:lnTo>
                  <a:lnTo>
                    <a:pt x="390" y="401"/>
                  </a:lnTo>
                  <a:lnTo>
                    <a:pt x="390" y="399"/>
                  </a:lnTo>
                  <a:lnTo>
                    <a:pt x="392" y="399"/>
                  </a:lnTo>
                  <a:lnTo>
                    <a:pt x="392" y="397"/>
                  </a:lnTo>
                  <a:lnTo>
                    <a:pt x="395" y="395"/>
                  </a:lnTo>
                  <a:lnTo>
                    <a:pt x="395" y="395"/>
                  </a:lnTo>
                  <a:lnTo>
                    <a:pt x="395" y="395"/>
                  </a:lnTo>
                  <a:lnTo>
                    <a:pt x="397" y="395"/>
                  </a:lnTo>
                  <a:lnTo>
                    <a:pt x="397" y="395"/>
                  </a:lnTo>
                  <a:lnTo>
                    <a:pt x="397" y="395"/>
                  </a:lnTo>
                  <a:lnTo>
                    <a:pt x="397" y="395"/>
                  </a:lnTo>
                  <a:lnTo>
                    <a:pt x="397" y="395"/>
                  </a:lnTo>
                  <a:lnTo>
                    <a:pt x="397" y="392"/>
                  </a:lnTo>
                  <a:lnTo>
                    <a:pt x="399" y="388"/>
                  </a:lnTo>
                  <a:lnTo>
                    <a:pt x="401" y="386"/>
                  </a:lnTo>
                  <a:lnTo>
                    <a:pt x="401" y="379"/>
                  </a:lnTo>
                  <a:lnTo>
                    <a:pt x="401" y="375"/>
                  </a:lnTo>
                  <a:lnTo>
                    <a:pt x="399" y="373"/>
                  </a:lnTo>
                  <a:lnTo>
                    <a:pt x="399" y="373"/>
                  </a:lnTo>
                  <a:lnTo>
                    <a:pt x="399" y="370"/>
                  </a:lnTo>
                  <a:lnTo>
                    <a:pt x="397" y="370"/>
                  </a:lnTo>
                  <a:lnTo>
                    <a:pt x="392" y="368"/>
                  </a:lnTo>
                  <a:lnTo>
                    <a:pt x="392" y="368"/>
                  </a:lnTo>
                  <a:lnTo>
                    <a:pt x="392" y="368"/>
                  </a:lnTo>
                  <a:lnTo>
                    <a:pt x="392" y="366"/>
                  </a:lnTo>
                  <a:lnTo>
                    <a:pt x="392" y="366"/>
                  </a:lnTo>
                  <a:lnTo>
                    <a:pt x="392" y="364"/>
                  </a:lnTo>
                  <a:lnTo>
                    <a:pt x="395" y="364"/>
                  </a:lnTo>
                  <a:lnTo>
                    <a:pt x="395" y="364"/>
                  </a:lnTo>
                  <a:lnTo>
                    <a:pt x="395" y="361"/>
                  </a:lnTo>
                  <a:lnTo>
                    <a:pt x="395" y="361"/>
                  </a:lnTo>
                  <a:lnTo>
                    <a:pt x="395" y="361"/>
                  </a:lnTo>
                  <a:lnTo>
                    <a:pt x="395" y="359"/>
                  </a:lnTo>
                  <a:lnTo>
                    <a:pt x="395" y="359"/>
                  </a:lnTo>
                  <a:lnTo>
                    <a:pt x="395" y="357"/>
                  </a:lnTo>
                  <a:lnTo>
                    <a:pt x="395" y="357"/>
                  </a:lnTo>
                  <a:lnTo>
                    <a:pt x="392" y="355"/>
                  </a:lnTo>
                  <a:lnTo>
                    <a:pt x="390" y="350"/>
                  </a:lnTo>
                  <a:lnTo>
                    <a:pt x="390" y="348"/>
                  </a:lnTo>
                  <a:lnTo>
                    <a:pt x="388" y="348"/>
                  </a:lnTo>
                  <a:lnTo>
                    <a:pt x="388" y="346"/>
                  </a:lnTo>
                  <a:lnTo>
                    <a:pt x="390" y="344"/>
                  </a:lnTo>
                  <a:lnTo>
                    <a:pt x="390" y="344"/>
                  </a:lnTo>
                  <a:lnTo>
                    <a:pt x="390" y="344"/>
                  </a:lnTo>
                  <a:lnTo>
                    <a:pt x="390" y="341"/>
                  </a:lnTo>
                  <a:lnTo>
                    <a:pt x="390" y="341"/>
                  </a:lnTo>
                  <a:lnTo>
                    <a:pt x="390" y="341"/>
                  </a:lnTo>
                  <a:lnTo>
                    <a:pt x="392" y="341"/>
                  </a:lnTo>
                  <a:lnTo>
                    <a:pt x="392" y="341"/>
                  </a:lnTo>
                  <a:lnTo>
                    <a:pt x="401" y="339"/>
                  </a:lnTo>
                  <a:lnTo>
                    <a:pt x="401" y="335"/>
                  </a:lnTo>
                  <a:lnTo>
                    <a:pt x="401" y="335"/>
                  </a:lnTo>
                  <a:lnTo>
                    <a:pt x="401" y="333"/>
                  </a:lnTo>
                  <a:lnTo>
                    <a:pt x="399" y="333"/>
                  </a:lnTo>
                  <a:lnTo>
                    <a:pt x="399" y="333"/>
                  </a:lnTo>
                  <a:lnTo>
                    <a:pt x="399" y="330"/>
                  </a:lnTo>
                  <a:lnTo>
                    <a:pt x="397" y="328"/>
                  </a:lnTo>
                  <a:lnTo>
                    <a:pt x="397" y="328"/>
                  </a:lnTo>
                  <a:lnTo>
                    <a:pt x="397" y="326"/>
                  </a:lnTo>
                  <a:lnTo>
                    <a:pt x="403" y="313"/>
                  </a:lnTo>
                  <a:lnTo>
                    <a:pt x="403" y="310"/>
                  </a:lnTo>
                  <a:lnTo>
                    <a:pt x="408" y="304"/>
                  </a:lnTo>
                  <a:lnTo>
                    <a:pt x="408" y="304"/>
                  </a:lnTo>
                  <a:lnTo>
                    <a:pt x="410" y="302"/>
                  </a:lnTo>
                  <a:lnTo>
                    <a:pt x="410" y="299"/>
                  </a:lnTo>
                  <a:lnTo>
                    <a:pt x="410" y="299"/>
                  </a:lnTo>
                  <a:lnTo>
                    <a:pt x="410" y="297"/>
                  </a:lnTo>
                  <a:close/>
                </a:path>
              </a:pathLst>
            </a:custGeom>
            <a:solidFill>
              <a:srgbClr val="D6D9ED"/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843B8A81-C5C5-4B11-AA6A-FD44D5A734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26" y="1470"/>
              <a:ext cx="483" cy="164"/>
            </a:xfrm>
            <a:custGeom>
              <a:avLst/>
              <a:gdLst>
                <a:gd name="T0" fmla="*/ 474 w 483"/>
                <a:gd name="T1" fmla="*/ 34 h 164"/>
                <a:gd name="T2" fmla="*/ 481 w 483"/>
                <a:gd name="T3" fmla="*/ 25 h 164"/>
                <a:gd name="T4" fmla="*/ 461 w 483"/>
                <a:gd name="T5" fmla="*/ 11 h 164"/>
                <a:gd name="T6" fmla="*/ 439 w 483"/>
                <a:gd name="T7" fmla="*/ 16 h 164"/>
                <a:gd name="T8" fmla="*/ 417 w 483"/>
                <a:gd name="T9" fmla="*/ 34 h 164"/>
                <a:gd name="T10" fmla="*/ 401 w 483"/>
                <a:gd name="T11" fmla="*/ 36 h 164"/>
                <a:gd name="T12" fmla="*/ 401 w 483"/>
                <a:gd name="T13" fmla="*/ 40 h 164"/>
                <a:gd name="T14" fmla="*/ 390 w 483"/>
                <a:gd name="T15" fmla="*/ 43 h 164"/>
                <a:gd name="T16" fmla="*/ 379 w 483"/>
                <a:gd name="T17" fmla="*/ 43 h 164"/>
                <a:gd name="T18" fmla="*/ 364 w 483"/>
                <a:gd name="T19" fmla="*/ 43 h 164"/>
                <a:gd name="T20" fmla="*/ 352 w 483"/>
                <a:gd name="T21" fmla="*/ 51 h 164"/>
                <a:gd name="T22" fmla="*/ 348 w 483"/>
                <a:gd name="T23" fmla="*/ 60 h 164"/>
                <a:gd name="T24" fmla="*/ 326 w 483"/>
                <a:gd name="T25" fmla="*/ 76 h 164"/>
                <a:gd name="T26" fmla="*/ 310 w 483"/>
                <a:gd name="T27" fmla="*/ 58 h 164"/>
                <a:gd name="T28" fmla="*/ 302 w 483"/>
                <a:gd name="T29" fmla="*/ 54 h 164"/>
                <a:gd name="T30" fmla="*/ 299 w 483"/>
                <a:gd name="T31" fmla="*/ 51 h 164"/>
                <a:gd name="T32" fmla="*/ 306 w 483"/>
                <a:gd name="T33" fmla="*/ 29 h 164"/>
                <a:gd name="T34" fmla="*/ 321 w 483"/>
                <a:gd name="T35" fmla="*/ 18 h 164"/>
                <a:gd name="T36" fmla="*/ 317 w 483"/>
                <a:gd name="T37" fmla="*/ 9 h 164"/>
                <a:gd name="T38" fmla="*/ 293 w 483"/>
                <a:gd name="T39" fmla="*/ 7 h 164"/>
                <a:gd name="T40" fmla="*/ 282 w 483"/>
                <a:gd name="T41" fmla="*/ 16 h 164"/>
                <a:gd name="T42" fmla="*/ 253 w 483"/>
                <a:gd name="T43" fmla="*/ 36 h 164"/>
                <a:gd name="T44" fmla="*/ 242 w 483"/>
                <a:gd name="T45" fmla="*/ 43 h 164"/>
                <a:gd name="T46" fmla="*/ 235 w 483"/>
                <a:gd name="T47" fmla="*/ 40 h 164"/>
                <a:gd name="T48" fmla="*/ 228 w 483"/>
                <a:gd name="T49" fmla="*/ 45 h 164"/>
                <a:gd name="T50" fmla="*/ 220 w 483"/>
                <a:gd name="T51" fmla="*/ 34 h 164"/>
                <a:gd name="T52" fmla="*/ 208 w 483"/>
                <a:gd name="T53" fmla="*/ 38 h 164"/>
                <a:gd name="T54" fmla="*/ 200 w 483"/>
                <a:gd name="T55" fmla="*/ 29 h 164"/>
                <a:gd name="T56" fmla="*/ 186 w 483"/>
                <a:gd name="T57" fmla="*/ 31 h 164"/>
                <a:gd name="T58" fmla="*/ 177 w 483"/>
                <a:gd name="T59" fmla="*/ 45 h 164"/>
                <a:gd name="T60" fmla="*/ 162 w 483"/>
                <a:gd name="T61" fmla="*/ 34 h 164"/>
                <a:gd name="T62" fmla="*/ 133 w 483"/>
                <a:gd name="T63" fmla="*/ 16 h 164"/>
                <a:gd name="T64" fmla="*/ 51 w 483"/>
                <a:gd name="T65" fmla="*/ 11 h 164"/>
                <a:gd name="T66" fmla="*/ 53 w 483"/>
                <a:gd name="T67" fmla="*/ 36 h 164"/>
                <a:gd name="T68" fmla="*/ 56 w 483"/>
                <a:gd name="T69" fmla="*/ 65 h 164"/>
                <a:gd name="T70" fmla="*/ 38 w 483"/>
                <a:gd name="T71" fmla="*/ 80 h 164"/>
                <a:gd name="T72" fmla="*/ 27 w 483"/>
                <a:gd name="T73" fmla="*/ 87 h 164"/>
                <a:gd name="T74" fmla="*/ 16 w 483"/>
                <a:gd name="T75" fmla="*/ 98 h 164"/>
                <a:gd name="T76" fmla="*/ 18 w 483"/>
                <a:gd name="T77" fmla="*/ 107 h 164"/>
                <a:gd name="T78" fmla="*/ 27 w 483"/>
                <a:gd name="T79" fmla="*/ 113 h 164"/>
                <a:gd name="T80" fmla="*/ 36 w 483"/>
                <a:gd name="T81" fmla="*/ 118 h 164"/>
                <a:gd name="T82" fmla="*/ 38 w 483"/>
                <a:gd name="T83" fmla="*/ 136 h 164"/>
                <a:gd name="T84" fmla="*/ 49 w 483"/>
                <a:gd name="T85" fmla="*/ 147 h 164"/>
                <a:gd name="T86" fmla="*/ 44 w 483"/>
                <a:gd name="T87" fmla="*/ 162 h 164"/>
                <a:gd name="T88" fmla="*/ 73 w 483"/>
                <a:gd name="T89" fmla="*/ 156 h 164"/>
                <a:gd name="T90" fmla="*/ 93 w 483"/>
                <a:gd name="T91" fmla="*/ 136 h 164"/>
                <a:gd name="T92" fmla="*/ 124 w 483"/>
                <a:gd name="T93" fmla="*/ 113 h 164"/>
                <a:gd name="T94" fmla="*/ 157 w 483"/>
                <a:gd name="T95" fmla="*/ 105 h 164"/>
                <a:gd name="T96" fmla="*/ 189 w 483"/>
                <a:gd name="T97" fmla="*/ 113 h 164"/>
                <a:gd name="T98" fmla="*/ 211 w 483"/>
                <a:gd name="T99" fmla="*/ 125 h 164"/>
                <a:gd name="T100" fmla="*/ 224 w 483"/>
                <a:gd name="T101" fmla="*/ 136 h 164"/>
                <a:gd name="T102" fmla="*/ 251 w 483"/>
                <a:gd name="T103" fmla="*/ 140 h 164"/>
                <a:gd name="T104" fmla="*/ 268 w 483"/>
                <a:gd name="T105" fmla="*/ 122 h 164"/>
                <a:gd name="T106" fmla="*/ 288 w 483"/>
                <a:gd name="T107" fmla="*/ 129 h 164"/>
                <a:gd name="T108" fmla="*/ 350 w 483"/>
                <a:gd name="T109" fmla="*/ 151 h 164"/>
                <a:gd name="T110" fmla="*/ 386 w 483"/>
                <a:gd name="T111" fmla="*/ 129 h 164"/>
                <a:gd name="T112" fmla="*/ 410 w 483"/>
                <a:gd name="T113" fmla="*/ 122 h 164"/>
                <a:gd name="T114" fmla="*/ 454 w 483"/>
                <a:gd name="T115" fmla="*/ 122 h 164"/>
                <a:gd name="T116" fmla="*/ 472 w 483"/>
                <a:gd name="T117" fmla="*/ 80 h 164"/>
                <a:gd name="T118" fmla="*/ 474 w 483"/>
                <a:gd name="T119" fmla="*/ 58 h 164"/>
                <a:gd name="T120" fmla="*/ 477 w 483"/>
                <a:gd name="T121" fmla="*/ 38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83" h="164">
                  <a:moveTo>
                    <a:pt x="481" y="49"/>
                  </a:moveTo>
                  <a:lnTo>
                    <a:pt x="481" y="47"/>
                  </a:lnTo>
                  <a:lnTo>
                    <a:pt x="481" y="45"/>
                  </a:lnTo>
                  <a:lnTo>
                    <a:pt x="481" y="45"/>
                  </a:lnTo>
                  <a:lnTo>
                    <a:pt x="479" y="47"/>
                  </a:lnTo>
                  <a:lnTo>
                    <a:pt x="479" y="45"/>
                  </a:lnTo>
                  <a:lnTo>
                    <a:pt x="479" y="43"/>
                  </a:lnTo>
                  <a:lnTo>
                    <a:pt x="479" y="43"/>
                  </a:lnTo>
                  <a:lnTo>
                    <a:pt x="477" y="43"/>
                  </a:lnTo>
                  <a:lnTo>
                    <a:pt x="477" y="40"/>
                  </a:lnTo>
                  <a:lnTo>
                    <a:pt x="477" y="38"/>
                  </a:lnTo>
                  <a:lnTo>
                    <a:pt x="477" y="36"/>
                  </a:lnTo>
                  <a:lnTo>
                    <a:pt x="477" y="36"/>
                  </a:lnTo>
                  <a:lnTo>
                    <a:pt x="479" y="36"/>
                  </a:lnTo>
                  <a:lnTo>
                    <a:pt x="479" y="34"/>
                  </a:lnTo>
                  <a:lnTo>
                    <a:pt x="479" y="34"/>
                  </a:lnTo>
                  <a:lnTo>
                    <a:pt x="477" y="34"/>
                  </a:lnTo>
                  <a:lnTo>
                    <a:pt x="477" y="36"/>
                  </a:lnTo>
                  <a:lnTo>
                    <a:pt x="474" y="36"/>
                  </a:lnTo>
                  <a:lnTo>
                    <a:pt x="474" y="34"/>
                  </a:lnTo>
                  <a:lnTo>
                    <a:pt x="477" y="34"/>
                  </a:lnTo>
                  <a:lnTo>
                    <a:pt x="477" y="34"/>
                  </a:lnTo>
                  <a:lnTo>
                    <a:pt x="479" y="34"/>
                  </a:lnTo>
                  <a:lnTo>
                    <a:pt x="479" y="31"/>
                  </a:lnTo>
                  <a:lnTo>
                    <a:pt x="477" y="29"/>
                  </a:lnTo>
                  <a:lnTo>
                    <a:pt x="477" y="27"/>
                  </a:lnTo>
                  <a:lnTo>
                    <a:pt x="479" y="29"/>
                  </a:lnTo>
                  <a:lnTo>
                    <a:pt x="479" y="31"/>
                  </a:lnTo>
                  <a:lnTo>
                    <a:pt x="479" y="29"/>
                  </a:lnTo>
                  <a:lnTo>
                    <a:pt x="479" y="29"/>
                  </a:lnTo>
                  <a:lnTo>
                    <a:pt x="479" y="29"/>
                  </a:lnTo>
                  <a:lnTo>
                    <a:pt x="479" y="29"/>
                  </a:lnTo>
                  <a:lnTo>
                    <a:pt x="481" y="31"/>
                  </a:lnTo>
                  <a:lnTo>
                    <a:pt x="481" y="31"/>
                  </a:lnTo>
                  <a:lnTo>
                    <a:pt x="481" y="31"/>
                  </a:lnTo>
                  <a:lnTo>
                    <a:pt x="481" y="29"/>
                  </a:lnTo>
                  <a:lnTo>
                    <a:pt x="481" y="29"/>
                  </a:lnTo>
                  <a:lnTo>
                    <a:pt x="483" y="27"/>
                  </a:lnTo>
                  <a:lnTo>
                    <a:pt x="483" y="27"/>
                  </a:lnTo>
                  <a:lnTo>
                    <a:pt x="481" y="25"/>
                  </a:lnTo>
                  <a:lnTo>
                    <a:pt x="481" y="25"/>
                  </a:lnTo>
                  <a:lnTo>
                    <a:pt x="481" y="23"/>
                  </a:lnTo>
                  <a:lnTo>
                    <a:pt x="479" y="23"/>
                  </a:lnTo>
                  <a:lnTo>
                    <a:pt x="474" y="23"/>
                  </a:lnTo>
                  <a:lnTo>
                    <a:pt x="474" y="23"/>
                  </a:lnTo>
                  <a:lnTo>
                    <a:pt x="477" y="23"/>
                  </a:lnTo>
                  <a:lnTo>
                    <a:pt x="477" y="23"/>
                  </a:lnTo>
                  <a:lnTo>
                    <a:pt x="477" y="23"/>
                  </a:lnTo>
                  <a:lnTo>
                    <a:pt x="474" y="20"/>
                  </a:lnTo>
                  <a:lnTo>
                    <a:pt x="470" y="18"/>
                  </a:lnTo>
                  <a:lnTo>
                    <a:pt x="470" y="18"/>
                  </a:lnTo>
                  <a:lnTo>
                    <a:pt x="470" y="18"/>
                  </a:lnTo>
                  <a:lnTo>
                    <a:pt x="470" y="18"/>
                  </a:lnTo>
                  <a:lnTo>
                    <a:pt x="470" y="18"/>
                  </a:lnTo>
                  <a:lnTo>
                    <a:pt x="470" y="18"/>
                  </a:lnTo>
                  <a:lnTo>
                    <a:pt x="468" y="16"/>
                  </a:lnTo>
                  <a:lnTo>
                    <a:pt x="465" y="14"/>
                  </a:lnTo>
                  <a:lnTo>
                    <a:pt x="463" y="11"/>
                  </a:lnTo>
                  <a:lnTo>
                    <a:pt x="461" y="11"/>
                  </a:lnTo>
                  <a:lnTo>
                    <a:pt x="461" y="11"/>
                  </a:lnTo>
                  <a:lnTo>
                    <a:pt x="459" y="11"/>
                  </a:lnTo>
                  <a:lnTo>
                    <a:pt x="459" y="11"/>
                  </a:lnTo>
                  <a:lnTo>
                    <a:pt x="459" y="11"/>
                  </a:lnTo>
                  <a:lnTo>
                    <a:pt x="457" y="11"/>
                  </a:lnTo>
                  <a:lnTo>
                    <a:pt x="450" y="9"/>
                  </a:lnTo>
                  <a:lnTo>
                    <a:pt x="450" y="9"/>
                  </a:lnTo>
                  <a:lnTo>
                    <a:pt x="448" y="9"/>
                  </a:lnTo>
                  <a:lnTo>
                    <a:pt x="448" y="9"/>
                  </a:lnTo>
                  <a:lnTo>
                    <a:pt x="448" y="9"/>
                  </a:lnTo>
                  <a:lnTo>
                    <a:pt x="446" y="11"/>
                  </a:lnTo>
                  <a:lnTo>
                    <a:pt x="446" y="11"/>
                  </a:lnTo>
                  <a:lnTo>
                    <a:pt x="443" y="14"/>
                  </a:lnTo>
                  <a:lnTo>
                    <a:pt x="441" y="14"/>
                  </a:lnTo>
                  <a:lnTo>
                    <a:pt x="441" y="16"/>
                  </a:lnTo>
                  <a:lnTo>
                    <a:pt x="439" y="16"/>
                  </a:lnTo>
                  <a:lnTo>
                    <a:pt x="439" y="16"/>
                  </a:lnTo>
                  <a:lnTo>
                    <a:pt x="439" y="16"/>
                  </a:lnTo>
                  <a:lnTo>
                    <a:pt x="439" y="16"/>
                  </a:lnTo>
                  <a:lnTo>
                    <a:pt x="439" y="16"/>
                  </a:lnTo>
                  <a:lnTo>
                    <a:pt x="439" y="16"/>
                  </a:lnTo>
                  <a:lnTo>
                    <a:pt x="437" y="16"/>
                  </a:lnTo>
                  <a:lnTo>
                    <a:pt x="437" y="16"/>
                  </a:lnTo>
                  <a:lnTo>
                    <a:pt x="432" y="16"/>
                  </a:lnTo>
                  <a:lnTo>
                    <a:pt x="432" y="16"/>
                  </a:lnTo>
                  <a:lnTo>
                    <a:pt x="432" y="16"/>
                  </a:lnTo>
                  <a:lnTo>
                    <a:pt x="432" y="16"/>
                  </a:lnTo>
                  <a:lnTo>
                    <a:pt x="430" y="16"/>
                  </a:lnTo>
                  <a:lnTo>
                    <a:pt x="430" y="18"/>
                  </a:lnTo>
                  <a:lnTo>
                    <a:pt x="430" y="20"/>
                  </a:lnTo>
                  <a:lnTo>
                    <a:pt x="428" y="27"/>
                  </a:lnTo>
                  <a:lnTo>
                    <a:pt x="428" y="29"/>
                  </a:lnTo>
                  <a:lnTo>
                    <a:pt x="423" y="31"/>
                  </a:lnTo>
                  <a:lnTo>
                    <a:pt x="421" y="31"/>
                  </a:lnTo>
                  <a:lnTo>
                    <a:pt x="419" y="34"/>
                  </a:lnTo>
                  <a:lnTo>
                    <a:pt x="419" y="34"/>
                  </a:lnTo>
                  <a:lnTo>
                    <a:pt x="419" y="34"/>
                  </a:lnTo>
                  <a:lnTo>
                    <a:pt x="419" y="34"/>
                  </a:lnTo>
                  <a:lnTo>
                    <a:pt x="419" y="34"/>
                  </a:lnTo>
                  <a:lnTo>
                    <a:pt x="417" y="34"/>
                  </a:lnTo>
                  <a:lnTo>
                    <a:pt x="417" y="34"/>
                  </a:lnTo>
                  <a:lnTo>
                    <a:pt x="417" y="34"/>
                  </a:lnTo>
                  <a:lnTo>
                    <a:pt x="417" y="34"/>
                  </a:lnTo>
                  <a:lnTo>
                    <a:pt x="417" y="34"/>
                  </a:lnTo>
                  <a:lnTo>
                    <a:pt x="410" y="36"/>
                  </a:lnTo>
                  <a:lnTo>
                    <a:pt x="408" y="36"/>
                  </a:lnTo>
                  <a:lnTo>
                    <a:pt x="408" y="36"/>
                  </a:lnTo>
                  <a:lnTo>
                    <a:pt x="408" y="36"/>
                  </a:lnTo>
                  <a:lnTo>
                    <a:pt x="406" y="38"/>
                  </a:lnTo>
                  <a:lnTo>
                    <a:pt x="406" y="38"/>
                  </a:lnTo>
                  <a:lnTo>
                    <a:pt x="403" y="38"/>
                  </a:lnTo>
                  <a:lnTo>
                    <a:pt x="403" y="38"/>
                  </a:lnTo>
                  <a:lnTo>
                    <a:pt x="403" y="36"/>
                  </a:lnTo>
                  <a:lnTo>
                    <a:pt x="403" y="36"/>
                  </a:lnTo>
                  <a:lnTo>
                    <a:pt x="403" y="36"/>
                  </a:lnTo>
                  <a:lnTo>
                    <a:pt x="403" y="36"/>
                  </a:lnTo>
                  <a:lnTo>
                    <a:pt x="403" y="36"/>
                  </a:lnTo>
                  <a:lnTo>
                    <a:pt x="403" y="36"/>
                  </a:lnTo>
                  <a:lnTo>
                    <a:pt x="403" y="36"/>
                  </a:lnTo>
                  <a:lnTo>
                    <a:pt x="403" y="36"/>
                  </a:lnTo>
                  <a:lnTo>
                    <a:pt x="401" y="36"/>
                  </a:lnTo>
                  <a:lnTo>
                    <a:pt x="401" y="36"/>
                  </a:lnTo>
                  <a:lnTo>
                    <a:pt x="401" y="36"/>
                  </a:lnTo>
                  <a:lnTo>
                    <a:pt x="401" y="36"/>
                  </a:lnTo>
                  <a:lnTo>
                    <a:pt x="401" y="38"/>
                  </a:lnTo>
                  <a:lnTo>
                    <a:pt x="401" y="38"/>
                  </a:lnTo>
                  <a:lnTo>
                    <a:pt x="401" y="38"/>
                  </a:lnTo>
                  <a:lnTo>
                    <a:pt x="403" y="38"/>
                  </a:lnTo>
                  <a:lnTo>
                    <a:pt x="403" y="38"/>
                  </a:lnTo>
                  <a:lnTo>
                    <a:pt x="403" y="38"/>
                  </a:lnTo>
                  <a:lnTo>
                    <a:pt x="403" y="38"/>
                  </a:lnTo>
                  <a:lnTo>
                    <a:pt x="406" y="40"/>
                  </a:lnTo>
                  <a:lnTo>
                    <a:pt x="406" y="40"/>
                  </a:lnTo>
                  <a:lnTo>
                    <a:pt x="406" y="40"/>
                  </a:lnTo>
                  <a:lnTo>
                    <a:pt x="406" y="40"/>
                  </a:lnTo>
                  <a:lnTo>
                    <a:pt x="403" y="40"/>
                  </a:lnTo>
                  <a:lnTo>
                    <a:pt x="403" y="40"/>
                  </a:lnTo>
                  <a:lnTo>
                    <a:pt x="403" y="40"/>
                  </a:lnTo>
                  <a:lnTo>
                    <a:pt x="401" y="40"/>
                  </a:lnTo>
                  <a:lnTo>
                    <a:pt x="401" y="40"/>
                  </a:lnTo>
                  <a:lnTo>
                    <a:pt x="401" y="40"/>
                  </a:lnTo>
                  <a:lnTo>
                    <a:pt x="401" y="40"/>
                  </a:lnTo>
                  <a:lnTo>
                    <a:pt x="401" y="40"/>
                  </a:lnTo>
                  <a:lnTo>
                    <a:pt x="401" y="43"/>
                  </a:lnTo>
                  <a:lnTo>
                    <a:pt x="401" y="43"/>
                  </a:lnTo>
                  <a:lnTo>
                    <a:pt x="401" y="43"/>
                  </a:lnTo>
                  <a:lnTo>
                    <a:pt x="401" y="43"/>
                  </a:lnTo>
                  <a:lnTo>
                    <a:pt x="399" y="43"/>
                  </a:lnTo>
                  <a:lnTo>
                    <a:pt x="399" y="43"/>
                  </a:lnTo>
                  <a:lnTo>
                    <a:pt x="399" y="43"/>
                  </a:lnTo>
                  <a:lnTo>
                    <a:pt x="399" y="43"/>
                  </a:lnTo>
                  <a:lnTo>
                    <a:pt x="399" y="43"/>
                  </a:lnTo>
                  <a:lnTo>
                    <a:pt x="397" y="43"/>
                  </a:lnTo>
                  <a:lnTo>
                    <a:pt x="397" y="43"/>
                  </a:lnTo>
                  <a:lnTo>
                    <a:pt x="397" y="43"/>
                  </a:lnTo>
                  <a:lnTo>
                    <a:pt x="395" y="43"/>
                  </a:lnTo>
                  <a:lnTo>
                    <a:pt x="390" y="43"/>
                  </a:lnTo>
                  <a:lnTo>
                    <a:pt x="390" y="43"/>
                  </a:lnTo>
                  <a:lnTo>
                    <a:pt x="390" y="43"/>
                  </a:lnTo>
                  <a:lnTo>
                    <a:pt x="390" y="43"/>
                  </a:lnTo>
                  <a:lnTo>
                    <a:pt x="390" y="43"/>
                  </a:lnTo>
                  <a:lnTo>
                    <a:pt x="388" y="43"/>
                  </a:lnTo>
                  <a:lnTo>
                    <a:pt x="388" y="43"/>
                  </a:lnTo>
                  <a:lnTo>
                    <a:pt x="388" y="40"/>
                  </a:lnTo>
                  <a:lnTo>
                    <a:pt x="388" y="40"/>
                  </a:lnTo>
                  <a:lnTo>
                    <a:pt x="388" y="40"/>
                  </a:lnTo>
                  <a:lnTo>
                    <a:pt x="388" y="40"/>
                  </a:lnTo>
                  <a:lnTo>
                    <a:pt x="388" y="38"/>
                  </a:lnTo>
                  <a:lnTo>
                    <a:pt x="388" y="38"/>
                  </a:lnTo>
                  <a:lnTo>
                    <a:pt x="388" y="38"/>
                  </a:lnTo>
                  <a:lnTo>
                    <a:pt x="388" y="38"/>
                  </a:lnTo>
                  <a:lnTo>
                    <a:pt x="386" y="38"/>
                  </a:lnTo>
                  <a:lnTo>
                    <a:pt x="386" y="38"/>
                  </a:lnTo>
                  <a:lnTo>
                    <a:pt x="386" y="38"/>
                  </a:lnTo>
                  <a:lnTo>
                    <a:pt x="383" y="40"/>
                  </a:lnTo>
                  <a:lnTo>
                    <a:pt x="383" y="43"/>
                  </a:lnTo>
                  <a:lnTo>
                    <a:pt x="383" y="43"/>
                  </a:lnTo>
                  <a:lnTo>
                    <a:pt x="381" y="43"/>
                  </a:lnTo>
                  <a:lnTo>
                    <a:pt x="381" y="43"/>
                  </a:lnTo>
                  <a:lnTo>
                    <a:pt x="381" y="43"/>
                  </a:lnTo>
                  <a:lnTo>
                    <a:pt x="379" y="43"/>
                  </a:lnTo>
                  <a:lnTo>
                    <a:pt x="379" y="43"/>
                  </a:lnTo>
                  <a:lnTo>
                    <a:pt x="379" y="43"/>
                  </a:lnTo>
                  <a:lnTo>
                    <a:pt x="379" y="40"/>
                  </a:lnTo>
                  <a:lnTo>
                    <a:pt x="379" y="40"/>
                  </a:lnTo>
                  <a:lnTo>
                    <a:pt x="379" y="40"/>
                  </a:lnTo>
                  <a:lnTo>
                    <a:pt x="379" y="38"/>
                  </a:lnTo>
                  <a:lnTo>
                    <a:pt x="377" y="40"/>
                  </a:lnTo>
                  <a:lnTo>
                    <a:pt x="377" y="43"/>
                  </a:lnTo>
                  <a:lnTo>
                    <a:pt x="375" y="43"/>
                  </a:lnTo>
                  <a:lnTo>
                    <a:pt x="375" y="43"/>
                  </a:lnTo>
                  <a:lnTo>
                    <a:pt x="375" y="43"/>
                  </a:lnTo>
                  <a:lnTo>
                    <a:pt x="372" y="43"/>
                  </a:lnTo>
                  <a:lnTo>
                    <a:pt x="372" y="43"/>
                  </a:lnTo>
                  <a:lnTo>
                    <a:pt x="370" y="40"/>
                  </a:lnTo>
                  <a:lnTo>
                    <a:pt x="366" y="43"/>
                  </a:lnTo>
                  <a:lnTo>
                    <a:pt x="364" y="43"/>
                  </a:lnTo>
                  <a:lnTo>
                    <a:pt x="364" y="43"/>
                  </a:lnTo>
                  <a:lnTo>
                    <a:pt x="364" y="43"/>
                  </a:lnTo>
                  <a:lnTo>
                    <a:pt x="364" y="43"/>
                  </a:lnTo>
                  <a:lnTo>
                    <a:pt x="364" y="43"/>
                  </a:lnTo>
                  <a:lnTo>
                    <a:pt x="364" y="45"/>
                  </a:lnTo>
                  <a:lnTo>
                    <a:pt x="364" y="45"/>
                  </a:lnTo>
                  <a:lnTo>
                    <a:pt x="364" y="45"/>
                  </a:lnTo>
                  <a:lnTo>
                    <a:pt x="364" y="45"/>
                  </a:lnTo>
                  <a:lnTo>
                    <a:pt x="364" y="47"/>
                  </a:lnTo>
                  <a:lnTo>
                    <a:pt x="364" y="47"/>
                  </a:lnTo>
                  <a:lnTo>
                    <a:pt x="364" y="47"/>
                  </a:lnTo>
                  <a:lnTo>
                    <a:pt x="364" y="47"/>
                  </a:lnTo>
                  <a:lnTo>
                    <a:pt x="364" y="47"/>
                  </a:lnTo>
                  <a:lnTo>
                    <a:pt x="361" y="49"/>
                  </a:lnTo>
                  <a:lnTo>
                    <a:pt x="361" y="49"/>
                  </a:lnTo>
                  <a:lnTo>
                    <a:pt x="361" y="49"/>
                  </a:lnTo>
                  <a:lnTo>
                    <a:pt x="359" y="49"/>
                  </a:lnTo>
                  <a:lnTo>
                    <a:pt x="359" y="49"/>
                  </a:lnTo>
                  <a:lnTo>
                    <a:pt x="355" y="49"/>
                  </a:lnTo>
                  <a:lnTo>
                    <a:pt x="352" y="49"/>
                  </a:lnTo>
                  <a:lnTo>
                    <a:pt x="352" y="49"/>
                  </a:lnTo>
                  <a:lnTo>
                    <a:pt x="352" y="51"/>
                  </a:lnTo>
                  <a:lnTo>
                    <a:pt x="352" y="51"/>
                  </a:lnTo>
                  <a:lnTo>
                    <a:pt x="352" y="51"/>
                  </a:lnTo>
                  <a:lnTo>
                    <a:pt x="352" y="51"/>
                  </a:lnTo>
                  <a:lnTo>
                    <a:pt x="352" y="51"/>
                  </a:lnTo>
                  <a:lnTo>
                    <a:pt x="352" y="51"/>
                  </a:lnTo>
                  <a:lnTo>
                    <a:pt x="350" y="51"/>
                  </a:lnTo>
                  <a:lnTo>
                    <a:pt x="350" y="51"/>
                  </a:lnTo>
                  <a:lnTo>
                    <a:pt x="350" y="51"/>
                  </a:lnTo>
                  <a:lnTo>
                    <a:pt x="348" y="51"/>
                  </a:lnTo>
                  <a:lnTo>
                    <a:pt x="348" y="54"/>
                  </a:lnTo>
                  <a:lnTo>
                    <a:pt x="346" y="56"/>
                  </a:lnTo>
                  <a:lnTo>
                    <a:pt x="346" y="56"/>
                  </a:lnTo>
                  <a:lnTo>
                    <a:pt x="346" y="56"/>
                  </a:lnTo>
                  <a:lnTo>
                    <a:pt x="346" y="56"/>
                  </a:lnTo>
                  <a:lnTo>
                    <a:pt x="346" y="56"/>
                  </a:lnTo>
                  <a:lnTo>
                    <a:pt x="346" y="56"/>
                  </a:lnTo>
                  <a:lnTo>
                    <a:pt x="348" y="58"/>
                  </a:lnTo>
                  <a:lnTo>
                    <a:pt x="348" y="60"/>
                  </a:lnTo>
                  <a:lnTo>
                    <a:pt x="348" y="60"/>
                  </a:lnTo>
                  <a:lnTo>
                    <a:pt x="348" y="60"/>
                  </a:lnTo>
                  <a:lnTo>
                    <a:pt x="348" y="60"/>
                  </a:lnTo>
                  <a:lnTo>
                    <a:pt x="348" y="60"/>
                  </a:lnTo>
                  <a:lnTo>
                    <a:pt x="348" y="62"/>
                  </a:lnTo>
                  <a:lnTo>
                    <a:pt x="348" y="62"/>
                  </a:lnTo>
                  <a:lnTo>
                    <a:pt x="346" y="65"/>
                  </a:lnTo>
                  <a:lnTo>
                    <a:pt x="346" y="65"/>
                  </a:lnTo>
                  <a:lnTo>
                    <a:pt x="346" y="65"/>
                  </a:lnTo>
                  <a:lnTo>
                    <a:pt x="346" y="65"/>
                  </a:lnTo>
                  <a:lnTo>
                    <a:pt x="344" y="65"/>
                  </a:lnTo>
                  <a:lnTo>
                    <a:pt x="344" y="65"/>
                  </a:lnTo>
                  <a:lnTo>
                    <a:pt x="344" y="67"/>
                  </a:lnTo>
                  <a:lnTo>
                    <a:pt x="341" y="67"/>
                  </a:lnTo>
                  <a:lnTo>
                    <a:pt x="341" y="67"/>
                  </a:lnTo>
                  <a:lnTo>
                    <a:pt x="341" y="69"/>
                  </a:lnTo>
                  <a:lnTo>
                    <a:pt x="339" y="71"/>
                  </a:lnTo>
                  <a:lnTo>
                    <a:pt x="337" y="71"/>
                  </a:lnTo>
                  <a:lnTo>
                    <a:pt x="337" y="71"/>
                  </a:lnTo>
                  <a:lnTo>
                    <a:pt x="333" y="71"/>
                  </a:lnTo>
                  <a:lnTo>
                    <a:pt x="333" y="71"/>
                  </a:lnTo>
                  <a:lnTo>
                    <a:pt x="330" y="71"/>
                  </a:lnTo>
                  <a:lnTo>
                    <a:pt x="330" y="74"/>
                  </a:lnTo>
                  <a:lnTo>
                    <a:pt x="326" y="76"/>
                  </a:lnTo>
                  <a:lnTo>
                    <a:pt x="326" y="76"/>
                  </a:lnTo>
                  <a:lnTo>
                    <a:pt x="326" y="76"/>
                  </a:lnTo>
                  <a:lnTo>
                    <a:pt x="324" y="76"/>
                  </a:lnTo>
                  <a:lnTo>
                    <a:pt x="321" y="76"/>
                  </a:lnTo>
                  <a:lnTo>
                    <a:pt x="319" y="74"/>
                  </a:lnTo>
                  <a:lnTo>
                    <a:pt x="319" y="74"/>
                  </a:lnTo>
                  <a:lnTo>
                    <a:pt x="317" y="71"/>
                  </a:lnTo>
                  <a:lnTo>
                    <a:pt x="317" y="71"/>
                  </a:lnTo>
                  <a:lnTo>
                    <a:pt x="315" y="71"/>
                  </a:lnTo>
                  <a:lnTo>
                    <a:pt x="315" y="71"/>
                  </a:lnTo>
                  <a:lnTo>
                    <a:pt x="313" y="69"/>
                  </a:lnTo>
                  <a:lnTo>
                    <a:pt x="313" y="67"/>
                  </a:lnTo>
                  <a:lnTo>
                    <a:pt x="313" y="67"/>
                  </a:lnTo>
                  <a:lnTo>
                    <a:pt x="310" y="65"/>
                  </a:lnTo>
                  <a:lnTo>
                    <a:pt x="310" y="62"/>
                  </a:lnTo>
                  <a:lnTo>
                    <a:pt x="310" y="60"/>
                  </a:lnTo>
                  <a:lnTo>
                    <a:pt x="310" y="60"/>
                  </a:lnTo>
                  <a:lnTo>
                    <a:pt x="310" y="58"/>
                  </a:lnTo>
                  <a:lnTo>
                    <a:pt x="310" y="58"/>
                  </a:lnTo>
                  <a:lnTo>
                    <a:pt x="310" y="58"/>
                  </a:lnTo>
                  <a:lnTo>
                    <a:pt x="310" y="58"/>
                  </a:lnTo>
                  <a:lnTo>
                    <a:pt x="310" y="58"/>
                  </a:lnTo>
                  <a:lnTo>
                    <a:pt x="310" y="56"/>
                  </a:lnTo>
                  <a:lnTo>
                    <a:pt x="310" y="56"/>
                  </a:lnTo>
                  <a:lnTo>
                    <a:pt x="310" y="56"/>
                  </a:lnTo>
                  <a:lnTo>
                    <a:pt x="310" y="54"/>
                  </a:lnTo>
                  <a:lnTo>
                    <a:pt x="310" y="54"/>
                  </a:lnTo>
                  <a:lnTo>
                    <a:pt x="310" y="54"/>
                  </a:lnTo>
                  <a:lnTo>
                    <a:pt x="308" y="54"/>
                  </a:lnTo>
                  <a:lnTo>
                    <a:pt x="308" y="54"/>
                  </a:lnTo>
                  <a:lnTo>
                    <a:pt x="306" y="51"/>
                  </a:lnTo>
                  <a:lnTo>
                    <a:pt x="306" y="51"/>
                  </a:lnTo>
                  <a:lnTo>
                    <a:pt x="306" y="51"/>
                  </a:lnTo>
                  <a:lnTo>
                    <a:pt x="306" y="51"/>
                  </a:lnTo>
                  <a:lnTo>
                    <a:pt x="304" y="54"/>
                  </a:lnTo>
                  <a:lnTo>
                    <a:pt x="304" y="54"/>
                  </a:lnTo>
                  <a:lnTo>
                    <a:pt x="304" y="54"/>
                  </a:lnTo>
                  <a:lnTo>
                    <a:pt x="304" y="54"/>
                  </a:lnTo>
                  <a:lnTo>
                    <a:pt x="302" y="54"/>
                  </a:lnTo>
                  <a:lnTo>
                    <a:pt x="302" y="54"/>
                  </a:lnTo>
                  <a:lnTo>
                    <a:pt x="302" y="54"/>
                  </a:lnTo>
                  <a:lnTo>
                    <a:pt x="302" y="54"/>
                  </a:lnTo>
                  <a:lnTo>
                    <a:pt x="299" y="54"/>
                  </a:lnTo>
                  <a:lnTo>
                    <a:pt x="299" y="54"/>
                  </a:lnTo>
                  <a:lnTo>
                    <a:pt x="299" y="54"/>
                  </a:lnTo>
                  <a:lnTo>
                    <a:pt x="299" y="56"/>
                  </a:lnTo>
                  <a:lnTo>
                    <a:pt x="297" y="56"/>
                  </a:lnTo>
                  <a:lnTo>
                    <a:pt x="297" y="56"/>
                  </a:lnTo>
                  <a:lnTo>
                    <a:pt x="297" y="56"/>
                  </a:lnTo>
                  <a:lnTo>
                    <a:pt x="297" y="56"/>
                  </a:lnTo>
                  <a:lnTo>
                    <a:pt x="297" y="56"/>
                  </a:lnTo>
                  <a:lnTo>
                    <a:pt x="297" y="56"/>
                  </a:lnTo>
                  <a:lnTo>
                    <a:pt x="297" y="56"/>
                  </a:lnTo>
                  <a:lnTo>
                    <a:pt x="295" y="56"/>
                  </a:lnTo>
                  <a:lnTo>
                    <a:pt x="295" y="54"/>
                  </a:lnTo>
                  <a:lnTo>
                    <a:pt x="295" y="54"/>
                  </a:lnTo>
                  <a:lnTo>
                    <a:pt x="295" y="54"/>
                  </a:lnTo>
                  <a:lnTo>
                    <a:pt x="297" y="54"/>
                  </a:lnTo>
                  <a:lnTo>
                    <a:pt x="297" y="51"/>
                  </a:lnTo>
                  <a:lnTo>
                    <a:pt x="299" y="51"/>
                  </a:lnTo>
                  <a:lnTo>
                    <a:pt x="299" y="49"/>
                  </a:lnTo>
                  <a:lnTo>
                    <a:pt x="299" y="49"/>
                  </a:lnTo>
                  <a:lnTo>
                    <a:pt x="304" y="45"/>
                  </a:lnTo>
                  <a:lnTo>
                    <a:pt x="304" y="45"/>
                  </a:lnTo>
                  <a:lnTo>
                    <a:pt x="304" y="43"/>
                  </a:lnTo>
                  <a:lnTo>
                    <a:pt x="304" y="43"/>
                  </a:lnTo>
                  <a:lnTo>
                    <a:pt x="304" y="43"/>
                  </a:lnTo>
                  <a:lnTo>
                    <a:pt x="306" y="40"/>
                  </a:lnTo>
                  <a:lnTo>
                    <a:pt x="308" y="40"/>
                  </a:lnTo>
                  <a:lnTo>
                    <a:pt x="308" y="40"/>
                  </a:lnTo>
                  <a:lnTo>
                    <a:pt x="308" y="38"/>
                  </a:lnTo>
                  <a:lnTo>
                    <a:pt x="308" y="38"/>
                  </a:lnTo>
                  <a:lnTo>
                    <a:pt x="308" y="38"/>
                  </a:lnTo>
                  <a:lnTo>
                    <a:pt x="308" y="38"/>
                  </a:lnTo>
                  <a:lnTo>
                    <a:pt x="308" y="38"/>
                  </a:lnTo>
                  <a:lnTo>
                    <a:pt x="308" y="36"/>
                  </a:lnTo>
                  <a:lnTo>
                    <a:pt x="308" y="36"/>
                  </a:lnTo>
                  <a:lnTo>
                    <a:pt x="308" y="34"/>
                  </a:lnTo>
                  <a:lnTo>
                    <a:pt x="308" y="34"/>
                  </a:lnTo>
                  <a:lnTo>
                    <a:pt x="306" y="29"/>
                  </a:lnTo>
                  <a:lnTo>
                    <a:pt x="306" y="29"/>
                  </a:lnTo>
                  <a:lnTo>
                    <a:pt x="306" y="29"/>
                  </a:lnTo>
                  <a:lnTo>
                    <a:pt x="306" y="29"/>
                  </a:lnTo>
                  <a:lnTo>
                    <a:pt x="306" y="27"/>
                  </a:lnTo>
                  <a:lnTo>
                    <a:pt x="306" y="25"/>
                  </a:lnTo>
                  <a:lnTo>
                    <a:pt x="306" y="25"/>
                  </a:lnTo>
                  <a:lnTo>
                    <a:pt x="306" y="25"/>
                  </a:lnTo>
                  <a:lnTo>
                    <a:pt x="308" y="23"/>
                  </a:lnTo>
                  <a:lnTo>
                    <a:pt x="308" y="23"/>
                  </a:lnTo>
                  <a:lnTo>
                    <a:pt x="308" y="23"/>
                  </a:lnTo>
                  <a:lnTo>
                    <a:pt x="308" y="23"/>
                  </a:lnTo>
                  <a:lnTo>
                    <a:pt x="308" y="23"/>
                  </a:lnTo>
                  <a:lnTo>
                    <a:pt x="310" y="23"/>
                  </a:lnTo>
                  <a:lnTo>
                    <a:pt x="310" y="23"/>
                  </a:lnTo>
                  <a:lnTo>
                    <a:pt x="313" y="23"/>
                  </a:lnTo>
                  <a:lnTo>
                    <a:pt x="313" y="23"/>
                  </a:lnTo>
                  <a:lnTo>
                    <a:pt x="315" y="20"/>
                  </a:lnTo>
                  <a:lnTo>
                    <a:pt x="317" y="20"/>
                  </a:lnTo>
                  <a:lnTo>
                    <a:pt x="319" y="18"/>
                  </a:lnTo>
                  <a:lnTo>
                    <a:pt x="321" y="18"/>
                  </a:lnTo>
                  <a:lnTo>
                    <a:pt x="321" y="18"/>
                  </a:lnTo>
                  <a:lnTo>
                    <a:pt x="321" y="18"/>
                  </a:lnTo>
                  <a:lnTo>
                    <a:pt x="321" y="18"/>
                  </a:lnTo>
                  <a:lnTo>
                    <a:pt x="321" y="16"/>
                  </a:lnTo>
                  <a:lnTo>
                    <a:pt x="321" y="16"/>
                  </a:lnTo>
                  <a:lnTo>
                    <a:pt x="319" y="14"/>
                  </a:lnTo>
                  <a:lnTo>
                    <a:pt x="319" y="14"/>
                  </a:lnTo>
                  <a:lnTo>
                    <a:pt x="319" y="14"/>
                  </a:lnTo>
                  <a:lnTo>
                    <a:pt x="319" y="14"/>
                  </a:lnTo>
                  <a:lnTo>
                    <a:pt x="319" y="14"/>
                  </a:lnTo>
                  <a:lnTo>
                    <a:pt x="319" y="11"/>
                  </a:lnTo>
                  <a:lnTo>
                    <a:pt x="319" y="11"/>
                  </a:lnTo>
                  <a:lnTo>
                    <a:pt x="319" y="11"/>
                  </a:lnTo>
                  <a:lnTo>
                    <a:pt x="319" y="11"/>
                  </a:lnTo>
                  <a:lnTo>
                    <a:pt x="319" y="11"/>
                  </a:lnTo>
                  <a:lnTo>
                    <a:pt x="319" y="9"/>
                  </a:lnTo>
                  <a:lnTo>
                    <a:pt x="319" y="9"/>
                  </a:lnTo>
                  <a:lnTo>
                    <a:pt x="319" y="9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15" y="9"/>
                  </a:lnTo>
                  <a:lnTo>
                    <a:pt x="313" y="9"/>
                  </a:lnTo>
                  <a:lnTo>
                    <a:pt x="310" y="7"/>
                  </a:lnTo>
                  <a:lnTo>
                    <a:pt x="304" y="3"/>
                  </a:lnTo>
                  <a:lnTo>
                    <a:pt x="304" y="3"/>
                  </a:lnTo>
                  <a:lnTo>
                    <a:pt x="302" y="0"/>
                  </a:lnTo>
                  <a:lnTo>
                    <a:pt x="302" y="3"/>
                  </a:lnTo>
                  <a:lnTo>
                    <a:pt x="302" y="3"/>
                  </a:lnTo>
                  <a:lnTo>
                    <a:pt x="302" y="3"/>
                  </a:lnTo>
                  <a:lnTo>
                    <a:pt x="295" y="3"/>
                  </a:lnTo>
                  <a:lnTo>
                    <a:pt x="295" y="3"/>
                  </a:lnTo>
                  <a:lnTo>
                    <a:pt x="295" y="5"/>
                  </a:lnTo>
                  <a:lnTo>
                    <a:pt x="295" y="5"/>
                  </a:lnTo>
                  <a:lnTo>
                    <a:pt x="295" y="5"/>
                  </a:lnTo>
                  <a:lnTo>
                    <a:pt x="295" y="5"/>
                  </a:lnTo>
                  <a:lnTo>
                    <a:pt x="295" y="7"/>
                  </a:lnTo>
                  <a:lnTo>
                    <a:pt x="293" y="7"/>
                  </a:lnTo>
                  <a:lnTo>
                    <a:pt x="293" y="7"/>
                  </a:lnTo>
                  <a:lnTo>
                    <a:pt x="293" y="7"/>
                  </a:lnTo>
                  <a:lnTo>
                    <a:pt x="293" y="7"/>
                  </a:lnTo>
                  <a:lnTo>
                    <a:pt x="293" y="9"/>
                  </a:lnTo>
                  <a:lnTo>
                    <a:pt x="290" y="9"/>
                  </a:lnTo>
                  <a:lnTo>
                    <a:pt x="290" y="9"/>
                  </a:lnTo>
                  <a:lnTo>
                    <a:pt x="290" y="7"/>
                  </a:lnTo>
                  <a:lnTo>
                    <a:pt x="290" y="7"/>
                  </a:lnTo>
                  <a:lnTo>
                    <a:pt x="290" y="7"/>
                  </a:lnTo>
                  <a:lnTo>
                    <a:pt x="290" y="7"/>
                  </a:lnTo>
                  <a:lnTo>
                    <a:pt x="288" y="7"/>
                  </a:lnTo>
                  <a:lnTo>
                    <a:pt x="286" y="9"/>
                  </a:lnTo>
                  <a:lnTo>
                    <a:pt x="286" y="9"/>
                  </a:lnTo>
                  <a:lnTo>
                    <a:pt x="286" y="9"/>
                  </a:lnTo>
                  <a:lnTo>
                    <a:pt x="286" y="9"/>
                  </a:lnTo>
                  <a:lnTo>
                    <a:pt x="286" y="11"/>
                  </a:lnTo>
                  <a:lnTo>
                    <a:pt x="286" y="11"/>
                  </a:lnTo>
                  <a:lnTo>
                    <a:pt x="284" y="11"/>
                  </a:lnTo>
                  <a:lnTo>
                    <a:pt x="284" y="14"/>
                  </a:lnTo>
                  <a:lnTo>
                    <a:pt x="284" y="14"/>
                  </a:lnTo>
                  <a:lnTo>
                    <a:pt x="282" y="14"/>
                  </a:lnTo>
                  <a:lnTo>
                    <a:pt x="282" y="16"/>
                  </a:lnTo>
                  <a:lnTo>
                    <a:pt x="282" y="16"/>
                  </a:lnTo>
                  <a:lnTo>
                    <a:pt x="282" y="16"/>
                  </a:lnTo>
                  <a:lnTo>
                    <a:pt x="282" y="16"/>
                  </a:lnTo>
                  <a:lnTo>
                    <a:pt x="277" y="18"/>
                  </a:lnTo>
                  <a:lnTo>
                    <a:pt x="268" y="23"/>
                  </a:lnTo>
                  <a:lnTo>
                    <a:pt x="268" y="23"/>
                  </a:lnTo>
                  <a:lnTo>
                    <a:pt x="268" y="25"/>
                  </a:lnTo>
                  <a:lnTo>
                    <a:pt x="266" y="27"/>
                  </a:lnTo>
                  <a:lnTo>
                    <a:pt x="264" y="27"/>
                  </a:lnTo>
                  <a:lnTo>
                    <a:pt x="264" y="27"/>
                  </a:lnTo>
                  <a:lnTo>
                    <a:pt x="264" y="29"/>
                  </a:lnTo>
                  <a:lnTo>
                    <a:pt x="257" y="29"/>
                  </a:lnTo>
                  <a:lnTo>
                    <a:pt x="257" y="31"/>
                  </a:lnTo>
                  <a:lnTo>
                    <a:pt x="257" y="31"/>
                  </a:lnTo>
                  <a:lnTo>
                    <a:pt x="255" y="31"/>
                  </a:lnTo>
                  <a:lnTo>
                    <a:pt x="255" y="34"/>
                  </a:lnTo>
                  <a:lnTo>
                    <a:pt x="253" y="36"/>
                  </a:lnTo>
                  <a:lnTo>
                    <a:pt x="253" y="36"/>
                  </a:lnTo>
                  <a:lnTo>
                    <a:pt x="253" y="36"/>
                  </a:lnTo>
                  <a:lnTo>
                    <a:pt x="253" y="36"/>
                  </a:lnTo>
                  <a:lnTo>
                    <a:pt x="251" y="38"/>
                  </a:lnTo>
                  <a:lnTo>
                    <a:pt x="251" y="38"/>
                  </a:lnTo>
                  <a:lnTo>
                    <a:pt x="251" y="38"/>
                  </a:lnTo>
                  <a:lnTo>
                    <a:pt x="246" y="38"/>
                  </a:lnTo>
                  <a:lnTo>
                    <a:pt x="246" y="36"/>
                  </a:lnTo>
                  <a:lnTo>
                    <a:pt x="246" y="36"/>
                  </a:lnTo>
                  <a:lnTo>
                    <a:pt x="244" y="38"/>
                  </a:lnTo>
                  <a:lnTo>
                    <a:pt x="244" y="38"/>
                  </a:lnTo>
                  <a:lnTo>
                    <a:pt x="244" y="38"/>
                  </a:lnTo>
                  <a:lnTo>
                    <a:pt x="242" y="38"/>
                  </a:lnTo>
                  <a:lnTo>
                    <a:pt x="242" y="38"/>
                  </a:lnTo>
                  <a:lnTo>
                    <a:pt x="242" y="40"/>
                  </a:lnTo>
                  <a:lnTo>
                    <a:pt x="242" y="40"/>
                  </a:lnTo>
                  <a:lnTo>
                    <a:pt x="242" y="40"/>
                  </a:lnTo>
                  <a:lnTo>
                    <a:pt x="242" y="40"/>
                  </a:lnTo>
                  <a:lnTo>
                    <a:pt x="242" y="40"/>
                  </a:lnTo>
                  <a:lnTo>
                    <a:pt x="242" y="40"/>
                  </a:lnTo>
                  <a:lnTo>
                    <a:pt x="242" y="40"/>
                  </a:lnTo>
                  <a:lnTo>
                    <a:pt x="242" y="43"/>
                  </a:lnTo>
                  <a:lnTo>
                    <a:pt x="242" y="43"/>
                  </a:lnTo>
                  <a:lnTo>
                    <a:pt x="242" y="43"/>
                  </a:lnTo>
                  <a:lnTo>
                    <a:pt x="242" y="43"/>
                  </a:lnTo>
                  <a:lnTo>
                    <a:pt x="239" y="40"/>
                  </a:lnTo>
                  <a:lnTo>
                    <a:pt x="239" y="40"/>
                  </a:lnTo>
                  <a:lnTo>
                    <a:pt x="239" y="40"/>
                  </a:lnTo>
                  <a:lnTo>
                    <a:pt x="239" y="40"/>
                  </a:lnTo>
                  <a:lnTo>
                    <a:pt x="239" y="40"/>
                  </a:lnTo>
                  <a:lnTo>
                    <a:pt x="239" y="40"/>
                  </a:lnTo>
                  <a:lnTo>
                    <a:pt x="239" y="40"/>
                  </a:lnTo>
                  <a:lnTo>
                    <a:pt x="237" y="38"/>
                  </a:lnTo>
                  <a:lnTo>
                    <a:pt x="237" y="38"/>
                  </a:lnTo>
                  <a:lnTo>
                    <a:pt x="237" y="38"/>
                  </a:lnTo>
                  <a:lnTo>
                    <a:pt x="237" y="38"/>
                  </a:lnTo>
                  <a:lnTo>
                    <a:pt x="237" y="38"/>
                  </a:lnTo>
                  <a:lnTo>
                    <a:pt x="237" y="38"/>
                  </a:lnTo>
                  <a:lnTo>
                    <a:pt x="237" y="38"/>
                  </a:lnTo>
                  <a:lnTo>
                    <a:pt x="235" y="40"/>
                  </a:lnTo>
                  <a:lnTo>
                    <a:pt x="235" y="40"/>
                  </a:lnTo>
                  <a:lnTo>
                    <a:pt x="235" y="40"/>
                  </a:lnTo>
                  <a:lnTo>
                    <a:pt x="235" y="40"/>
                  </a:lnTo>
                  <a:lnTo>
                    <a:pt x="235" y="43"/>
                  </a:lnTo>
                  <a:lnTo>
                    <a:pt x="235" y="4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31" y="43"/>
                  </a:lnTo>
                  <a:lnTo>
                    <a:pt x="231" y="40"/>
                  </a:lnTo>
                  <a:lnTo>
                    <a:pt x="231" y="43"/>
                  </a:lnTo>
                  <a:lnTo>
                    <a:pt x="231" y="43"/>
                  </a:lnTo>
                  <a:lnTo>
                    <a:pt x="231" y="43"/>
                  </a:lnTo>
                  <a:lnTo>
                    <a:pt x="231" y="43"/>
                  </a:lnTo>
                  <a:lnTo>
                    <a:pt x="231" y="43"/>
                  </a:lnTo>
                  <a:lnTo>
                    <a:pt x="231" y="43"/>
                  </a:lnTo>
                  <a:lnTo>
                    <a:pt x="231" y="45"/>
                  </a:lnTo>
                  <a:lnTo>
                    <a:pt x="231" y="45"/>
                  </a:lnTo>
                  <a:lnTo>
                    <a:pt x="228" y="45"/>
                  </a:lnTo>
                  <a:lnTo>
                    <a:pt x="228" y="45"/>
                  </a:lnTo>
                  <a:lnTo>
                    <a:pt x="228" y="43"/>
                  </a:lnTo>
                  <a:lnTo>
                    <a:pt x="226" y="43"/>
                  </a:lnTo>
                  <a:lnTo>
                    <a:pt x="226" y="43"/>
                  </a:lnTo>
                  <a:lnTo>
                    <a:pt x="226" y="43"/>
                  </a:lnTo>
                  <a:lnTo>
                    <a:pt x="226" y="43"/>
                  </a:lnTo>
                  <a:lnTo>
                    <a:pt x="226" y="43"/>
                  </a:lnTo>
                  <a:lnTo>
                    <a:pt x="226" y="43"/>
                  </a:lnTo>
                  <a:lnTo>
                    <a:pt x="226" y="40"/>
                  </a:lnTo>
                  <a:lnTo>
                    <a:pt x="226" y="40"/>
                  </a:lnTo>
                  <a:lnTo>
                    <a:pt x="226" y="40"/>
                  </a:lnTo>
                  <a:lnTo>
                    <a:pt x="226" y="40"/>
                  </a:lnTo>
                  <a:lnTo>
                    <a:pt x="226" y="38"/>
                  </a:lnTo>
                  <a:lnTo>
                    <a:pt x="224" y="36"/>
                  </a:lnTo>
                  <a:lnTo>
                    <a:pt x="224" y="36"/>
                  </a:lnTo>
                  <a:lnTo>
                    <a:pt x="224" y="34"/>
                  </a:lnTo>
                  <a:lnTo>
                    <a:pt x="224" y="34"/>
                  </a:lnTo>
                  <a:lnTo>
                    <a:pt x="224" y="34"/>
                  </a:lnTo>
                  <a:lnTo>
                    <a:pt x="222" y="34"/>
                  </a:lnTo>
                  <a:lnTo>
                    <a:pt x="222" y="34"/>
                  </a:lnTo>
                  <a:lnTo>
                    <a:pt x="220" y="34"/>
                  </a:lnTo>
                  <a:lnTo>
                    <a:pt x="220" y="36"/>
                  </a:lnTo>
                  <a:lnTo>
                    <a:pt x="217" y="36"/>
                  </a:lnTo>
                  <a:lnTo>
                    <a:pt x="217" y="36"/>
                  </a:lnTo>
                  <a:lnTo>
                    <a:pt x="217" y="36"/>
                  </a:lnTo>
                  <a:lnTo>
                    <a:pt x="217" y="36"/>
                  </a:lnTo>
                  <a:lnTo>
                    <a:pt x="217" y="36"/>
                  </a:lnTo>
                  <a:lnTo>
                    <a:pt x="217" y="36"/>
                  </a:lnTo>
                  <a:lnTo>
                    <a:pt x="215" y="36"/>
                  </a:lnTo>
                  <a:lnTo>
                    <a:pt x="215" y="36"/>
                  </a:lnTo>
                  <a:lnTo>
                    <a:pt x="215" y="36"/>
                  </a:lnTo>
                  <a:lnTo>
                    <a:pt x="215" y="36"/>
                  </a:lnTo>
                  <a:lnTo>
                    <a:pt x="213" y="36"/>
                  </a:lnTo>
                  <a:lnTo>
                    <a:pt x="213" y="38"/>
                  </a:lnTo>
                  <a:lnTo>
                    <a:pt x="213" y="38"/>
                  </a:lnTo>
                  <a:lnTo>
                    <a:pt x="211" y="38"/>
                  </a:lnTo>
                  <a:lnTo>
                    <a:pt x="211" y="38"/>
                  </a:lnTo>
                  <a:lnTo>
                    <a:pt x="208" y="38"/>
                  </a:lnTo>
                  <a:lnTo>
                    <a:pt x="208" y="38"/>
                  </a:lnTo>
                  <a:lnTo>
                    <a:pt x="208" y="38"/>
                  </a:lnTo>
                  <a:lnTo>
                    <a:pt x="208" y="38"/>
                  </a:lnTo>
                  <a:lnTo>
                    <a:pt x="208" y="38"/>
                  </a:lnTo>
                  <a:lnTo>
                    <a:pt x="206" y="36"/>
                  </a:lnTo>
                  <a:lnTo>
                    <a:pt x="206" y="36"/>
                  </a:lnTo>
                  <a:lnTo>
                    <a:pt x="206" y="36"/>
                  </a:lnTo>
                  <a:lnTo>
                    <a:pt x="204" y="36"/>
                  </a:lnTo>
                  <a:lnTo>
                    <a:pt x="204" y="34"/>
                  </a:lnTo>
                  <a:lnTo>
                    <a:pt x="204" y="34"/>
                  </a:lnTo>
                  <a:lnTo>
                    <a:pt x="204" y="34"/>
                  </a:lnTo>
                  <a:lnTo>
                    <a:pt x="204" y="31"/>
                  </a:lnTo>
                  <a:lnTo>
                    <a:pt x="204" y="31"/>
                  </a:lnTo>
                  <a:lnTo>
                    <a:pt x="204" y="31"/>
                  </a:lnTo>
                  <a:lnTo>
                    <a:pt x="202" y="34"/>
                  </a:lnTo>
                  <a:lnTo>
                    <a:pt x="202" y="34"/>
                  </a:lnTo>
                  <a:lnTo>
                    <a:pt x="202" y="31"/>
                  </a:lnTo>
                  <a:lnTo>
                    <a:pt x="202" y="31"/>
                  </a:lnTo>
                  <a:lnTo>
                    <a:pt x="202" y="31"/>
                  </a:lnTo>
                  <a:lnTo>
                    <a:pt x="200" y="31"/>
                  </a:lnTo>
                  <a:lnTo>
                    <a:pt x="200" y="31"/>
                  </a:lnTo>
                  <a:lnTo>
                    <a:pt x="200" y="29"/>
                  </a:lnTo>
                  <a:lnTo>
                    <a:pt x="200" y="29"/>
                  </a:lnTo>
                  <a:lnTo>
                    <a:pt x="200" y="27"/>
                  </a:lnTo>
                  <a:lnTo>
                    <a:pt x="200" y="27"/>
                  </a:lnTo>
                  <a:lnTo>
                    <a:pt x="200" y="27"/>
                  </a:lnTo>
                  <a:lnTo>
                    <a:pt x="200" y="27"/>
                  </a:lnTo>
                  <a:lnTo>
                    <a:pt x="200" y="27"/>
                  </a:lnTo>
                  <a:lnTo>
                    <a:pt x="197" y="27"/>
                  </a:lnTo>
                  <a:lnTo>
                    <a:pt x="197" y="27"/>
                  </a:lnTo>
                  <a:lnTo>
                    <a:pt x="197" y="27"/>
                  </a:lnTo>
                  <a:lnTo>
                    <a:pt x="195" y="27"/>
                  </a:lnTo>
                  <a:lnTo>
                    <a:pt x="193" y="29"/>
                  </a:lnTo>
                  <a:lnTo>
                    <a:pt x="193" y="29"/>
                  </a:lnTo>
                  <a:lnTo>
                    <a:pt x="193" y="29"/>
                  </a:lnTo>
                  <a:lnTo>
                    <a:pt x="193" y="29"/>
                  </a:lnTo>
                  <a:lnTo>
                    <a:pt x="193" y="29"/>
                  </a:lnTo>
                  <a:lnTo>
                    <a:pt x="191" y="29"/>
                  </a:lnTo>
                  <a:lnTo>
                    <a:pt x="191" y="29"/>
                  </a:lnTo>
                  <a:lnTo>
                    <a:pt x="189" y="29"/>
                  </a:lnTo>
                  <a:lnTo>
                    <a:pt x="189" y="31"/>
                  </a:lnTo>
                  <a:lnTo>
                    <a:pt x="189" y="31"/>
                  </a:lnTo>
                  <a:lnTo>
                    <a:pt x="186" y="31"/>
                  </a:lnTo>
                  <a:lnTo>
                    <a:pt x="186" y="31"/>
                  </a:lnTo>
                  <a:lnTo>
                    <a:pt x="186" y="31"/>
                  </a:lnTo>
                  <a:lnTo>
                    <a:pt x="186" y="34"/>
                  </a:lnTo>
                  <a:lnTo>
                    <a:pt x="186" y="34"/>
                  </a:lnTo>
                  <a:lnTo>
                    <a:pt x="186" y="34"/>
                  </a:lnTo>
                  <a:lnTo>
                    <a:pt x="186" y="34"/>
                  </a:lnTo>
                  <a:lnTo>
                    <a:pt x="186" y="34"/>
                  </a:lnTo>
                  <a:lnTo>
                    <a:pt x="186" y="34"/>
                  </a:lnTo>
                  <a:lnTo>
                    <a:pt x="184" y="34"/>
                  </a:lnTo>
                  <a:lnTo>
                    <a:pt x="184" y="34"/>
                  </a:lnTo>
                  <a:lnTo>
                    <a:pt x="184" y="34"/>
                  </a:lnTo>
                  <a:lnTo>
                    <a:pt x="184" y="34"/>
                  </a:lnTo>
                  <a:lnTo>
                    <a:pt x="182" y="36"/>
                  </a:lnTo>
                  <a:lnTo>
                    <a:pt x="182" y="36"/>
                  </a:lnTo>
                  <a:lnTo>
                    <a:pt x="180" y="38"/>
                  </a:lnTo>
                  <a:lnTo>
                    <a:pt x="180" y="40"/>
                  </a:lnTo>
                  <a:lnTo>
                    <a:pt x="180" y="40"/>
                  </a:lnTo>
                  <a:lnTo>
                    <a:pt x="177" y="43"/>
                  </a:lnTo>
                  <a:lnTo>
                    <a:pt x="177" y="45"/>
                  </a:lnTo>
                  <a:lnTo>
                    <a:pt x="177" y="45"/>
                  </a:lnTo>
                  <a:lnTo>
                    <a:pt x="175" y="45"/>
                  </a:lnTo>
                  <a:lnTo>
                    <a:pt x="175" y="45"/>
                  </a:lnTo>
                  <a:lnTo>
                    <a:pt x="175" y="43"/>
                  </a:lnTo>
                  <a:lnTo>
                    <a:pt x="175" y="43"/>
                  </a:lnTo>
                  <a:lnTo>
                    <a:pt x="173" y="43"/>
                  </a:lnTo>
                  <a:lnTo>
                    <a:pt x="173" y="43"/>
                  </a:lnTo>
                  <a:lnTo>
                    <a:pt x="171" y="45"/>
                  </a:lnTo>
                  <a:lnTo>
                    <a:pt x="169" y="45"/>
                  </a:lnTo>
                  <a:lnTo>
                    <a:pt x="169" y="45"/>
                  </a:lnTo>
                  <a:lnTo>
                    <a:pt x="169" y="45"/>
                  </a:lnTo>
                  <a:lnTo>
                    <a:pt x="169" y="45"/>
                  </a:lnTo>
                  <a:lnTo>
                    <a:pt x="169" y="43"/>
                  </a:lnTo>
                  <a:lnTo>
                    <a:pt x="166" y="38"/>
                  </a:lnTo>
                  <a:lnTo>
                    <a:pt x="166" y="38"/>
                  </a:lnTo>
                  <a:lnTo>
                    <a:pt x="166" y="36"/>
                  </a:lnTo>
                  <a:lnTo>
                    <a:pt x="166" y="36"/>
                  </a:lnTo>
                  <a:lnTo>
                    <a:pt x="164" y="36"/>
                  </a:lnTo>
                  <a:lnTo>
                    <a:pt x="162" y="34"/>
                  </a:lnTo>
                  <a:lnTo>
                    <a:pt x="162" y="34"/>
                  </a:lnTo>
                  <a:lnTo>
                    <a:pt x="162" y="34"/>
                  </a:lnTo>
                  <a:lnTo>
                    <a:pt x="160" y="34"/>
                  </a:lnTo>
                  <a:lnTo>
                    <a:pt x="155" y="31"/>
                  </a:lnTo>
                  <a:lnTo>
                    <a:pt x="155" y="31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51" y="25"/>
                  </a:lnTo>
                  <a:lnTo>
                    <a:pt x="151" y="23"/>
                  </a:lnTo>
                  <a:lnTo>
                    <a:pt x="149" y="23"/>
                  </a:lnTo>
                  <a:lnTo>
                    <a:pt x="149" y="23"/>
                  </a:lnTo>
                  <a:lnTo>
                    <a:pt x="149" y="23"/>
                  </a:lnTo>
                  <a:lnTo>
                    <a:pt x="146" y="23"/>
                  </a:lnTo>
                  <a:lnTo>
                    <a:pt x="146" y="20"/>
                  </a:lnTo>
                  <a:lnTo>
                    <a:pt x="144" y="20"/>
                  </a:lnTo>
                  <a:lnTo>
                    <a:pt x="140" y="18"/>
                  </a:lnTo>
                  <a:lnTo>
                    <a:pt x="140" y="18"/>
                  </a:lnTo>
                  <a:lnTo>
                    <a:pt x="140" y="18"/>
                  </a:lnTo>
                  <a:lnTo>
                    <a:pt x="135" y="18"/>
                  </a:lnTo>
                  <a:lnTo>
                    <a:pt x="135" y="16"/>
                  </a:lnTo>
                  <a:lnTo>
                    <a:pt x="135" y="16"/>
                  </a:lnTo>
                  <a:lnTo>
                    <a:pt x="133" y="16"/>
                  </a:lnTo>
                  <a:lnTo>
                    <a:pt x="133" y="14"/>
                  </a:lnTo>
                  <a:lnTo>
                    <a:pt x="129" y="9"/>
                  </a:lnTo>
                  <a:lnTo>
                    <a:pt x="126" y="9"/>
                  </a:lnTo>
                  <a:lnTo>
                    <a:pt x="113" y="7"/>
                  </a:lnTo>
                  <a:lnTo>
                    <a:pt x="107" y="7"/>
                  </a:lnTo>
                  <a:lnTo>
                    <a:pt x="104" y="9"/>
                  </a:lnTo>
                  <a:lnTo>
                    <a:pt x="100" y="9"/>
                  </a:lnTo>
                  <a:lnTo>
                    <a:pt x="98" y="11"/>
                  </a:lnTo>
                  <a:lnTo>
                    <a:pt x="95" y="11"/>
                  </a:lnTo>
                  <a:lnTo>
                    <a:pt x="91" y="11"/>
                  </a:lnTo>
                  <a:lnTo>
                    <a:pt x="89" y="11"/>
                  </a:lnTo>
                  <a:lnTo>
                    <a:pt x="82" y="11"/>
                  </a:lnTo>
                  <a:lnTo>
                    <a:pt x="80" y="11"/>
                  </a:lnTo>
                  <a:lnTo>
                    <a:pt x="80" y="11"/>
                  </a:lnTo>
                  <a:lnTo>
                    <a:pt x="80" y="11"/>
                  </a:lnTo>
                  <a:lnTo>
                    <a:pt x="62" y="9"/>
                  </a:lnTo>
                  <a:lnTo>
                    <a:pt x="53" y="11"/>
                  </a:lnTo>
                  <a:lnTo>
                    <a:pt x="53" y="11"/>
                  </a:lnTo>
                  <a:lnTo>
                    <a:pt x="51" y="11"/>
                  </a:lnTo>
                  <a:lnTo>
                    <a:pt x="51" y="11"/>
                  </a:lnTo>
                  <a:lnTo>
                    <a:pt x="51" y="11"/>
                  </a:lnTo>
                  <a:lnTo>
                    <a:pt x="51" y="14"/>
                  </a:lnTo>
                  <a:lnTo>
                    <a:pt x="51" y="14"/>
                  </a:lnTo>
                  <a:lnTo>
                    <a:pt x="51" y="14"/>
                  </a:lnTo>
                  <a:lnTo>
                    <a:pt x="49" y="16"/>
                  </a:lnTo>
                  <a:lnTo>
                    <a:pt x="49" y="18"/>
                  </a:lnTo>
                  <a:lnTo>
                    <a:pt x="51" y="18"/>
                  </a:lnTo>
                  <a:lnTo>
                    <a:pt x="51" y="20"/>
                  </a:lnTo>
                  <a:lnTo>
                    <a:pt x="53" y="25"/>
                  </a:lnTo>
                  <a:lnTo>
                    <a:pt x="56" y="27"/>
                  </a:lnTo>
                  <a:lnTo>
                    <a:pt x="56" y="27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6" y="31"/>
                  </a:lnTo>
                  <a:lnTo>
                    <a:pt x="56" y="31"/>
                  </a:lnTo>
                  <a:lnTo>
                    <a:pt x="56" y="31"/>
                  </a:lnTo>
                  <a:lnTo>
                    <a:pt x="56" y="34"/>
                  </a:lnTo>
                  <a:lnTo>
                    <a:pt x="56" y="34"/>
                  </a:lnTo>
                  <a:lnTo>
                    <a:pt x="53" y="34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8"/>
                  </a:lnTo>
                  <a:lnTo>
                    <a:pt x="53" y="38"/>
                  </a:lnTo>
                  <a:lnTo>
                    <a:pt x="53" y="38"/>
                  </a:lnTo>
                  <a:lnTo>
                    <a:pt x="58" y="40"/>
                  </a:lnTo>
                  <a:lnTo>
                    <a:pt x="60" y="40"/>
                  </a:lnTo>
                  <a:lnTo>
                    <a:pt x="60" y="43"/>
                  </a:lnTo>
                  <a:lnTo>
                    <a:pt x="60" y="43"/>
                  </a:lnTo>
                  <a:lnTo>
                    <a:pt x="62" y="45"/>
                  </a:lnTo>
                  <a:lnTo>
                    <a:pt x="62" y="49"/>
                  </a:lnTo>
                  <a:lnTo>
                    <a:pt x="62" y="56"/>
                  </a:lnTo>
                  <a:lnTo>
                    <a:pt x="60" y="58"/>
                  </a:lnTo>
                  <a:lnTo>
                    <a:pt x="58" y="62"/>
                  </a:lnTo>
                  <a:lnTo>
                    <a:pt x="58" y="65"/>
                  </a:lnTo>
                  <a:lnTo>
                    <a:pt x="58" y="65"/>
                  </a:lnTo>
                  <a:lnTo>
                    <a:pt x="58" y="65"/>
                  </a:lnTo>
                  <a:lnTo>
                    <a:pt x="58" y="65"/>
                  </a:lnTo>
                  <a:lnTo>
                    <a:pt x="58" y="65"/>
                  </a:lnTo>
                  <a:lnTo>
                    <a:pt x="56" y="65"/>
                  </a:lnTo>
                  <a:lnTo>
                    <a:pt x="56" y="65"/>
                  </a:lnTo>
                  <a:lnTo>
                    <a:pt x="56" y="65"/>
                  </a:lnTo>
                  <a:lnTo>
                    <a:pt x="53" y="67"/>
                  </a:lnTo>
                  <a:lnTo>
                    <a:pt x="53" y="69"/>
                  </a:lnTo>
                  <a:lnTo>
                    <a:pt x="51" y="69"/>
                  </a:lnTo>
                  <a:lnTo>
                    <a:pt x="51" y="71"/>
                  </a:lnTo>
                  <a:lnTo>
                    <a:pt x="47" y="74"/>
                  </a:lnTo>
                  <a:lnTo>
                    <a:pt x="47" y="74"/>
                  </a:lnTo>
                  <a:lnTo>
                    <a:pt x="44" y="74"/>
                  </a:lnTo>
                  <a:lnTo>
                    <a:pt x="44" y="76"/>
                  </a:lnTo>
                  <a:lnTo>
                    <a:pt x="44" y="78"/>
                  </a:lnTo>
                  <a:lnTo>
                    <a:pt x="42" y="78"/>
                  </a:lnTo>
                  <a:lnTo>
                    <a:pt x="42" y="78"/>
                  </a:lnTo>
                  <a:lnTo>
                    <a:pt x="42" y="80"/>
                  </a:lnTo>
                  <a:lnTo>
                    <a:pt x="40" y="80"/>
                  </a:lnTo>
                  <a:lnTo>
                    <a:pt x="40" y="82"/>
                  </a:lnTo>
                  <a:lnTo>
                    <a:pt x="40" y="82"/>
                  </a:lnTo>
                  <a:lnTo>
                    <a:pt x="40" y="82"/>
                  </a:lnTo>
                  <a:lnTo>
                    <a:pt x="40" y="82"/>
                  </a:lnTo>
                  <a:lnTo>
                    <a:pt x="40" y="82"/>
                  </a:lnTo>
                  <a:lnTo>
                    <a:pt x="38" y="80"/>
                  </a:lnTo>
                  <a:lnTo>
                    <a:pt x="38" y="80"/>
                  </a:lnTo>
                  <a:lnTo>
                    <a:pt x="38" y="80"/>
                  </a:lnTo>
                  <a:lnTo>
                    <a:pt x="36" y="80"/>
                  </a:lnTo>
                  <a:lnTo>
                    <a:pt x="36" y="80"/>
                  </a:lnTo>
                  <a:lnTo>
                    <a:pt x="36" y="80"/>
                  </a:lnTo>
                  <a:lnTo>
                    <a:pt x="36" y="82"/>
                  </a:lnTo>
                  <a:lnTo>
                    <a:pt x="36" y="85"/>
                  </a:lnTo>
                  <a:lnTo>
                    <a:pt x="36" y="85"/>
                  </a:lnTo>
                  <a:lnTo>
                    <a:pt x="36" y="85"/>
                  </a:lnTo>
                  <a:lnTo>
                    <a:pt x="33" y="87"/>
                  </a:lnTo>
                  <a:lnTo>
                    <a:pt x="33" y="87"/>
                  </a:lnTo>
                  <a:lnTo>
                    <a:pt x="33" y="87"/>
                  </a:lnTo>
                  <a:lnTo>
                    <a:pt x="33" y="87"/>
                  </a:lnTo>
                  <a:lnTo>
                    <a:pt x="33" y="87"/>
                  </a:lnTo>
                  <a:lnTo>
                    <a:pt x="31" y="87"/>
                  </a:lnTo>
                  <a:lnTo>
                    <a:pt x="29" y="87"/>
                  </a:lnTo>
                  <a:lnTo>
                    <a:pt x="29" y="87"/>
                  </a:lnTo>
                  <a:lnTo>
                    <a:pt x="27" y="87"/>
                  </a:lnTo>
                  <a:lnTo>
                    <a:pt x="27" y="87"/>
                  </a:lnTo>
                  <a:lnTo>
                    <a:pt x="27" y="87"/>
                  </a:lnTo>
                  <a:lnTo>
                    <a:pt x="25" y="87"/>
                  </a:lnTo>
                  <a:lnTo>
                    <a:pt x="25" y="87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2" y="89"/>
                  </a:lnTo>
                  <a:lnTo>
                    <a:pt x="22" y="91"/>
                  </a:lnTo>
                  <a:lnTo>
                    <a:pt x="22" y="91"/>
                  </a:lnTo>
                  <a:lnTo>
                    <a:pt x="22" y="91"/>
                  </a:lnTo>
                  <a:lnTo>
                    <a:pt x="22" y="93"/>
                  </a:lnTo>
                  <a:lnTo>
                    <a:pt x="22" y="93"/>
                  </a:lnTo>
                  <a:lnTo>
                    <a:pt x="22" y="93"/>
                  </a:lnTo>
                  <a:lnTo>
                    <a:pt x="20" y="93"/>
                  </a:lnTo>
                  <a:lnTo>
                    <a:pt x="20" y="93"/>
                  </a:lnTo>
                  <a:lnTo>
                    <a:pt x="20" y="93"/>
                  </a:lnTo>
                  <a:lnTo>
                    <a:pt x="18" y="96"/>
                  </a:lnTo>
                  <a:lnTo>
                    <a:pt x="18" y="96"/>
                  </a:lnTo>
                  <a:lnTo>
                    <a:pt x="16" y="96"/>
                  </a:lnTo>
                  <a:lnTo>
                    <a:pt x="16" y="96"/>
                  </a:lnTo>
                  <a:lnTo>
                    <a:pt x="16" y="98"/>
                  </a:lnTo>
                  <a:lnTo>
                    <a:pt x="16" y="98"/>
                  </a:lnTo>
                  <a:lnTo>
                    <a:pt x="13" y="98"/>
                  </a:lnTo>
                  <a:lnTo>
                    <a:pt x="13" y="100"/>
                  </a:lnTo>
                  <a:lnTo>
                    <a:pt x="13" y="100"/>
                  </a:lnTo>
                  <a:lnTo>
                    <a:pt x="13" y="102"/>
                  </a:lnTo>
                  <a:lnTo>
                    <a:pt x="13" y="102"/>
                  </a:lnTo>
                  <a:lnTo>
                    <a:pt x="11" y="102"/>
                  </a:lnTo>
                  <a:lnTo>
                    <a:pt x="7" y="105"/>
                  </a:lnTo>
                  <a:lnTo>
                    <a:pt x="0" y="107"/>
                  </a:lnTo>
                  <a:lnTo>
                    <a:pt x="2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7" y="109"/>
                  </a:lnTo>
                  <a:lnTo>
                    <a:pt x="7" y="109"/>
                  </a:lnTo>
                  <a:lnTo>
                    <a:pt x="7" y="109"/>
                  </a:lnTo>
                  <a:lnTo>
                    <a:pt x="9" y="109"/>
                  </a:lnTo>
                  <a:lnTo>
                    <a:pt x="9" y="109"/>
                  </a:lnTo>
                  <a:lnTo>
                    <a:pt x="9" y="109"/>
                  </a:lnTo>
                  <a:lnTo>
                    <a:pt x="11" y="107"/>
                  </a:lnTo>
                  <a:lnTo>
                    <a:pt x="16" y="107"/>
                  </a:lnTo>
                  <a:lnTo>
                    <a:pt x="18" y="107"/>
                  </a:lnTo>
                  <a:lnTo>
                    <a:pt x="18" y="107"/>
                  </a:lnTo>
                  <a:lnTo>
                    <a:pt x="20" y="109"/>
                  </a:lnTo>
                  <a:lnTo>
                    <a:pt x="20" y="109"/>
                  </a:lnTo>
                  <a:lnTo>
                    <a:pt x="20" y="109"/>
                  </a:lnTo>
                  <a:lnTo>
                    <a:pt x="20" y="109"/>
                  </a:lnTo>
                  <a:lnTo>
                    <a:pt x="20" y="109"/>
                  </a:lnTo>
                  <a:lnTo>
                    <a:pt x="20" y="109"/>
                  </a:lnTo>
                  <a:lnTo>
                    <a:pt x="20" y="111"/>
                  </a:lnTo>
                  <a:lnTo>
                    <a:pt x="20" y="111"/>
                  </a:lnTo>
                  <a:lnTo>
                    <a:pt x="20" y="111"/>
                  </a:lnTo>
                  <a:lnTo>
                    <a:pt x="20" y="113"/>
                  </a:lnTo>
                  <a:lnTo>
                    <a:pt x="20" y="113"/>
                  </a:lnTo>
                  <a:lnTo>
                    <a:pt x="22" y="113"/>
                  </a:lnTo>
                  <a:lnTo>
                    <a:pt x="22" y="113"/>
                  </a:lnTo>
                  <a:lnTo>
                    <a:pt x="22" y="113"/>
                  </a:lnTo>
                  <a:lnTo>
                    <a:pt x="25" y="113"/>
                  </a:lnTo>
                  <a:lnTo>
                    <a:pt x="27" y="113"/>
                  </a:lnTo>
                  <a:lnTo>
                    <a:pt x="27" y="111"/>
                  </a:lnTo>
                  <a:lnTo>
                    <a:pt x="27" y="111"/>
                  </a:lnTo>
                  <a:lnTo>
                    <a:pt x="27" y="113"/>
                  </a:lnTo>
                  <a:lnTo>
                    <a:pt x="29" y="113"/>
                  </a:lnTo>
                  <a:lnTo>
                    <a:pt x="29" y="113"/>
                  </a:lnTo>
                  <a:lnTo>
                    <a:pt x="29" y="113"/>
                  </a:lnTo>
                  <a:lnTo>
                    <a:pt x="29" y="113"/>
                  </a:lnTo>
                  <a:lnTo>
                    <a:pt x="29" y="116"/>
                  </a:lnTo>
                  <a:lnTo>
                    <a:pt x="29" y="116"/>
                  </a:lnTo>
                  <a:lnTo>
                    <a:pt x="29" y="116"/>
                  </a:lnTo>
                  <a:lnTo>
                    <a:pt x="29" y="116"/>
                  </a:lnTo>
                  <a:lnTo>
                    <a:pt x="29" y="116"/>
                  </a:lnTo>
                  <a:lnTo>
                    <a:pt x="31" y="116"/>
                  </a:lnTo>
                  <a:lnTo>
                    <a:pt x="31" y="118"/>
                  </a:lnTo>
                  <a:lnTo>
                    <a:pt x="31" y="118"/>
                  </a:lnTo>
                  <a:lnTo>
                    <a:pt x="31" y="118"/>
                  </a:lnTo>
                  <a:lnTo>
                    <a:pt x="33" y="116"/>
                  </a:lnTo>
                  <a:lnTo>
                    <a:pt x="33" y="116"/>
                  </a:lnTo>
                  <a:lnTo>
                    <a:pt x="33" y="116"/>
                  </a:lnTo>
                  <a:lnTo>
                    <a:pt x="33" y="116"/>
                  </a:lnTo>
                  <a:lnTo>
                    <a:pt x="33" y="116"/>
                  </a:lnTo>
                  <a:lnTo>
                    <a:pt x="36" y="118"/>
                  </a:lnTo>
                  <a:lnTo>
                    <a:pt x="36" y="118"/>
                  </a:lnTo>
                  <a:lnTo>
                    <a:pt x="36" y="118"/>
                  </a:lnTo>
                  <a:lnTo>
                    <a:pt x="36" y="118"/>
                  </a:lnTo>
                  <a:lnTo>
                    <a:pt x="36" y="120"/>
                  </a:lnTo>
                  <a:lnTo>
                    <a:pt x="36" y="120"/>
                  </a:lnTo>
                  <a:lnTo>
                    <a:pt x="36" y="120"/>
                  </a:lnTo>
                  <a:lnTo>
                    <a:pt x="36" y="125"/>
                  </a:lnTo>
                  <a:lnTo>
                    <a:pt x="36" y="125"/>
                  </a:lnTo>
                  <a:lnTo>
                    <a:pt x="36" y="125"/>
                  </a:lnTo>
                  <a:lnTo>
                    <a:pt x="36" y="127"/>
                  </a:lnTo>
                  <a:lnTo>
                    <a:pt x="36" y="127"/>
                  </a:lnTo>
                  <a:lnTo>
                    <a:pt x="36" y="129"/>
                  </a:lnTo>
                  <a:lnTo>
                    <a:pt x="36" y="131"/>
                  </a:lnTo>
                  <a:lnTo>
                    <a:pt x="36" y="131"/>
                  </a:lnTo>
                  <a:lnTo>
                    <a:pt x="36" y="131"/>
                  </a:lnTo>
                  <a:lnTo>
                    <a:pt x="36" y="133"/>
                  </a:lnTo>
                  <a:lnTo>
                    <a:pt x="38" y="133"/>
                  </a:lnTo>
                  <a:lnTo>
                    <a:pt x="38" y="136"/>
                  </a:lnTo>
                  <a:lnTo>
                    <a:pt x="38" y="136"/>
                  </a:lnTo>
                  <a:lnTo>
                    <a:pt x="38" y="136"/>
                  </a:lnTo>
                  <a:lnTo>
                    <a:pt x="38" y="136"/>
                  </a:lnTo>
                  <a:lnTo>
                    <a:pt x="38" y="138"/>
                  </a:lnTo>
                  <a:lnTo>
                    <a:pt x="38" y="140"/>
                  </a:lnTo>
                  <a:lnTo>
                    <a:pt x="38" y="140"/>
                  </a:lnTo>
                  <a:lnTo>
                    <a:pt x="38" y="140"/>
                  </a:lnTo>
                  <a:lnTo>
                    <a:pt x="38" y="140"/>
                  </a:lnTo>
                  <a:lnTo>
                    <a:pt x="40" y="140"/>
                  </a:lnTo>
                  <a:lnTo>
                    <a:pt x="40" y="140"/>
                  </a:lnTo>
                  <a:lnTo>
                    <a:pt x="40" y="140"/>
                  </a:lnTo>
                  <a:lnTo>
                    <a:pt x="44" y="144"/>
                  </a:lnTo>
                  <a:lnTo>
                    <a:pt x="44" y="144"/>
                  </a:lnTo>
                  <a:lnTo>
                    <a:pt x="47" y="144"/>
                  </a:lnTo>
                  <a:lnTo>
                    <a:pt x="49" y="144"/>
                  </a:lnTo>
                  <a:lnTo>
                    <a:pt x="49" y="144"/>
                  </a:lnTo>
                  <a:lnTo>
                    <a:pt x="49" y="144"/>
                  </a:lnTo>
                  <a:lnTo>
                    <a:pt x="49" y="144"/>
                  </a:lnTo>
                  <a:lnTo>
                    <a:pt x="49" y="144"/>
                  </a:lnTo>
                  <a:lnTo>
                    <a:pt x="49" y="147"/>
                  </a:lnTo>
                  <a:lnTo>
                    <a:pt x="49" y="147"/>
                  </a:lnTo>
                  <a:lnTo>
                    <a:pt x="49" y="147"/>
                  </a:lnTo>
                  <a:lnTo>
                    <a:pt x="49" y="147"/>
                  </a:lnTo>
                  <a:lnTo>
                    <a:pt x="49" y="149"/>
                  </a:lnTo>
                  <a:lnTo>
                    <a:pt x="49" y="149"/>
                  </a:lnTo>
                  <a:lnTo>
                    <a:pt x="49" y="149"/>
                  </a:lnTo>
                  <a:lnTo>
                    <a:pt x="51" y="149"/>
                  </a:lnTo>
                  <a:lnTo>
                    <a:pt x="51" y="151"/>
                  </a:lnTo>
                  <a:lnTo>
                    <a:pt x="51" y="151"/>
                  </a:lnTo>
                  <a:lnTo>
                    <a:pt x="51" y="153"/>
                  </a:lnTo>
                  <a:lnTo>
                    <a:pt x="51" y="153"/>
                  </a:lnTo>
                  <a:lnTo>
                    <a:pt x="51" y="153"/>
                  </a:lnTo>
                  <a:lnTo>
                    <a:pt x="51" y="153"/>
                  </a:lnTo>
                  <a:lnTo>
                    <a:pt x="51" y="153"/>
                  </a:lnTo>
                  <a:lnTo>
                    <a:pt x="51" y="153"/>
                  </a:lnTo>
                  <a:lnTo>
                    <a:pt x="51" y="156"/>
                  </a:lnTo>
                  <a:lnTo>
                    <a:pt x="49" y="156"/>
                  </a:lnTo>
                  <a:lnTo>
                    <a:pt x="49" y="158"/>
                  </a:lnTo>
                  <a:lnTo>
                    <a:pt x="49" y="158"/>
                  </a:lnTo>
                  <a:lnTo>
                    <a:pt x="47" y="160"/>
                  </a:lnTo>
                  <a:lnTo>
                    <a:pt x="47" y="160"/>
                  </a:lnTo>
                  <a:lnTo>
                    <a:pt x="47" y="160"/>
                  </a:lnTo>
                  <a:lnTo>
                    <a:pt x="44" y="162"/>
                  </a:lnTo>
                  <a:lnTo>
                    <a:pt x="47" y="162"/>
                  </a:lnTo>
                  <a:lnTo>
                    <a:pt x="47" y="162"/>
                  </a:lnTo>
                  <a:lnTo>
                    <a:pt x="49" y="162"/>
                  </a:lnTo>
                  <a:lnTo>
                    <a:pt x="49" y="162"/>
                  </a:lnTo>
                  <a:lnTo>
                    <a:pt x="51" y="164"/>
                  </a:lnTo>
                  <a:lnTo>
                    <a:pt x="51" y="164"/>
                  </a:lnTo>
                  <a:lnTo>
                    <a:pt x="53" y="164"/>
                  </a:lnTo>
                  <a:lnTo>
                    <a:pt x="53" y="164"/>
                  </a:lnTo>
                  <a:lnTo>
                    <a:pt x="56" y="164"/>
                  </a:lnTo>
                  <a:lnTo>
                    <a:pt x="56" y="164"/>
                  </a:lnTo>
                  <a:lnTo>
                    <a:pt x="60" y="162"/>
                  </a:lnTo>
                  <a:lnTo>
                    <a:pt x="62" y="162"/>
                  </a:lnTo>
                  <a:lnTo>
                    <a:pt x="62" y="160"/>
                  </a:lnTo>
                  <a:lnTo>
                    <a:pt x="64" y="160"/>
                  </a:lnTo>
                  <a:lnTo>
                    <a:pt x="67" y="160"/>
                  </a:lnTo>
                  <a:lnTo>
                    <a:pt x="69" y="158"/>
                  </a:lnTo>
                  <a:lnTo>
                    <a:pt x="69" y="156"/>
                  </a:lnTo>
                  <a:lnTo>
                    <a:pt x="71" y="156"/>
                  </a:lnTo>
                  <a:lnTo>
                    <a:pt x="71" y="156"/>
                  </a:lnTo>
                  <a:lnTo>
                    <a:pt x="73" y="156"/>
                  </a:lnTo>
                  <a:lnTo>
                    <a:pt x="73" y="156"/>
                  </a:lnTo>
                  <a:lnTo>
                    <a:pt x="76" y="156"/>
                  </a:lnTo>
                  <a:lnTo>
                    <a:pt x="76" y="156"/>
                  </a:lnTo>
                  <a:lnTo>
                    <a:pt x="76" y="156"/>
                  </a:lnTo>
                  <a:lnTo>
                    <a:pt x="78" y="156"/>
                  </a:lnTo>
                  <a:lnTo>
                    <a:pt x="78" y="153"/>
                  </a:lnTo>
                  <a:lnTo>
                    <a:pt x="78" y="151"/>
                  </a:lnTo>
                  <a:lnTo>
                    <a:pt x="80" y="136"/>
                  </a:lnTo>
                  <a:lnTo>
                    <a:pt x="82" y="133"/>
                  </a:lnTo>
                  <a:lnTo>
                    <a:pt x="87" y="133"/>
                  </a:lnTo>
                  <a:lnTo>
                    <a:pt x="87" y="133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91" y="136"/>
                  </a:lnTo>
                  <a:lnTo>
                    <a:pt x="91" y="136"/>
                  </a:lnTo>
                  <a:lnTo>
                    <a:pt x="91" y="136"/>
                  </a:lnTo>
                  <a:lnTo>
                    <a:pt x="93" y="136"/>
                  </a:lnTo>
                  <a:lnTo>
                    <a:pt x="93" y="136"/>
                  </a:lnTo>
                  <a:lnTo>
                    <a:pt x="98" y="133"/>
                  </a:lnTo>
                  <a:lnTo>
                    <a:pt x="100" y="133"/>
                  </a:lnTo>
                  <a:lnTo>
                    <a:pt x="104" y="131"/>
                  </a:lnTo>
                  <a:lnTo>
                    <a:pt x="104" y="131"/>
                  </a:lnTo>
                  <a:lnTo>
                    <a:pt x="109" y="127"/>
                  </a:lnTo>
                  <a:lnTo>
                    <a:pt x="109" y="127"/>
                  </a:lnTo>
                  <a:lnTo>
                    <a:pt x="109" y="125"/>
                  </a:lnTo>
                  <a:lnTo>
                    <a:pt x="111" y="122"/>
                  </a:lnTo>
                  <a:lnTo>
                    <a:pt x="111" y="122"/>
                  </a:lnTo>
                  <a:lnTo>
                    <a:pt x="109" y="120"/>
                  </a:lnTo>
                  <a:lnTo>
                    <a:pt x="109" y="120"/>
                  </a:lnTo>
                  <a:lnTo>
                    <a:pt x="109" y="118"/>
                  </a:lnTo>
                  <a:lnTo>
                    <a:pt x="109" y="116"/>
                  </a:lnTo>
                  <a:lnTo>
                    <a:pt x="109" y="116"/>
                  </a:lnTo>
                  <a:lnTo>
                    <a:pt x="111" y="116"/>
                  </a:lnTo>
                  <a:lnTo>
                    <a:pt x="115" y="116"/>
                  </a:lnTo>
                  <a:lnTo>
                    <a:pt x="120" y="113"/>
                  </a:lnTo>
                  <a:lnTo>
                    <a:pt x="120" y="113"/>
                  </a:lnTo>
                  <a:lnTo>
                    <a:pt x="122" y="113"/>
                  </a:lnTo>
                  <a:lnTo>
                    <a:pt x="124" y="113"/>
                  </a:lnTo>
                  <a:lnTo>
                    <a:pt x="124" y="111"/>
                  </a:lnTo>
                  <a:lnTo>
                    <a:pt x="124" y="109"/>
                  </a:lnTo>
                  <a:lnTo>
                    <a:pt x="124" y="105"/>
                  </a:lnTo>
                  <a:lnTo>
                    <a:pt x="124" y="105"/>
                  </a:lnTo>
                  <a:lnTo>
                    <a:pt x="124" y="102"/>
                  </a:lnTo>
                  <a:lnTo>
                    <a:pt x="126" y="102"/>
                  </a:lnTo>
                  <a:lnTo>
                    <a:pt x="129" y="102"/>
                  </a:lnTo>
                  <a:lnTo>
                    <a:pt x="131" y="102"/>
                  </a:lnTo>
                  <a:lnTo>
                    <a:pt x="144" y="93"/>
                  </a:lnTo>
                  <a:lnTo>
                    <a:pt x="146" y="93"/>
                  </a:lnTo>
                  <a:lnTo>
                    <a:pt x="149" y="93"/>
                  </a:lnTo>
                  <a:lnTo>
                    <a:pt x="151" y="96"/>
                  </a:lnTo>
                  <a:lnTo>
                    <a:pt x="153" y="96"/>
                  </a:lnTo>
                  <a:lnTo>
                    <a:pt x="155" y="98"/>
                  </a:lnTo>
                  <a:lnTo>
                    <a:pt x="155" y="102"/>
                  </a:lnTo>
                  <a:lnTo>
                    <a:pt x="157" y="102"/>
                  </a:lnTo>
                  <a:lnTo>
                    <a:pt x="157" y="102"/>
                  </a:lnTo>
                  <a:lnTo>
                    <a:pt x="157" y="105"/>
                  </a:lnTo>
                  <a:lnTo>
                    <a:pt x="157" y="105"/>
                  </a:lnTo>
                  <a:lnTo>
                    <a:pt x="157" y="105"/>
                  </a:lnTo>
                  <a:lnTo>
                    <a:pt x="160" y="105"/>
                  </a:lnTo>
                  <a:lnTo>
                    <a:pt x="160" y="105"/>
                  </a:lnTo>
                  <a:lnTo>
                    <a:pt x="162" y="105"/>
                  </a:lnTo>
                  <a:lnTo>
                    <a:pt x="162" y="107"/>
                  </a:lnTo>
                  <a:lnTo>
                    <a:pt x="164" y="107"/>
                  </a:lnTo>
                  <a:lnTo>
                    <a:pt x="164" y="107"/>
                  </a:lnTo>
                  <a:lnTo>
                    <a:pt x="164" y="107"/>
                  </a:lnTo>
                  <a:lnTo>
                    <a:pt x="166" y="107"/>
                  </a:lnTo>
                  <a:lnTo>
                    <a:pt x="173" y="109"/>
                  </a:lnTo>
                  <a:lnTo>
                    <a:pt x="173" y="109"/>
                  </a:lnTo>
                  <a:lnTo>
                    <a:pt x="175" y="111"/>
                  </a:lnTo>
                  <a:lnTo>
                    <a:pt x="175" y="113"/>
                  </a:lnTo>
                  <a:lnTo>
                    <a:pt x="177" y="113"/>
                  </a:lnTo>
                  <a:lnTo>
                    <a:pt x="180" y="113"/>
                  </a:lnTo>
                  <a:lnTo>
                    <a:pt x="182" y="113"/>
                  </a:lnTo>
                  <a:lnTo>
                    <a:pt x="184" y="111"/>
                  </a:lnTo>
                  <a:lnTo>
                    <a:pt x="184" y="111"/>
                  </a:lnTo>
                  <a:lnTo>
                    <a:pt x="186" y="111"/>
                  </a:lnTo>
                  <a:lnTo>
                    <a:pt x="186" y="113"/>
                  </a:lnTo>
                  <a:lnTo>
                    <a:pt x="189" y="113"/>
                  </a:lnTo>
                  <a:lnTo>
                    <a:pt x="191" y="113"/>
                  </a:lnTo>
                  <a:lnTo>
                    <a:pt x="191" y="116"/>
                  </a:lnTo>
                  <a:lnTo>
                    <a:pt x="191" y="116"/>
                  </a:lnTo>
                  <a:lnTo>
                    <a:pt x="195" y="116"/>
                  </a:lnTo>
                  <a:lnTo>
                    <a:pt x="195" y="118"/>
                  </a:lnTo>
                  <a:lnTo>
                    <a:pt x="197" y="118"/>
                  </a:lnTo>
                  <a:lnTo>
                    <a:pt x="197" y="120"/>
                  </a:lnTo>
                  <a:lnTo>
                    <a:pt x="200" y="127"/>
                  </a:lnTo>
                  <a:lnTo>
                    <a:pt x="200" y="127"/>
                  </a:lnTo>
                  <a:lnTo>
                    <a:pt x="202" y="127"/>
                  </a:lnTo>
                  <a:lnTo>
                    <a:pt x="204" y="127"/>
                  </a:lnTo>
                  <a:lnTo>
                    <a:pt x="204" y="125"/>
                  </a:lnTo>
                  <a:lnTo>
                    <a:pt x="204" y="122"/>
                  </a:lnTo>
                  <a:lnTo>
                    <a:pt x="204" y="118"/>
                  </a:lnTo>
                  <a:lnTo>
                    <a:pt x="206" y="116"/>
                  </a:lnTo>
                  <a:lnTo>
                    <a:pt x="208" y="116"/>
                  </a:lnTo>
                  <a:lnTo>
                    <a:pt x="213" y="118"/>
                  </a:lnTo>
                  <a:lnTo>
                    <a:pt x="213" y="118"/>
                  </a:lnTo>
                  <a:lnTo>
                    <a:pt x="213" y="120"/>
                  </a:lnTo>
                  <a:lnTo>
                    <a:pt x="211" y="125"/>
                  </a:lnTo>
                  <a:lnTo>
                    <a:pt x="211" y="127"/>
                  </a:lnTo>
                  <a:lnTo>
                    <a:pt x="213" y="129"/>
                  </a:lnTo>
                  <a:lnTo>
                    <a:pt x="213" y="129"/>
                  </a:lnTo>
                  <a:lnTo>
                    <a:pt x="215" y="129"/>
                  </a:lnTo>
                  <a:lnTo>
                    <a:pt x="217" y="131"/>
                  </a:lnTo>
                  <a:lnTo>
                    <a:pt x="217" y="131"/>
                  </a:lnTo>
                  <a:lnTo>
                    <a:pt x="220" y="131"/>
                  </a:lnTo>
                  <a:lnTo>
                    <a:pt x="222" y="131"/>
                  </a:lnTo>
                  <a:lnTo>
                    <a:pt x="224" y="129"/>
                  </a:lnTo>
                  <a:lnTo>
                    <a:pt x="224" y="129"/>
                  </a:lnTo>
                  <a:lnTo>
                    <a:pt x="224" y="129"/>
                  </a:lnTo>
                  <a:lnTo>
                    <a:pt x="226" y="129"/>
                  </a:lnTo>
                  <a:lnTo>
                    <a:pt x="226" y="129"/>
                  </a:lnTo>
                  <a:lnTo>
                    <a:pt x="226" y="129"/>
                  </a:lnTo>
                  <a:lnTo>
                    <a:pt x="226" y="131"/>
                  </a:lnTo>
                  <a:lnTo>
                    <a:pt x="226" y="131"/>
                  </a:lnTo>
                  <a:lnTo>
                    <a:pt x="226" y="133"/>
                  </a:lnTo>
                  <a:lnTo>
                    <a:pt x="226" y="133"/>
                  </a:lnTo>
                  <a:lnTo>
                    <a:pt x="224" y="133"/>
                  </a:lnTo>
                  <a:lnTo>
                    <a:pt x="224" y="136"/>
                  </a:lnTo>
                  <a:lnTo>
                    <a:pt x="226" y="136"/>
                  </a:lnTo>
                  <a:lnTo>
                    <a:pt x="224" y="136"/>
                  </a:lnTo>
                  <a:lnTo>
                    <a:pt x="224" y="138"/>
                  </a:lnTo>
                  <a:lnTo>
                    <a:pt x="224" y="138"/>
                  </a:lnTo>
                  <a:lnTo>
                    <a:pt x="224" y="138"/>
                  </a:lnTo>
                  <a:lnTo>
                    <a:pt x="226" y="140"/>
                  </a:lnTo>
                  <a:lnTo>
                    <a:pt x="226" y="142"/>
                  </a:lnTo>
                  <a:lnTo>
                    <a:pt x="226" y="142"/>
                  </a:lnTo>
                  <a:lnTo>
                    <a:pt x="226" y="144"/>
                  </a:lnTo>
                  <a:lnTo>
                    <a:pt x="231" y="151"/>
                  </a:lnTo>
                  <a:lnTo>
                    <a:pt x="231" y="153"/>
                  </a:lnTo>
                  <a:lnTo>
                    <a:pt x="235" y="151"/>
                  </a:lnTo>
                  <a:lnTo>
                    <a:pt x="237" y="149"/>
                  </a:lnTo>
                  <a:lnTo>
                    <a:pt x="237" y="147"/>
                  </a:lnTo>
                  <a:lnTo>
                    <a:pt x="239" y="144"/>
                  </a:lnTo>
                  <a:lnTo>
                    <a:pt x="239" y="142"/>
                  </a:lnTo>
                  <a:lnTo>
                    <a:pt x="242" y="142"/>
                  </a:lnTo>
                  <a:lnTo>
                    <a:pt x="244" y="142"/>
                  </a:lnTo>
                  <a:lnTo>
                    <a:pt x="248" y="140"/>
                  </a:lnTo>
                  <a:lnTo>
                    <a:pt x="251" y="140"/>
                  </a:lnTo>
                  <a:lnTo>
                    <a:pt x="253" y="136"/>
                  </a:lnTo>
                  <a:lnTo>
                    <a:pt x="255" y="133"/>
                  </a:lnTo>
                  <a:lnTo>
                    <a:pt x="257" y="131"/>
                  </a:lnTo>
                  <a:lnTo>
                    <a:pt x="259" y="129"/>
                  </a:lnTo>
                  <a:lnTo>
                    <a:pt x="262" y="129"/>
                  </a:lnTo>
                  <a:lnTo>
                    <a:pt x="262" y="127"/>
                  </a:lnTo>
                  <a:lnTo>
                    <a:pt x="262" y="127"/>
                  </a:lnTo>
                  <a:lnTo>
                    <a:pt x="262" y="125"/>
                  </a:lnTo>
                  <a:lnTo>
                    <a:pt x="262" y="125"/>
                  </a:lnTo>
                  <a:lnTo>
                    <a:pt x="262" y="122"/>
                  </a:lnTo>
                  <a:lnTo>
                    <a:pt x="262" y="122"/>
                  </a:lnTo>
                  <a:lnTo>
                    <a:pt x="262" y="120"/>
                  </a:lnTo>
                  <a:lnTo>
                    <a:pt x="262" y="120"/>
                  </a:lnTo>
                  <a:lnTo>
                    <a:pt x="264" y="118"/>
                  </a:lnTo>
                  <a:lnTo>
                    <a:pt x="266" y="118"/>
                  </a:lnTo>
                  <a:lnTo>
                    <a:pt x="266" y="118"/>
                  </a:lnTo>
                  <a:lnTo>
                    <a:pt x="268" y="120"/>
                  </a:lnTo>
                  <a:lnTo>
                    <a:pt x="268" y="120"/>
                  </a:lnTo>
                  <a:lnTo>
                    <a:pt x="268" y="122"/>
                  </a:lnTo>
                  <a:lnTo>
                    <a:pt x="268" y="122"/>
                  </a:lnTo>
                  <a:lnTo>
                    <a:pt x="270" y="125"/>
                  </a:lnTo>
                  <a:lnTo>
                    <a:pt x="270" y="125"/>
                  </a:lnTo>
                  <a:lnTo>
                    <a:pt x="270" y="125"/>
                  </a:lnTo>
                  <a:lnTo>
                    <a:pt x="270" y="127"/>
                  </a:lnTo>
                  <a:lnTo>
                    <a:pt x="270" y="127"/>
                  </a:lnTo>
                  <a:lnTo>
                    <a:pt x="270" y="127"/>
                  </a:lnTo>
                  <a:lnTo>
                    <a:pt x="273" y="127"/>
                  </a:lnTo>
                  <a:lnTo>
                    <a:pt x="273" y="129"/>
                  </a:lnTo>
                  <a:lnTo>
                    <a:pt x="275" y="129"/>
                  </a:lnTo>
                  <a:lnTo>
                    <a:pt x="275" y="127"/>
                  </a:lnTo>
                  <a:lnTo>
                    <a:pt x="279" y="125"/>
                  </a:lnTo>
                  <a:lnTo>
                    <a:pt x="279" y="125"/>
                  </a:lnTo>
                  <a:lnTo>
                    <a:pt x="279" y="125"/>
                  </a:lnTo>
                  <a:lnTo>
                    <a:pt x="282" y="125"/>
                  </a:lnTo>
                  <a:lnTo>
                    <a:pt x="284" y="125"/>
                  </a:lnTo>
                  <a:lnTo>
                    <a:pt x="284" y="127"/>
                  </a:lnTo>
                  <a:lnTo>
                    <a:pt x="286" y="129"/>
                  </a:lnTo>
                  <a:lnTo>
                    <a:pt x="286" y="129"/>
                  </a:lnTo>
                  <a:lnTo>
                    <a:pt x="286" y="129"/>
                  </a:lnTo>
                  <a:lnTo>
                    <a:pt x="288" y="129"/>
                  </a:lnTo>
                  <a:lnTo>
                    <a:pt x="288" y="131"/>
                  </a:lnTo>
                  <a:lnTo>
                    <a:pt x="293" y="131"/>
                  </a:lnTo>
                  <a:lnTo>
                    <a:pt x="308" y="147"/>
                  </a:lnTo>
                  <a:lnTo>
                    <a:pt x="313" y="149"/>
                  </a:lnTo>
                  <a:lnTo>
                    <a:pt x="313" y="149"/>
                  </a:lnTo>
                  <a:lnTo>
                    <a:pt x="317" y="151"/>
                  </a:lnTo>
                  <a:lnTo>
                    <a:pt x="319" y="151"/>
                  </a:lnTo>
                  <a:lnTo>
                    <a:pt x="321" y="151"/>
                  </a:lnTo>
                  <a:lnTo>
                    <a:pt x="324" y="153"/>
                  </a:lnTo>
                  <a:lnTo>
                    <a:pt x="324" y="156"/>
                  </a:lnTo>
                  <a:lnTo>
                    <a:pt x="326" y="156"/>
                  </a:lnTo>
                  <a:lnTo>
                    <a:pt x="328" y="151"/>
                  </a:lnTo>
                  <a:lnTo>
                    <a:pt x="330" y="149"/>
                  </a:lnTo>
                  <a:lnTo>
                    <a:pt x="333" y="149"/>
                  </a:lnTo>
                  <a:lnTo>
                    <a:pt x="335" y="149"/>
                  </a:lnTo>
                  <a:lnTo>
                    <a:pt x="346" y="149"/>
                  </a:lnTo>
                  <a:lnTo>
                    <a:pt x="348" y="149"/>
                  </a:lnTo>
                  <a:lnTo>
                    <a:pt x="348" y="149"/>
                  </a:lnTo>
                  <a:lnTo>
                    <a:pt x="350" y="151"/>
                  </a:lnTo>
                  <a:lnTo>
                    <a:pt x="350" y="151"/>
                  </a:lnTo>
                  <a:lnTo>
                    <a:pt x="352" y="151"/>
                  </a:lnTo>
                  <a:lnTo>
                    <a:pt x="352" y="151"/>
                  </a:lnTo>
                  <a:lnTo>
                    <a:pt x="352" y="149"/>
                  </a:lnTo>
                  <a:lnTo>
                    <a:pt x="355" y="149"/>
                  </a:lnTo>
                  <a:lnTo>
                    <a:pt x="357" y="147"/>
                  </a:lnTo>
                  <a:lnTo>
                    <a:pt x="361" y="144"/>
                  </a:lnTo>
                  <a:lnTo>
                    <a:pt x="361" y="144"/>
                  </a:lnTo>
                  <a:lnTo>
                    <a:pt x="364" y="144"/>
                  </a:lnTo>
                  <a:lnTo>
                    <a:pt x="370" y="144"/>
                  </a:lnTo>
                  <a:lnTo>
                    <a:pt x="375" y="140"/>
                  </a:lnTo>
                  <a:lnTo>
                    <a:pt x="375" y="138"/>
                  </a:lnTo>
                  <a:lnTo>
                    <a:pt x="377" y="138"/>
                  </a:lnTo>
                  <a:lnTo>
                    <a:pt x="377" y="136"/>
                  </a:lnTo>
                  <a:lnTo>
                    <a:pt x="377" y="136"/>
                  </a:lnTo>
                  <a:lnTo>
                    <a:pt x="386" y="131"/>
                  </a:lnTo>
                  <a:lnTo>
                    <a:pt x="386" y="129"/>
                  </a:lnTo>
                  <a:lnTo>
                    <a:pt x="386" y="129"/>
                  </a:lnTo>
                  <a:lnTo>
                    <a:pt x="386" y="129"/>
                  </a:lnTo>
                  <a:lnTo>
                    <a:pt x="386" y="129"/>
                  </a:lnTo>
                  <a:lnTo>
                    <a:pt x="386" y="129"/>
                  </a:lnTo>
                  <a:lnTo>
                    <a:pt x="386" y="127"/>
                  </a:lnTo>
                  <a:lnTo>
                    <a:pt x="386" y="127"/>
                  </a:lnTo>
                  <a:lnTo>
                    <a:pt x="386" y="127"/>
                  </a:lnTo>
                  <a:lnTo>
                    <a:pt x="388" y="127"/>
                  </a:lnTo>
                  <a:lnTo>
                    <a:pt x="390" y="125"/>
                  </a:lnTo>
                  <a:lnTo>
                    <a:pt x="395" y="120"/>
                  </a:lnTo>
                  <a:lnTo>
                    <a:pt x="395" y="120"/>
                  </a:lnTo>
                  <a:lnTo>
                    <a:pt x="395" y="120"/>
                  </a:lnTo>
                  <a:lnTo>
                    <a:pt x="397" y="122"/>
                  </a:lnTo>
                  <a:lnTo>
                    <a:pt x="397" y="122"/>
                  </a:lnTo>
                  <a:lnTo>
                    <a:pt x="397" y="122"/>
                  </a:lnTo>
                  <a:lnTo>
                    <a:pt x="401" y="120"/>
                  </a:lnTo>
                  <a:lnTo>
                    <a:pt x="403" y="120"/>
                  </a:lnTo>
                  <a:lnTo>
                    <a:pt x="406" y="120"/>
                  </a:lnTo>
                  <a:lnTo>
                    <a:pt x="408" y="120"/>
                  </a:lnTo>
                  <a:lnTo>
                    <a:pt x="410" y="120"/>
                  </a:lnTo>
                  <a:lnTo>
                    <a:pt x="410" y="120"/>
                  </a:lnTo>
                  <a:lnTo>
                    <a:pt x="410" y="120"/>
                  </a:lnTo>
                  <a:lnTo>
                    <a:pt x="410" y="120"/>
                  </a:lnTo>
                  <a:lnTo>
                    <a:pt x="410" y="122"/>
                  </a:lnTo>
                  <a:lnTo>
                    <a:pt x="412" y="122"/>
                  </a:lnTo>
                  <a:lnTo>
                    <a:pt x="415" y="122"/>
                  </a:lnTo>
                  <a:lnTo>
                    <a:pt x="415" y="122"/>
                  </a:lnTo>
                  <a:lnTo>
                    <a:pt x="417" y="122"/>
                  </a:lnTo>
                  <a:lnTo>
                    <a:pt x="417" y="122"/>
                  </a:lnTo>
                  <a:lnTo>
                    <a:pt x="421" y="120"/>
                  </a:lnTo>
                  <a:lnTo>
                    <a:pt x="423" y="118"/>
                  </a:lnTo>
                  <a:lnTo>
                    <a:pt x="430" y="118"/>
                  </a:lnTo>
                  <a:lnTo>
                    <a:pt x="432" y="116"/>
                  </a:lnTo>
                  <a:lnTo>
                    <a:pt x="434" y="116"/>
                  </a:lnTo>
                  <a:lnTo>
                    <a:pt x="434" y="118"/>
                  </a:lnTo>
                  <a:lnTo>
                    <a:pt x="434" y="118"/>
                  </a:lnTo>
                  <a:lnTo>
                    <a:pt x="434" y="118"/>
                  </a:lnTo>
                  <a:lnTo>
                    <a:pt x="434" y="118"/>
                  </a:lnTo>
                  <a:lnTo>
                    <a:pt x="434" y="118"/>
                  </a:lnTo>
                  <a:lnTo>
                    <a:pt x="437" y="120"/>
                  </a:lnTo>
                  <a:lnTo>
                    <a:pt x="439" y="120"/>
                  </a:lnTo>
                  <a:lnTo>
                    <a:pt x="446" y="120"/>
                  </a:lnTo>
                  <a:lnTo>
                    <a:pt x="452" y="122"/>
                  </a:lnTo>
                  <a:lnTo>
                    <a:pt x="454" y="122"/>
                  </a:lnTo>
                  <a:lnTo>
                    <a:pt x="457" y="122"/>
                  </a:lnTo>
                  <a:lnTo>
                    <a:pt x="457" y="122"/>
                  </a:lnTo>
                  <a:lnTo>
                    <a:pt x="457" y="122"/>
                  </a:lnTo>
                  <a:lnTo>
                    <a:pt x="457" y="122"/>
                  </a:lnTo>
                  <a:lnTo>
                    <a:pt x="459" y="120"/>
                  </a:lnTo>
                  <a:lnTo>
                    <a:pt x="459" y="116"/>
                  </a:lnTo>
                  <a:lnTo>
                    <a:pt x="459" y="116"/>
                  </a:lnTo>
                  <a:lnTo>
                    <a:pt x="461" y="111"/>
                  </a:lnTo>
                  <a:lnTo>
                    <a:pt x="461" y="109"/>
                  </a:lnTo>
                  <a:lnTo>
                    <a:pt x="461" y="107"/>
                  </a:lnTo>
                  <a:lnTo>
                    <a:pt x="463" y="105"/>
                  </a:lnTo>
                  <a:lnTo>
                    <a:pt x="463" y="105"/>
                  </a:lnTo>
                  <a:lnTo>
                    <a:pt x="463" y="105"/>
                  </a:lnTo>
                  <a:lnTo>
                    <a:pt x="465" y="98"/>
                  </a:lnTo>
                  <a:lnTo>
                    <a:pt x="472" y="82"/>
                  </a:lnTo>
                  <a:lnTo>
                    <a:pt x="472" y="82"/>
                  </a:lnTo>
                  <a:lnTo>
                    <a:pt x="472" y="82"/>
                  </a:lnTo>
                  <a:lnTo>
                    <a:pt x="472" y="82"/>
                  </a:lnTo>
                  <a:lnTo>
                    <a:pt x="472" y="80"/>
                  </a:lnTo>
                  <a:lnTo>
                    <a:pt x="472" y="80"/>
                  </a:lnTo>
                  <a:lnTo>
                    <a:pt x="472" y="80"/>
                  </a:lnTo>
                  <a:lnTo>
                    <a:pt x="472" y="78"/>
                  </a:lnTo>
                  <a:lnTo>
                    <a:pt x="472" y="76"/>
                  </a:lnTo>
                  <a:lnTo>
                    <a:pt x="472" y="74"/>
                  </a:lnTo>
                  <a:lnTo>
                    <a:pt x="474" y="71"/>
                  </a:lnTo>
                  <a:lnTo>
                    <a:pt x="474" y="69"/>
                  </a:lnTo>
                  <a:lnTo>
                    <a:pt x="474" y="69"/>
                  </a:lnTo>
                  <a:lnTo>
                    <a:pt x="477" y="65"/>
                  </a:lnTo>
                  <a:lnTo>
                    <a:pt x="477" y="62"/>
                  </a:lnTo>
                  <a:lnTo>
                    <a:pt x="477" y="62"/>
                  </a:lnTo>
                  <a:lnTo>
                    <a:pt x="477" y="62"/>
                  </a:lnTo>
                  <a:lnTo>
                    <a:pt x="477" y="62"/>
                  </a:lnTo>
                  <a:lnTo>
                    <a:pt x="477" y="62"/>
                  </a:lnTo>
                  <a:lnTo>
                    <a:pt x="477" y="62"/>
                  </a:lnTo>
                  <a:lnTo>
                    <a:pt x="477" y="60"/>
                  </a:lnTo>
                  <a:lnTo>
                    <a:pt x="474" y="60"/>
                  </a:lnTo>
                  <a:lnTo>
                    <a:pt x="474" y="58"/>
                  </a:lnTo>
                  <a:lnTo>
                    <a:pt x="474" y="58"/>
                  </a:lnTo>
                  <a:lnTo>
                    <a:pt x="474" y="58"/>
                  </a:lnTo>
                  <a:lnTo>
                    <a:pt x="474" y="58"/>
                  </a:lnTo>
                  <a:lnTo>
                    <a:pt x="474" y="58"/>
                  </a:lnTo>
                  <a:lnTo>
                    <a:pt x="477" y="60"/>
                  </a:lnTo>
                  <a:lnTo>
                    <a:pt x="479" y="60"/>
                  </a:lnTo>
                  <a:lnTo>
                    <a:pt x="479" y="60"/>
                  </a:lnTo>
                  <a:lnTo>
                    <a:pt x="479" y="60"/>
                  </a:lnTo>
                  <a:lnTo>
                    <a:pt x="479" y="58"/>
                  </a:lnTo>
                  <a:lnTo>
                    <a:pt x="481" y="51"/>
                  </a:lnTo>
                  <a:lnTo>
                    <a:pt x="481" y="49"/>
                  </a:lnTo>
                  <a:lnTo>
                    <a:pt x="481" y="49"/>
                  </a:lnTo>
                  <a:lnTo>
                    <a:pt x="481" y="49"/>
                  </a:lnTo>
                  <a:lnTo>
                    <a:pt x="481" y="49"/>
                  </a:lnTo>
                  <a:lnTo>
                    <a:pt x="481" y="49"/>
                  </a:lnTo>
                  <a:close/>
                  <a:moveTo>
                    <a:pt x="481" y="34"/>
                  </a:moveTo>
                  <a:lnTo>
                    <a:pt x="479" y="34"/>
                  </a:lnTo>
                  <a:lnTo>
                    <a:pt x="479" y="34"/>
                  </a:lnTo>
                  <a:lnTo>
                    <a:pt x="479" y="34"/>
                  </a:lnTo>
                  <a:lnTo>
                    <a:pt x="479" y="34"/>
                  </a:lnTo>
                  <a:lnTo>
                    <a:pt x="479" y="36"/>
                  </a:lnTo>
                  <a:lnTo>
                    <a:pt x="477" y="36"/>
                  </a:lnTo>
                  <a:lnTo>
                    <a:pt x="477" y="38"/>
                  </a:lnTo>
                  <a:lnTo>
                    <a:pt x="477" y="38"/>
                  </a:lnTo>
                  <a:lnTo>
                    <a:pt x="477" y="40"/>
                  </a:lnTo>
                  <a:lnTo>
                    <a:pt x="477" y="40"/>
                  </a:lnTo>
                  <a:lnTo>
                    <a:pt x="477" y="40"/>
                  </a:lnTo>
                  <a:lnTo>
                    <a:pt x="479" y="43"/>
                  </a:lnTo>
                  <a:lnTo>
                    <a:pt x="479" y="43"/>
                  </a:lnTo>
                  <a:lnTo>
                    <a:pt x="481" y="40"/>
                  </a:lnTo>
                  <a:lnTo>
                    <a:pt x="481" y="40"/>
                  </a:lnTo>
                  <a:lnTo>
                    <a:pt x="481" y="38"/>
                  </a:lnTo>
                  <a:lnTo>
                    <a:pt x="481" y="38"/>
                  </a:lnTo>
                  <a:lnTo>
                    <a:pt x="481" y="36"/>
                  </a:lnTo>
                  <a:lnTo>
                    <a:pt x="481" y="36"/>
                  </a:lnTo>
                  <a:lnTo>
                    <a:pt x="481" y="36"/>
                  </a:lnTo>
                  <a:lnTo>
                    <a:pt x="481" y="34"/>
                  </a:lnTo>
                  <a:lnTo>
                    <a:pt x="481" y="34"/>
                  </a:lnTo>
                  <a:lnTo>
                    <a:pt x="481" y="34"/>
                  </a:lnTo>
                  <a:close/>
                </a:path>
              </a:pathLst>
            </a:custGeom>
            <a:solidFill>
              <a:srgbClr val="D6D9ED"/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A80B95E6-14EC-4FB5-8E48-2CF11AE6D5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53" y="2627"/>
              <a:ext cx="483" cy="337"/>
            </a:xfrm>
            <a:custGeom>
              <a:avLst/>
              <a:gdLst>
                <a:gd name="T0" fmla="*/ 483 w 483"/>
                <a:gd name="T1" fmla="*/ 215 h 337"/>
                <a:gd name="T2" fmla="*/ 472 w 483"/>
                <a:gd name="T3" fmla="*/ 211 h 337"/>
                <a:gd name="T4" fmla="*/ 461 w 483"/>
                <a:gd name="T5" fmla="*/ 197 h 337"/>
                <a:gd name="T6" fmla="*/ 452 w 483"/>
                <a:gd name="T7" fmla="*/ 200 h 337"/>
                <a:gd name="T8" fmla="*/ 444 w 483"/>
                <a:gd name="T9" fmla="*/ 197 h 337"/>
                <a:gd name="T10" fmla="*/ 448 w 483"/>
                <a:gd name="T11" fmla="*/ 182 h 337"/>
                <a:gd name="T12" fmla="*/ 441 w 483"/>
                <a:gd name="T13" fmla="*/ 173 h 337"/>
                <a:gd name="T14" fmla="*/ 428 w 483"/>
                <a:gd name="T15" fmla="*/ 171 h 337"/>
                <a:gd name="T16" fmla="*/ 393 w 483"/>
                <a:gd name="T17" fmla="*/ 171 h 337"/>
                <a:gd name="T18" fmla="*/ 393 w 483"/>
                <a:gd name="T19" fmla="*/ 158 h 337"/>
                <a:gd name="T20" fmla="*/ 397 w 483"/>
                <a:gd name="T21" fmla="*/ 146 h 337"/>
                <a:gd name="T22" fmla="*/ 388 w 483"/>
                <a:gd name="T23" fmla="*/ 135 h 337"/>
                <a:gd name="T24" fmla="*/ 382 w 483"/>
                <a:gd name="T25" fmla="*/ 122 h 337"/>
                <a:gd name="T26" fmla="*/ 373 w 483"/>
                <a:gd name="T27" fmla="*/ 109 h 337"/>
                <a:gd name="T28" fmla="*/ 373 w 483"/>
                <a:gd name="T29" fmla="*/ 93 h 337"/>
                <a:gd name="T30" fmla="*/ 368 w 483"/>
                <a:gd name="T31" fmla="*/ 64 h 337"/>
                <a:gd name="T32" fmla="*/ 348 w 483"/>
                <a:gd name="T33" fmla="*/ 42 h 337"/>
                <a:gd name="T34" fmla="*/ 324 w 483"/>
                <a:gd name="T35" fmla="*/ 33 h 337"/>
                <a:gd name="T36" fmla="*/ 302 w 483"/>
                <a:gd name="T37" fmla="*/ 33 h 337"/>
                <a:gd name="T38" fmla="*/ 266 w 483"/>
                <a:gd name="T39" fmla="*/ 22 h 337"/>
                <a:gd name="T40" fmla="*/ 231 w 483"/>
                <a:gd name="T41" fmla="*/ 11 h 337"/>
                <a:gd name="T42" fmla="*/ 187 w 483"/>
                <a:gd name="T43" fmla="*/ 0 h 337"/>
                <a:gd name="T44" fmla="*/ 164 w 483"/>
                <a:gd name="T45" fmla="*/ 7 h 337"/>
                <a:gd name="T46" fmla="*/ 111 w 483"/>
                <a:gd name="T47" fmla="*/ 13 h 337"/>
                <a:gd name="T48" fmla="*/ 49 w 483"/>
                <a:gd name="T49" fmla="*/ 73 h 337"/>
                <a:gd name="T50" fmla="*/ 23 w 483"/>
                <a:gd name="T51" fmla="*/ 135 h 337"/>
                <a:gd name="T52" fmla="*/ 12 w 483"/>
                <a:gd name="T53" fmla="*/ 204 h 337"/>
                <a:gd name="T54" fmla="*/ 3 w 483"/>
                <a:gd name="T55" fmla="*/ 244 h 337"/>
                <a:gd name="T56" fmla="*/ 16 w 483"/>
                <a:gd name="T57" fmla="*/ 248 h 337"/>
                <a:gd name="T58" fmla="*/ 31 w 483"/>
                <a:gd name="T59" fmla="*/ 244 h 337"/>
                <a:gd name="T60" fmla="*/ 38 w 483"/>
                <a:gd name="T61" fmla="*/ 246 h 337"/>
                <a:gd name="T62" fmla="*/ 54 w 483"/>
                <a:gd name="T63" fmla="*/ 248 h 337"/>
                <a:gd name="T64" fmla="*/ 63 w 483"/>
                <a:gd name="T65" fmla="*/ 279 h 337"/>
                <a:gd name="T66" fmla="*/ 91 w 483"/>
                <a:gd name="T67" fmla="*/ 299 h 337"/>
                <a:gd name="T68" fmla="*/ 113 w 483"/>
                <a:gd name="T69" fmla="*/ 308 h 337"/>
                <a:gd name="T70" fmla="*/ 147 w 483"/>
                <a:gd name="T71" fmla="*/ 310 h 337"/>
                <a:gd name="T72" fmla="*/ 184 w 483"/>
                <a:gd name="T73" fmla="*/ 319 h 337"/>
                <a:gd name="T74" fmla="*/ 220 w 483"/>
                <a:gd name="T75" fmla="*/ 326 h 337"/>
                <a:gd name="T76" fmla="*/ 233 w 483"/>
                <a:gd name="T77" fmla="*/ 333 h 337"/>
                <a:gd name="T78" fmla="*/ 246 w 483"/>
                <a:gd name="T79" fmla="*/ 319 h 337"/>
                <a:gd name="T80" fmla="*/ 249 w 483"/>
                <a:gd name="T81" fmla="*/ 306 h 337"/>
                <a:gd name="T82" fmla="*/ 264 w 483"/>
                <a:gd name="T83" fmla="*/ 299 h 337"/>
                <a:gd name="T84" fmla="*/ 273 w 483"/>
                <a:gd name="T85" fmla="*/ 299 h 337"/>
                <a:gd name="T86" fmla="*/ 284 w 483"/>
                <a:gd name="T87" fmla="*/ 297 h 337"/>
                <a:gd name="T88" fmla="*/ 300 w 483"/>
                <a:gd name="T89" fmla="*/ 282 h 337"/>
                <a:gd name="T90" fmla="*/ 306 w 483"/>
                <a:gd name="T91" fmla="*/ 282 h 337"/>
                <a:gd name="T92" fmla="*/ 315 w 483"/>
                <a:gd name="T93" fmla="*/ 286 h 337"/>
                <a:gd name="T94" fmla="*/ 326 w 483"/>
                <a:gd name="T95" fmla="*/ 284 h 337"/>
                <a:gd name="T96" fmla="*/ 351 w 483"/>
                <a:gd name="T97" fmla="*/ 284 h 337"/>
                <a:gd name="T98" fmla="*/ 382 w 483"/>
                <a:gd name="T99" fmla="*/ 293 h 337"/>
                <a:gd name="T100" fmla="*/ 406 w 483"/>
                <a:gd name="T101" fmla="*/ 277 h 337"/>
                <a:gd name="T102" fmla="*/ 415 w 483"/>
                <a:gd name="T103" fmla="*/ 279 h 337"/>
                <a:gd name="T104" fmla="*/ 444 w 483"/>
                <a:gd name="T105" fmla="*/ 268 h 337"/>
                <a:gd name="T106" fmla="*/ 444 w 483"/>
                <a:gd name="T107" fmla="*/ 262 h 337"/>
                <a:gd name="T108" fmla="*/ 450 w 483"/>
                <a:gd name="T109" fmla="*/ 244 h 337"/>
                <a:gd name="T110" fmla="*/ 439 w 483"/>
                <a:gd name="T111" fmla="*/ 237 h 337"/>
                <a:gd name="T112" fmla="*/ 433 w 483"/>
                <a:gd name="T113" fmla="*/ 226 h 337"/>
                <a:gd name="T114" fmla="*/ 455 w 483"/>
                <a:gd name="T115" fmla="*/ 233 h 337"/>
                <a:gd name="T116" fmla="*/ 455 w 483"/>
                <a:gd name="T117" fmla="*/ 217 h 337"/>
                <a:gd name="T118" fmla="*/ 459 w 483"/>
                <a:gd name="T119" fmla="*/ 220 h 337"/>
                <a:gd name="T120" fmla="*/ 466 w 483"/>
                <a:gd name="T121" fmla="*/ 222 h 337"/>
                <a:gd name="T122" fmla="*/ 468 w 483"/>
                <a:gd name="T123" fmla="*/ 233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3" h="337">
                  <a:moveTo>
                    <a:pt x="468" y="226"/>
                  </a:moveTo>
                  <a:lnTo>
                    <a:pt x="468" y="226"/>
                  </a:lnTo>
                  <a:lnTo>
                    <a:pt x="468" y="226"/>
                  </a:lnTo>
                  <a:lnTo>
                    <a:pt x="466" y="226"/>
                  </a:lnTo>
                  <a:lnTo>
                    <a:pt x="464" y="228"/>
                  </a:lnTo>
                  <a:lnTo>
                    <a:pt x="461" y="231"/>
                  </a:lnTo>
                  <a:lnTo>
                    <a:pt x="461" y="233"/>
                  </a:lnTo>
                  <a:lnTo>
                    <a:pt x="464" y="233"/>
                  </a:lnTo>
                  <a:lnTo>
                    <a:pt x="464" y="235"/>
                  </a:lnTo>
                  <a:lnTo>
                    <a:pt x="464" y="235"/>
                  </a:lnTo>
                  <a:lnTo>
                    <a:pt x="464" y="237"/>
                  </a:lnTo>
                  <a:lnTo>
                    <a:pt x="466" y="237"/>
                  </a:lnTo>
                  <a:lnTo>
                    <a:pt x="468" y="235"/>
                  </a:lnTo>
                  <a:lnTo>
                    <a:pt x="468" y="235"/>
                  </a:lnTo>
                  <a:lnTo>
                    <a:pt x="468" y="233"/>
                  </a:lnTo>
                  <a:lnTo>
                    <a:pt x="468" y="233"/>
                  </a:lnTo>
                  <a:lnTo>
                    <a:pt x="468" y="228"/>
                  </a:lnTo>
                  <a:lnTo>
                    <a:pt x="468" y="226"/>
                  </a:lnTo>
                  <a:close/>
                  <a:moveTo>
                    <a:pt x="483" y="215"/>
                  </a:moveTo>
                  <a:lnTo>
                    <a:pt x="483" y="215"/>
                  </a:lnTo>
                  <a:lnTo>
                    <a:pt x="483" y="215"/>
                  </a:lnTo>
                  <a:lnTo>
                    <a:pt x="483" y="215"/>
                  </a:lnTo>
                  <a:lnTo>
                    <a:pt x="483" y="215"/>
                  </a:lnTo>
                  <a:lnTo>
                    <a:pt x="481" y="215"/>
                  </a:lnTo>
                  <a:lnTo>
                    <a:pt x="481" y="215"/>
                  </a:lnTo>
                  <a:lnTo>
                    <a:pt x="481" y="217"/>
                  </a:lnTo>
                  <a:lnTo>
                    <a:pt x="481" y="217"/>
                  </a:lnTo>
                  <a:lnTo>
                    <a:pt x="481" y="217"/>
                  </a:lnTo>
                  <a:lnTo>
                    <a:pt x="481" y="217"/>
                  </a:lnTo>
                  <a:lnTo>
                    <a:pt x="479" y="217"/>
                  </a:lnTo>
                  <a:lnTo>
                    <a:pt x="477" y="215"/>
                  </a:lnTo>
                  <a:lnTo>
                    <a:pt x="475" y="215"/>
                  </a:lnTo>
                  <a:lnTo>
                    <a:pt x="475" y="215"/>
                  </a:lnTo>
                  <a:lnTo>
                    <a:pt x="475" y="215"/>
                  </a:lnTo>
                  <a:lnTo>
                    <a:pt x="472" y="213"/>
                  </a:lnTo>
                  <a:lnTo>
                    <a:pt x="472" y="213"/>
                  </a:lnTo>
                  <a:lnTo>
                    <a:pt x="472" y="213"/>
                  </a:lnTo>
                  <a:lnTo>
                    <a:pt x="472" y="211"/>
                  </a:lnTo>
                  <a:lnTo>
                    <a:pt x="472" y="211"/>
                  </a:lnTo>
                  <a:lnTo>
                    <a:pt x="472" y="211"/>
                  </a:lnTo>
                  <a:lnTo>
                    <a:pt x="472" y="206"/>
                  </a:lnTo>
                  <a:lnTo>
                    <a:pt x="472" y="204"/>
                  </a:lnTo>
                  <a:lnTo>
                    <a:pt x="470" y="204"/>
                  </a:lnTo>
                  <a:lnTo>
                    <a:pt x="470" y="200"/>
                  </a:lnTo>
                  <a:lnTo>
                    <a:pt x="468" y="200"/>
                  </a:lnTo>
                  <a:lnTo>
                    <a:pt x="468" y="200"/>
                  </a:lnTo>
                  <a:lnTo>
                    <a:pt x="466" y="200"/>
                  </a:lnTo>
                  <a:lnTo>
                    <a:pt x="466" y="200"/>
                  </a:lnTo>
                  <a:lnTo>
                    <a:pt x="466" y="200"/>
                  </a:lnTo>
                  <a:lnTo>
                    <a:pt x="466" y="200"/>
                  </a:lnTo>
                  <a:lnTo>
                    <a:pt x="466" y="200"/>
                  </a:lnTo>
                  <a:lnTo>
                    <a:pt x="464" y="200"/>
                  </a:lnTo>
                  <a:lnTo>
                    <a:pt x="464" y="200"/>
                  </a:lnTo>
                  <a:lnTo>
                    <a:pt x="464" y="200"/>
                  </a:lnTo>
                  <a:lnTo>
                    <a:pt x="461" y="200"/>
                  </a:lnTo>
                  <a:lnTo>
                    <a:pt x="461" y="197"/>
                  </a:lnTo>
                  <a:lnTo>
                    <a:pt x="461" y="197"/>
                  </a:lnTo>
                  <a:lnTo>
                    <a:pt x="461" y="197"/>
                  </a:lnTo>
                  <a:lnTo>
                    <a:pt x="461" y="197"/>
                  </a:lnTo>
                  <a:lnTo>
                    <a:pt x="461" y="197"/>
                  </a:lnTo>
                  <a:lnTo>
                    <a:pt x="461" y="197"/>
                  </a:lnTo>
                  <a:lnTo>
                    <a:pt x="461" y="195"/>
                  </a:lnTo>
                  <a:lnTo>
                    <a:pt x="461" y="195"/>
                  </a:lnTo>
                  <a:lnTo>
                    <a:pt x="459" y="195"/>
                  </a:lnTo>
                  <a:lnTo>
                    <a:pt x="459" y="195"/>
                  </a:lnTo>
                  <a:lnTo>
                    <a:pt x="457" y="195"/>
                  </a:lnTo>
                  <a:lnTo>
                    <a:pt x="457" y="195"/>
                  </a:lnTo>
                  <a:lnTo>
                    <a:pt x="457" y="195"/>
                  </a:lnTo>
                  <a:lnTo>
                    <a:pt x="455" y="195"/>
                  </a:lnTo>
                  <a:lnTo>
                    <a:pt x="455" y="195"/>
                  </a:lnTo>
                  <a:lnTo>
                    <a:pt x="455" y="195"/>
                  </a:lnTo>
                  <a:lnTo>
                    <a:pt x="455" y="195"/>
                  </a:lnTo>
                  <a:lnTo>
                    <a:pt x="452" y="197"/>
                  </a:lnTo>
                  <a:lnTo>
                    <a:pt x="452" y="197"/>
                  </a:lnTo>
                  <a:lnTo>
                    <a:pt x="452" y="197"/>
                  </a:lnTo>
                  <a:lnTo>
                    <a:pt x="452" y="197"/>
                  </a:lnTo>
                  <a:lnTo>
                    <a:pt x="452" y="197"/>
                  </a:lnTo>
                  <a:lnTo>
                    <a:pt x="452" y="197"/>
                  </a:lnTo>
                  <a:lnTo>
                    <a:pt x="452" y="200"/>
                  </a:lnTo>
                  <a:lnTo>
                    <a:pt x="452" y="200"/>
                  </a:lnTo>
                  <a:lnTo>
                    <a:pt x="452" y="200"/>
                  </a:lnTo>
                  <a:lnTo>
                    <a:pt x="452" y="202"/>
                  </a:lnTo>
                  <a:lnTo>
                    <a:pt x="452" y="202"/>
                  </a:lnTo>
                  <a:lnTo>
                    <a:pt x="452" y="202"/>
                  </a:lnTo>
                  <a:lnTo>
                    <a:pt x="452" y="202"/>
                  </a:lnTo>
                  <a:lnTo>
                    <a:pt x="450" y="202"/>
                  </a:lnTo>
                  <a:lnTo>
                    <a:pt x="450" y="202"/>
                  </a:lnTo>
                  <a:lnTo>
                    <a:pt x="450" y="204"/>
                  </a:lnTo>
                  <a:lnTo>
                    <a:pt x="450" y="204"/>
                  </a:lnTo>
                  <a:lnTo>
                    <a:pt x="450" y="204"/>
                  </a:lnTo>
                  <a:lnTo>
                    <a:pt x="450" y="204"/>
                  </a:lnTo>
                  <a:lnTo>
                    <a:pt x="450" y="204"/>
                  </a:lnTo>
                  <a:lnTo>
                    <a:pt x="446" y="204"/>
                  </a:lnTo>
                  <a:lnTo>
                    <a:pt x="446" y="202"/>
                  </a:lnTo>
                  <a:lnTo>
                    <a:pt x="446" y="202"/>
                  </a:lnTo>
                  <a:lnTo>
                    <a:pt x="444" y="202"/>
                  </a:lnTo>
                  <a:lnTo>
                    <a:pt x="444" y="200"/>
                  </a:lnTo>
                  <a:lnTo>
                    <a:pt x="444" y="197"/>
                  </a:lnTo>
                  <a:lnTo>
                    <a:pt x="444" y="197"/>
                  </a:lnTo>
                  <a:lnTo>
                    <a:pt x="444" y="197"/>
                  </a:lnTo>
                  <a:lnTo>
                    <a:pt x="444" y="197"/>
                  </a:lnTo>
                  <a:lnTo>
                    <a:pt x="444" y="197"/>
                  </a:lnTo>
                  <a:lnTo>
                    <a:pt x="444" y="197"/>
                  </a:lnTo>
                  <a:lnTo>
                    <a:pt x="446" y="197"/>
                  </a:lnTo>
                  <a:lnTo>
                    <a:pt x="446" y="195"/>
                  </a:lnTo>
                  <a:lnTo>
                    <a:pt x="446" y="195"/>
                  </a:lnTo>
                  <a:lnTo>
                    <a:pt x="446" y="195"/>
                  </a:lnTo>
                  <a:lnTo>
                    <a:pt x="446" y="193"/>
                  </a:lnTo>
                  <a:lnTo>
                    <a:pt x="446" y="191"/>
                  </a:lnTo>
                  <a:lnTo>
                    <a:pt x="446" y="189"/>
                  </a:lnTo>
                  <a:lnTo>
                    <a:pt x="446" y="189"/>
                  </a:lnTo>
                  <a:lnTo>
                    <a:pt x="446" y="189"/>
                  </a:lnTo>
                  <a:lnTo>
                    <a:pt x="448" y="189"/>
                  </a:lnTo>
                  <a:lnTo>
                    <a:pt x="448" y="186"/>
                  </a:lnTo>
                  <a:lnTo>
                    <a:pt x="446" y="186"/>
                  </a:lnTo>
                  <a:lnTo>
                    <a:pt x="446" y="184"/>
                  </a:lnTo>
                  <a:lnTo>
                    <a:pt x="446" y="184"/>
                  </a:lnTo>
                  <a:lnTo>
                    <a:pt x="446" y="182"/>
                  </a:lnTo>
                  <a:lnTo>
                    <a:pt x="448" y="182"/>
                  </a:lnTo>
                  <a:lnTo>
                    <a:pt x="448" y="182"/>
                  </a:lnTo>
                  <a:lnTo>
                    <a:pt x="450" y="180"/>
                  </a:lnTo>
                  <a:lnTo>
                    <a:pt x="450" y="180"/>
                  </a:lnTo>
                  <a:lnTo>
                    <a:pt x="450" y="177"/>
                  </a:lnTo>
                  <a:lnTo>
                    <a:pt x="450" y="177"/>
                  </a:lnTo>
                  <a:lnTo>
                    <a:pt x="450" y="177"/>
                  </a:lnTo>
                  <a:lnTo>
                    <a:pt x="450" y="177"/>
                  </a:lnTo>
                  <a:lnTo>
                    <a:pt x="446" y="175"/>
                  </a:lnTo>
                  <a:lnTo>
                    <a:pt x="446" y="175"/>
                  </a:lnTo>
                  <a:lnTo>
                    <a:pt x="446" y="175"/>
                  </a:lnTo>
                  <a:lnTo>
                    <a:pt x="446" y="175"/>
                  </a:lnTo>
                  <a:lnTo>
                    <a:pt x="446" y="173"/>
                  </a:lnTo>
                  <a:lnTo>
                    <a:pt x="446" y="173"/>
                  </a:lnTo>
                  <a:lnTo>
                    <a:pt x="446" y="173"/>
                  </a:lnTo>
                  <a:lnTo>
                    <a:pt x="444" y="173"/>
                  </a:lnTo>
                  <a:lnTo>
                    <a:pt x="444" y="173"/>
                  </a:lnTo>
                  <a:lnTo>
                    <a:pt x="444" y="171"/>
                  </a:lnTo>
                  <a:lnTo>
                    <a:pt x="444" y="171"/>
                  </a:lnTo>
                  <a:lnTo>
                    <a:pt x="444" y="171"/>
                  </a:lnTo>
                  <a:lnTo>
                    <a:pt x="441" y="171"/>
                  </a:lnTo>
                  <a:lnTo>
                    <a:pt x="441" y="173"/>
                  </a:lnTo>
                  <a:lnTo>
                    <a:pt x="439" y="173"/>
                  </a:lnTo>
                  <a:lnTo>
                    <a:pt x="439" y="173"/>
                  </a:lnTo>
                  <a:lnTo>
                    <a:pt x="439" y="173"/>
                  </a:lnTo>
                  <a:lnTo>
                    <a:pt x="439" y="173"/>
                  </a:lnTo>
                  <a:lnTo>
                    <a:pt x="439" y="173"/>
                  </a:lnTo>
                  <a:lnTo>
                    <a:pt x="437" y="173"/>
                  </a:lnTo>
                  <a:lnTo>
                    <a:pt x="437" y="173"/>
                  </a:lnTo>
                  <a:lnTo>
                    <a:pt x="437" y="171"/>
                  </a:lnTo>
                  <a:lnTo>
                    <a:pt x="437" y="171"/>
                  </a:lnTo>
                  <a:lnTo>
                    <a:pt x="437" y="173"/>
                  </a:lnTo>
                  <a:lnTo>
                    <a:pt x="435" y="173"/>
                  </a:lnTo>
                  <a:lnTo>
                    <a:pt x="433" y="173"/>
                  </a:lnTo>
                  <a:lnTo>
                    <a:pt x="433" y="173"/>
                  </a:lnTo>
                  <a:lnTo>
                    <a:pt x="430" y="173"/>
                  </a:lnTo>
                  <a:lnTo>
                    <a:pt x="430" y="173"/>
                  </a:lnTo>
                  <a:lnTo>
                    <a:pt x="430" y="173"/>
                  </a:lnTo>
                  <a:lnTo>
                    <a:pt x="430" y="173"/>
                  </a:lnTo>
                  <a:lnTo>
                    <a:pt x="430" y="173"/>
                  </a:lnTo>
                  <a:lnTo>
                    <a:pt x="428" y="173"/>
                  </a:lnTo>
                  <a:lnTo>
                    <a:pt x="428" y="171"/>
                  </a:lnTo>
                  <a:lnTo>
                    <a:pt x="426" y="171"/>
                  </a:lnTo>
                  <a:lnTo>
                    <a:pt x="424" y="171"/>
                  </a:lnTo>
                  <a:lnTo>
                    <a:pt x="424" y="171"/>
                  </a:lnTo>
                  <a:lnTo>
                    <a:pt x="424" y="171"/>
                  </a:lnTo>
                  <a:lnTo>
                    <a:pt x="424" y="171"/>
                  </a:lnTo>
                  <a:lnTo>
                    <a:pt x="424" y="171"/>
                  </a:lnTo>
                  <a:lnTo>
                    <a:pt x="417" y="171"/>
                  </a:lnTo>
                  <a:lnTo>
                    <a:pt x="415" y="171"/>
                  </a:lnTo>
                  <a:lnTo>
                    <a:pt x="413" y="169"/>
                  </a:lnTo>
                  <a:lnTo>
                    <a:pt x="410" y="169"/>
                  </a:lnTo>
                  <a:lnTo>
                    <a:pt x="410" y="171"/>
                  </a:lnTo>
                  <a:lnTo>
                    <a:pt x="410" y="173"/>
                  </a:lnTo>
                  <a:lnTo>
                    <a:pt x="406" y="173"/>
                  </a:lnTo>
                  <a:lnTo>
                    <a:pt x="404" y="171"/>
                  </a:lnTo>
                  <a:lnTo>
                    <a:pt x="402" y="173"/>
                  </a:lnTo>
                  <a:lnTo>
                    <a:pt x="399" y="173"/>
                  </a:lnTo>
                  <a:lnTo>
                    <a:pt x="399" y="173"/>
                  </a:lnTo>
                  <a:lnTo>
                    <a:pt x="397" y="173"/>
                  </a:lnTo>
                  <a:lnTo>
                    <a:pt x="393" y="171"/>
                  </a:lnTo>
                  <a:lnTo>
                    <a:pt x="393" y="171"/>
                  </a:lnTo>
                  <a:lnTo>
                    <a:pt x="390" y="171"/>
                  </a:lnTo>
                  <a:lnTo>
                    <a:pt x="390" y="171"/>
                  </a:lnTo>
                  <a:lnTo>
                    <a:pt x="390" y="169"/>
                  </a:lnTo>
                  <a:lnTo>
                    <a:pt x="390" y="169"/>
                  </a:lnTo>
                  <a:lnTo>
                    <a:pt x="390" y="169"/>
                  </a:lnTo>
                  <a:lnTo>
                    <a:pt x="390" y="166"/>
                  </a:lnTo>
                  <a:lnTo>
                    <a:pt x="390" y="164"/>
                  </a:lnTo>
                  <a:lnTo>
                    <a:pt x="390" y="164"/>
                  </a:lnTo>
                  <a:lnTo>
                    <a:pt x="390" y="162"/>
                  </a:lnTo>
                  <a:lnTo>
                    <a:pt x="390" y="162"/>
                  </a:lnTo>
                  <a:lnTo>
                    <a:pt x="390" y="162"/>
                  </a:lnTo>
                  <a:lnTo>
                    <a:pt x="390" y="162"/>
                  </a:lnTo>
                  <a:lnTo>
                    <a:pt x="390" y="162"/>
                  </a:lnTo>
                  <a:lnTo>
                    <a:pt x="390" y="160"/>
                  </a:lnTo>
                  <a:lnTo>
                    <a:pt x="390" y="160"/>
                  </a:lnTo>
                  <a:lnTo>
                    <a:pt x="393" y="160"/>
                  </a:lnTo>
                  <a:lnTo>
                    <a:pt x="393" y="160"/>
                  </a:lnTo>
                  <a:lnTo>
                    <a:pt x="393" y="160"/>
                  </a:lnTo>
                  <a:lnTo>
                    <a:pt x="393" y="160"/>
                  </a:lnTo>
                  <a:lnTo>
                    <a:pt x="393" y="158"/>
                  </a:lnTo>
                  <a:lnTo>
                    <a:pt x="393" y="158"/>
                  </a:lnTo>
                  <a:lnTo>
                    <a:pt x="393" y="155"/>
                  </a:lnTo>
                  <a:lnTo>
                    <a:pt x="393" y="153"/>
                  </a:lnTo>
                  <a:lnTo>
                    <a:pt x="393" y="153"/>
                  </a:lnTo>
                  <a:lnTo>
                    <a:pt x="393" y="153"/>
                  </a:lnTo>
                  <a:lnTo>
                    <a:pt x="393" y="153"/>
                  </a:lnTo>
                  <a:lnTo>
                    <a:pt x="393" y="153"/>
                  </a:lnTo>
                  <a:lnTo>
                    <a:pt x="393" y="153"/>
                  </a:lnTo>
                  <a:lnTo>
                    <a:pt x="395" y="151"/>
                  </a:lnTo>
                  <a:lnTo>
                    <a:pt x="395" y="151"/>
                  </a:lnTo>
                  <a:lnTo>
                    <a:pt x="395" y="151"/>
                  </a:lnTo>
                  <a:lnTo>
                    <a:pt x="395" y="151"/>
                  </a:lnTo>
                  <a:lnTo>
                    <a:pt x="395" y="151"/>
                  </a:lnTo>
                  <a:lnTo>
                    <a:pt x="395" y="149"/>
                  </a:lnTo>
                  <a:lnTo>
                    <a:pt x="395" y="149"/>
                  </a:lnTo>
                  <a:lnTo>
                    <a:pt x="395" y="149"/>
                  </a:lnTo>
                  <a:lnTo>
                    <a:pt x="395" y="149"/>
                  </a:lnTo>
                  <a:lnTo>
                    <a:pt x="395" y="149"/>
                  </a:lnTo>
                  <a:lnTo>
                    <a:pt x="397" y="146"/>
                  </a:lnTo>
                  <a:lnTo>
                    <a:pt x="397" y="146"/>
                  </a:lnTo>
                  <a:lnTo>
                    <a:pt x="397" y="146"/>
                  </a:lnTo>
                  <a:lnTo>
                    <a:pt x="397" y="144"/>
                  </a:lnTo>
                  <a:lnTo>
                    <a:pt x="397" y="144"/>
                  </a:lnTo>
                  <a:lnTo>
                    <a:pt x="397" y="144"/>
                  </a:lnTo>
                  <a:lnTo>
                    <a:pt x="395" y="144"/>
                  </a:lnTo>
                  <a:lnTo>
                    <a:pt x="395" y="144"/>
                  </a:lnTo>
                  <a:lnTo>
                    <a:pt x="395" y="144"/>
                  </a:lnTo>
                  <a:lnTo>
                    <a:pt x="395" y="144"/>
                  </a:lnTo>
                  <a:lnTo>
                    <a:pt x="395" y="142"/>
                  </a:lnTo>
                  <a:lnTo>
                    <a:pt x="393" y="142"/>
                  </a:lnTo>
                  <a:lnTo>
                    <a:pt x="393" y="142"/>
                  </a:lnTo>
                  <a:lnTo>
                    <a:pt x="393" y="142"/>
                  </a:lnTo>
                  <a:lnTo>
                    <a:pt x="393" y="142"/>
                  </a:lnTo>
                  <a:lnTo>
                    <a:pt x="390" y="138"/>
                  </a:lnTo>
                  <a:lnTo>
                    <a:pt x="390" y="138"/>
                  </a:lnTo>
                  <a:lnTo>
                    <a:pt x="390" y="138"/>
                  </a:lnTo>
                  <a:lnTo>
                    <a:pt x="390" y="135"/>
                  </a:lnTo>
                  <a:lnTo>
                    <a:pt x="390" y="135"/>
                  </a:lnTo>
                  <a:lnTo>
                    <a:pt x="388" y="135"/>
                  </a:lnTo>
                  <a:lnTo>
                    <a:pt x="388" y="135"/>
                  </a:lnTo>
                  <a:lnTo>
                    <a:pt x="388" y="135"/>
                  </a:lnTo>
                  <a:lnTo>
                    <a:pt x="388" y="135"/>
                  </a:lnTo>
                  <a:lnTo>
                    <a:pt x="388" y="133"/>
                  </a:lnTo>
                  <a:lnTo>
                    <a:pt x="388" y="133"/>
                  </a:lnTo>
                  <a:lnTo>
                    <a:pt x="388" y="129"/>
                  </a:lnTo>
                  <a:lnTo>
                    <a:pt x="388" y="129"/>
                  </a:lnTo>
                  <a:lnTo>
                    <a:pt x="388" y="129"/>
                  </a:lnTo>
                  <a:lnTo>
                    <a:pt x="388" y="127"/>
                  </a:lnTo>
                  <a:lnTo>
                    <a:pt x="388" y="127"/>
                  </a:lnTo>
                  <a:lnTo>
                    <a:pt x="388" y="127"/>
                  </a:lnTo>
                  <a:lnTo>
                    <a:pt x="386" y="127"/>
                  </a:lnTo>
                  <a:lnTo>
                    <a:pt x="386" y="127"/>
                  </a:lnTo>
                  <a:lnTo>
                    <a:pt x="386" y="124"/>
                  </a:lnTo>
                  <a:lnTo>
                    <a:pt x="384" y="124"/>
                  </a:lnTo>
                  <a:lnTo>
                    <a:pt x="384" y="124"/>
                  </a:lnTo>
                  <a:lnTo>
                    <a:pt x="384" y="124"/>
                  </a:lnTo>
                  <a:lnTo>
                    <a:pt x="384" y="124"/>
                  </a:lnTo>
                  <a:lnTo>
                    <a:pt x="382" y="122"/>
                  </a:lnTo>
                  <a:lnTo>
                    <a:pt x="382" y="122"/>
                  </a:lnTo>
                  <a:lnTo>
                    <a:pt x="382" y="122"/>
                  </a:lnTo>
                  <a:lnTo>
                    <a:pt x="382" y="122"/>
                  </a:lnTo>
                  <a:lnTo>
                    <a:pt x="379" y="122"/>
                  </a:lnTo>
                  <a:lnTo>
                    <a:pt x="379" y="122"/>
                  </a:lnTo>
                  <a:lnTo>
                    <a:pt x="379" y="120"/>
                  </a:lnTo>
                  <a:lnTo>
                    <a:pt x="377" y="118"/>
                  </a:lnTo>
                  <a:lnTo>
                    <a:pt x="377" y="118"/>
                  </a:lnTo>
                  <a:lnTo>
                    <a:pt x="377" y="115"/>
                  </a:lnTo>
                  <a:lnTo>
                    <a:pt x="377" y="115"/>
                  </a:lnTo>
                  <a:lnTo>
                    <a:pt x="375" y="115"/>
                  </a:lnTo>
                  <a:lnTo>
                    <a:pt x="375" y="113"/>
                  </a:lnTo>
                  <a:lnTo>
                    <a:pt x="375" y="113"/>
                  </a:lnTo>
                  <a:lnTo>
                    <a:pt x="375" y="113"/>
                  </a:lnTo>
                  <a:lnTo>
                    <a:pt x="375" y="113"/>
                  </a:lnTo>
                  <a:lnTo>
                    <a:pt x="375" y="111"/>
                  </a:lnTo>
                  <a:lnTo>
                    <a:pt x="375" y="113"/>
                  </a:lnTo>
                  <a:lnTo>
                    <a:pt x="375" y="113"/>
                  </a:lnTo>
                  <a:lnTo>
                    <a:pt x="375" y="113"/>
                  </a:lnTo>
                  <a:lnTo>
                    <a:pt x="375" y="113"/>
                  </a:lnTo>
                  <a:lnTo>
                    <a:pt x="373" y="111"/>
                  </a:lnTo>
                  <a:lnTo>
                    <a:pt x="373" y="109"/>
                  </a:lnTo>
                  <a:lnTo>
                    <a:pt x="370" y="109"/>
                  </a:lnTo>
                  <a:lnTo>
                    <a:pt x="370" y="109"/>
                  </a:lnTo>
                  <a:lnTo>
                    <a:pt x="370" y="109"/>
                  </a:lnTo>
                  <a:lnTo>
                    <a:pt x="370" y="109"/>
                  </a:lnTo>
                  <a:lnTo>
                    <a:pt x="370" y="109"/>
                  </a:lnTo>
                  <a:lnTo>
                    <a:pt x="368" y="107"/>
                  </a:lnTo>
                  <a:lnTo>
                    <a:pt x="368" y="107"/>
                  </a:lnTo>
                  <a:lnTo>
                    <a:pt x="368" y="107"/>
                  </a:lnTo>
                  <a:lnTo>
                    <a:pt x="370" y="107"/>
                  </a:lnTo>
                  <a:lnTo>
                    <a:pt x="370" y="104"/>
                  </a:lnTo>
                  <a:lnTo>
                    <a:pt x="370" y="104"/>
                  </a:lnTo>
                  <a:lnTo>
                    <a:pt x="370" y="104"/>
                  </a:lnTo>
                  <a:lnTo>
                    <a:pt x="370" y="104"/>
                  </a:lnTo>
                  <a:lnTo>
                    <a:pt x="373" y="104"/>
                  </a:lnTo>
                  <a:lnTo>
                    <a:pt x="373" y="102"/>
                  </a:lnTo>
                  <a:lnTo>
                    <a:pt x="373" y="98"/>
                  </a:lnTo>
                  <a:lnTo>
                    <a:pt x="373" y="95"/>
                  </a:lnTo>
                  <a:lnTo>
                    <a:pt x="373" y="93"/>
                  </a:lnTo>
                  <a:lnTo>
                    <a:pt x="373" y="93"/>
                  </a:lnTo>
                  <a:lnTo>
                    <a:pt x="373" y="93"/>
                  </a:lnTo>
                  <a:lnTo>
                    <a:pt x="370" y="91"/>
                  </a:lnTo>
                  <a:lnTo>
                    <a:pt x="370" y="91"/>
                  </a:lnTo>
                  <a:lnTo>
                    <a:pt x="368" y="89"/>
                  </a:lnTo>
                  <a:lnTo>
                    <a:pt x="368" y="87"/>
                  </a:lnTo>
                  <a:lnTo>
                    <a:pt x="368" y="84"/>
                  </a:lnTo>
                  <a:lnTo>
                    <a:pt x="368" y="82"/>
                  </a:lnTo>
                  <a:lnTo>
                    <a:pt x="368" y="80"/>
                  </a:lnTo>
                  <a:lnTo>
                    <a:pt x="366" y="80"/>
                  </a:lnTo>
                  <a:lnTo>
                    <a:pt x="366" y="80"/>
                  </a:lnTo>
                  <a:lnTo>
                    <a:pt x="366" y="80"/>
                  </a:lnTo>
                  <a:lnTo>
                    <a:pt x="366" y="78"/>
                  </a:lnTo>
                  <a:lnTo>
                    <a:pt x="366" y="78"/>
                  </a:lnTo>
                  <a:lnTo>
                    <a:pt x="366" y="78"/>
                  </a:lnTo>
                  <a:lnTo>
                    <a:pt x="366" y="78"/>
                  </a:lnTo>
                  <a:lnTo>
                    <a:pt x="366" y="78"/>
                  </a:lnTo>
                  <a:lnTo>
                    <a:pt x="366" y="76"/>
                  </a:lnTo>
                  <a:lnTo>
                    <a:pt x="366" y="76"/>
                  </a:lnTo>
                  <a:lnTo>
                    <a:pt x="368" y="71"/>
                  </a:lnTo>
                  <a:lnTo>
                    <a:pt x="368" y="69"/>
                  </a:lnTo>
                  <a:lnTo>
                    <a:pt x="368" y="64"/>
                  </a:lnTo>
                  <a:lnTo>
                    <a:pt x="366" y="58"/>
                  </a:lnTo>
                  <a:lnTo>
                    <a:pt x="364" y="53"/>
                  </a:lnTo>
                  <a:lnTo>
                    <a:pt x="362" y="51"/>
                  </a:lnTo>
                  <a:lnTo>
                    <a:pt x="359" y="49"/>
                  </a:lnTo>
                  <a:lnTo>
                    <a:pt x="359" y="49"/>
                  </a:lnTo>
                  <a:lnTo>
                    <a:pt x="359" y="49"/>
                  </a:lnTo>
                  <a:lnTo>
                    <a:pt x="359" y="47"/>
                  </a:lnTo>
                  <a:lnTo>
                    <a:pt x="359" y="47"/>
                  </a:lnTo>
                  <a:lnTo>
                    <a:pt x="359" y="47"/>
                  </a:lnTo>
                  <a:lnTo>
                    <a:pt x="359" y="45"/>
                  </a:lnTo>
                  <a:lnTo>
                    <a:pt x="359" y="45"/>
                  </a:lnTo>
                  <a:lnTo>
                    <a:pt x="357" y="45"/>
                  </a:lnTo>
                  <a:lnTo>
                    <a:pt x="357" y="45"/>
                  </a:lnTo>
                  <a:lnTo>
                    <a:pt x="357" y="45"/>
                  </a:lnTo>
                  <a:lnTo>
                    <a:pt x="355" y="45"/>
                  </a:lnTo>
                  <a:lnTo>
                    <a:pt x="355" y="45"/>
                  </a:lnTo>
                  <a:lnTo>
                    <a:pt x="353" y="42"/>
                  </a:lnTo>
                  <a:lnTo>
                    <a:pt x="353" y="42"/>
                  </a:lnTo>
                  <a:lnTo>
                    <a:pt x="351" y="42"/>
                  </a:lnTo>
                  <a:lnTo>
                    <a:pt x="348" y="42"/>
                  </a:lnTo>
                  <a:lnTo>
                    <a:pt x="348" y="42"/>
                  </a:lnTo>
                  <a:lnTo>
                    <a:pt x="346" y="40"/>
                  </a:lnTo>
                  <a:lnTo>
                    <a:pt x="346" y="40"/>
                  </a:lnTo>
                  <a:lnTo>
                    <a:pt x="346" y="38"/>
                  </a:lnTo>
                  <a:lnTo>
                    <a:pt x="346" y="36"/>
                  </a:lnTo>
                  <a:lnTo>
                    <a:pt x="346" y="36"/>
                  </a:lnTo>
                  <a:lnTo>
                    <a:pt x="344" y="36"/>
                  </a:lnTo>
                  <a:lnTo>
                    <a:pt x="342" y="33"/>
                  </a:lnTo>
                  <a:lnTo>
                    <a:pt x="342" y="31"/>
                  </a:lnTo>
                  <a:lnTo>
                    <a:pt x="342" y="31"/>
                  </a:lnTo>
                  <a:lnTo>
                    <a:pt x="342" y="31"/>
                  </a:lnTo>
                  <a:lnTo>
                    <a:pt x="342" y="29"/>
                  </a:lnTo>
                  <a:lnTo>
                    <a:pt x="339" y="31"/>
                  </a:lnTo>
                  <a:lnTo>
                    <a:pt x="339" y="31"/>
                  </a:lnTo>
                  <a:lnTo>
                    <a:pt x="339" y="31"/>
                  </a:lnTo>
                  <a:lnTo>
                    <a:pt x="337" y="31"/>
                  </a:lnTo>
                  <a:lnTo>
                    <a:pt x="333" y="33"/>
                  </a:lnTo>
                  <a:lnTo>
                    <a:pt x="333" y="33"/>
                  </a:lnTo>
                  <a:lnTo>
                    <a:pt x="331" y="33"/>
                  </a:lnTo>
                  <a:lnTo>
                    <a:pt x="324" y="33"/>
                  </a:lnTo>
                  <a:lnTo>
                    <a:pt x="322" y="33"/>
                  </a:lnTo>
                  <a:lnTo>
                    <a:pt x="322" y="33"/>
                  </a:lnTo>
                  <a:lnTo>
                    <a:pt x="322" y="33"/>
                  </a:lnTo>
                  <a:lnTo>
                    <a:pt x="320" y="33"/>
                  </a:lnTo>
                  <a:lnTo>
                    <a:pt x="320" y="33"/>
                  </a:lnTo>
                  <a:lnTo>
                    <a:pt x="320" y="33"/>
                  </a:lnTo>
                  <a:lnTo>
                    <a:pt x="317" y="33"/>
                  </a:lnTo>
                  <a:lnTo>
                    <a:pt x="317" y="33"/>
                  </a:lnTo>
                  <a:lnTo>
                    <a:pt x="315" y="33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11" y="31"/>
                  </a:lnTo>
                  <a:lnTo>
                    <a:pt x="311" y="31"/>
                  </a:lnTo>
                  <a:lnTo>
                    <a:pt x="311" y="31"/>
                  </a:lnTo>
                  <a:lnTo>
                    <a:pt x="308" y="33"/>
                  </a:lnTo>
                  <a:lnTo>
                    <a:pt x="308" y="33"/>
                  </a:lnTo>
                  <a:lnTo>
                    <a:pt x="304" y="33"/>
                  </a:lnTo>
                  <a:lnTo>
                    <a:pt x="302" y="33"/>
                  </a:lnTo>
                  <a:lnTo>
                    <a:pt x="302" y="33"/>
                  </a:lnTo>
                  <a:lnTo>
                    <a:pt x="302" y="33"/>
                  </a:lnTo>
                  <a:lnTo>
                    <a:pt x="302" y="33"/>
                  </a:lnTo>
                  <a:lnTo>
                    <a:pt x="300" y="33"/>
                  </a:lnTo>
                  <a:lnTo>
                    <a:pt x="293" y="31"/>
                  </a:lnTo>
                  <a:lnTo>
                    <a:pt x="291" y="31"/>
                  </a:lnTo>
                  <a:lnTo>
                    <a:pt x="291" y="31"/>
                  </a:lnTo>
                  <a:lnTo>
                    <a:pt x="289" y="33"/>
                  </a:lnTo>
                  <a:lnTo>
                    <a:pt x="289" y="33"/>
                  </a:lnTo>
                  <a:lnTo>
                    <a:pt x="286" y="33"/>
                  </a:lnTo>
                  <a:lnTo>
                    <a:pt x="284" y="33"/>
                  </a:lnTo>
                  <a:lnTo>
                    <a:pt x="284" y="33"/>
                  </a:lnTo>
                  <a:lnTo>
                    <a:pt x="282" y="33"/>
                  </a:lnTo>
                  <a:lnTo>
                    <a:pt x="282" y="33"/>
                  </a:lnTo>
                  <a:lnTo>
                    <a:pt x="282" y="33"/>
                  </a:lnTo>
                  <a:lnTo>
                    <a:pt x="282" y="31"/>
                  </a:lnTo>
                  <a:lnTo>
                    <a:pt x="280" y="29"/>
                  </a:lnTo>
                  <a:lnTo>
                    <a:pt x="280" y="29"/>
                  </a:lnTo>
                  <a:lnTo>
                    <a:pt x="277" y="25"/>
                  </a:lnTo>
                  <a:lnTo>
                    <a:pt x="275" y="25"/>
                  </a:lnTo>
                  <a:lnTo>
                    <a:pt x="275" y="25"/>
                  </a:lnTo>
                  <a:lnTo>
                    <a:pt x="266" y="22"/>
                  </a:lnTo>
                  <a:lnTo>
                    <a:pt x="257" y="20"/>
                  </a:lnTo>
                  <a:lnTo>
                    <a:pt x="253" y="18"/>
                  </a:lnTo>
                  <a:lnTo>
                    <a:pt x="246" y="13"/>
                  </a:lnTo>
                  <a:lnTo>
                    <a:pt x="246" y="11"/>
                  </a:lnTo>
                  <a:lnTo>
                    <a:pt x="244" y="11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0" y="9"/>
                  </a:lnTo>
                  <a:lnTo>
                    <a:pt x="240" y="9"/>
                  </a:lnTo>
                  <a:lnTo>
                    <a:pt x="240" y="11"/>
                  </a:lnTo>
                  <a:lnTo>
                    <a:pt x="240" y="11"/>
                  </a:lnTo>
                  <a:lnTo>
                    <a:pt x="238" y="11"/>
                  </a:lnTo>
                  <a:lnTo>
                    <a:pt x="238" y="11"/>
                  </a:lnTo>
                  <a:lnTo>
                    <a:pt x="235" y="11"/>
                  </a:lnTo>
                  <a:lnTo>
                    <a:pt x="235" y="11"/>
                  </a:lnTo>
                  <a:lnTo>
                    <a:pt x="235" y="11"/>
                  </a:lnTo>
                  <a:lnTo>
                    <a:pt x="233" y="11"/>
                  </a:lnTo>
                  <a:lnTo>
                    <a:pt x="233" y="11"/>
                  </a:lnTo>
                  <a:lnTo>
                    <a:pt x="231" y="11"/>
                  </a:lnTo>
                  <a:lnTo>
                    <a:pt x="231" y="11"/>
                  </a:lnTo>
                  <a:lnTo>
                    <a:pt x="231" y="13"/>
                  </a:lnTo>
                  <a:lnTo>
                    <a:pt x="229" y="13"/>
                  </a:lnTo>
                  <a:lnTo>
                    <a:pt x="226" y="13"/>
                  </a:lnTo>
                  <a:lnTo>
                    <a:pt x="224" y="13"/>
                  </a:lnTo>
                  <a:lnTo>
                    <a:pt x="224" y="11"/>
                  </a:lnTo>
                  <a:lnTo>
                    <a:pt x="220" y="11"/>
                  </a:lnTo>
                  <a:lnTo>
                    <a:pt x="220" y="11"/>
                  </a:lnTo>
                  <a:lnTo>
                    <a:pt x="218" y="11"/>
                  </a:lnTo>
                  <a:lnTo>
                    <a:pt x="218" y="11"/>
                  </a:lnTo>
                  <a:lnTo>
                    <a:pt x="215" y="11"/>
                  </a:lnTo>
                  <a:lnTo>
                    <a:pt x="213" y="9"/>
                  </a:lnTo>
                  <a:lnTo>
                    <a:pt x="211" y="7"/>
                  </a:lnTo>
                  <a:lnTo>
                    <a:pt x="211" y="7"/>
                  </a:lnTo>
                  <a:lnTo>
                    <a:pt x="207" y="7"/>
                  </a:lnTo>
                  <a:lnTo>
                    <a:pt x="204" y="7"/>
                  </a:lnTo>
                  <a:lnTo>
                    <a:pt x="202" y="7"/>
                  </a:lnTo>
                  <a:lnTo>
                    <a:pt x="193" y="2"/>
                  </a:lnTo>
                  <a:lnTo>
                    <a:pt x="191" y="0"/>
                  </a:lnTo>
                  <a:lnTo>
                    <a:pt x="189" y="0"/>
                  </a:lnTo>
                  <a:lnTo>
                    <a:pt x="187" y="0"/>
                  </a:lnTo>
                  <a:lnTo>
                    <a:pt x="184" y="0"/>
                  </a:lnTo>
                  <a:lnTo>
                    <a:pt x="182" y="2"/>
                  </a:lnTo>
                  <a:lnTo>
                    <a:pt x="182" y="2"/>
                  </a:lnTo>
                  <a:lnTo>
                    <a:pt x="182" y="5"/>
                  </a:lnTo>
                  <a:lnTo>
                    <a:pt x="182" y="7"/>
                  </a:lnTo>
                  <a:lnTo>
                    <a:pt x="180" y="9"/>
                  </a:lnTo>
                  <a:lnTo>
                    <a:pt x="180" y="9"/>
                  </a:lnTo>
                  <a:lnTo>
                    <a:pt x="178" y="9"/>
                  </a:lnTo>
                  <a:lnTo>
                    <a:pt x="176" y="9"/>
                  </a:lnTo>
                  <a:lnTo>
                    <a:pt x="176" y="7"/>
                  </a:lnTo>
                  <a:lnTo>
                    <a:pt x="176" y="7"/>
                  </a:lnTo>
                  <a:lnTo>
                    <a:pt x="176" y="7"/>
                  </a:lnTo>
                  <a:lnTo>
                    <a:pt x="176" y="7"/>
                  </a:lnTo>
                  <a:lnTo>
                    <a:pt x="173" y="7"/>
                  </a:lnTo>
                  <a:lnTo>
                    <a:pt x="173" y="7"/>
                  </a:lnTo>
                  <a:lnTo>
                    <a:pt x="171" y="7"/>
                  </a:lnTo>
                  <a:lnTo>
                    <a:pt x="171" y="7"/>
                  </a:lnTo>
                  <a:lnTo>
                    <a:pt x="169" y="7"/>
                  </a:lnTo>
                  <a:lnTo>
                    <a:pt x="164" y="7"/>
                  </a:lnTo>
                  <a:lnTo>
                    <a:pt x="164" y="7"/>
                  </a:lnTo>
                  <a:lnTo>
                    <a:pt x="160" y="7"/>
                  </a:lnTo>
                  <a:lnTo>
                    <a:pt x="160" y="7"/>
                  </a:lnTo>
                  <a:lnTo>
                    <a:pt x="158" y="7"/>
                  </a:lnTo>
                  <a:lnTo>
                    <a:pt x="156" y="7"/>
                  </a:lnTo>
                  <a:lnTo>
                    <a:pt x="153" y="7"/>
                  </a:lnTo>
                  <a:lnTo>
                    <a:pt x="151" y="5"/>
                  </a:lnTo>
                  <a:lnTo>
                    <a:pt x="149" y="5"/>
                  </a:lnTo>
                  <a:lnTo>
                    <a:pt x="144" y="7"/>
                  </a:lnTo>
                  <a:lnTo>
                    <a:pt x="142" y="7"/>
                  </a:lnTo>
                  <a:lnTo>
                    <a:pt x="136" y="5"/>
                  </a:lnTo>
                  <a:lnTo>
                    <a:pt x="131" y="5"/>
                  </a:lnTo>
                  <a:lnTo>
                    <a:pt x="131" y="5"/>
                  </a:lnTo>
                  <a:lnTo>
                    <a:pt x="129" y="5"/>
                  </a:lnTo>
                  <a:lnTo>
                    <a:pt x="127" y="5"/>
                  </a:lnTo>
                  <a:lnTo>
                    <a:pt x="125" y="5"/>
                  </a:lnTo>
                  <a:lnTo>
                    <a:pt x="122" y="5"/>
                  </a:lnTo>
                  <a:lnTo>
                    <a:pt x="120" y="5"/>
                  </a:lnTo>
                  <a:lnTo>
                    <a:pt x="120" y="7"/>
                  </a:lnTo>
                  <a:lnTo>
                    <a:pt x="116" y="9"/>
                  </a:lnTo>
                  <a:lnTo>
                    <a:pt x="111" y="13"/>
                  </a:lnTo>
                  <a:lnTo>
                    <a:pt x="111" y="13"/>
                  </a:lnTo>
                  <a:lnTo>
                    <a:pt x="109" y="13"/>
                  </a:lnTo>
                  <a:lnTo>
                    <a:pt x="107" y="13"/>
                  </a:lnTo>
                  <a:lnTo>
                    <a:pt x="107" y="13"/>
                  </a:lnTo>
                  <a:lnTo>
                    <a:pt x="85" y="25"/>
                  </a:lnTo>
                  <a:lnTo>
                    <a:pt x="78" y="27"/>
                  </a:lnTo>
                  <a:lnTo>
                    <a:pt x="76" y="29"/>
                  </a:lnTo>
                  <a:lnTo>
                    <a:pt x="76" y="31"/>
                  </a:lnTo>
                  <a:lnTo>
                    <a:pt x="74" y="36"/>
                  </a:lnTo>
                  <a:lnTo>
                    <a:pt x="74" y="40"/>
                  </a:lnTo>
                  <a:lnTo>
                    <a:pt x="74" y="47"/>
                  </a:lnTo>
                  <a:lnTo>
                    <a:pt x="71" y="49"/>
                  </a:lnTo>
                  <a:lnTo>
                    <a:pt x="69" y="51"/>
                  </a:lnTo>
                  <a:lnTo>
                    <a:pt x="67" y="58"/>
                  </a:lnTo>
                  <a:lnTo>
                    <a:pt x="67" y="62"/>
                  </a:lnTo>
                  <a:lnTo>
                    <a:pt x="65" y="64"/>
                  </a:lnTo>
                  <a:lnTo>
                    <a:pt x="56" y="69"/>
                  </a:lnTo>
                  <a:lnTo>
                    <a:pt x="49" y="71"/>
                  </a:lnTo>
                  <a:lnTo>
                    <a:pt x="49" y="73"/>
                  </a:lnTo>
                  <a:lnTo>
                    <a:pt x="49" y="73"/>
                  </a:lnTo>
                  <a:lnTo>
                    <a:pt x="49" y="76"/>
                  </a:lnTo>
                  <a:lnTo>
                    <a:pt x="45" y="89"/>
                  </a:lnTo>
                  <a:lnTo>
                    <a:pt x="45" y="93"/>
                  </a:lnTo>
                  <a:lnTo>
                    <a:pt x="43" y="100"/>
                  </a:lnTo>
                  <a:lnTo>
                    <a:pt x="40" y="102"/>
                  </a:lnTo>
                  <a:lnTo>
                    <a:pt x="40" y="109"/>
                  </a:lnTo>
                  <a:lnTo>
                    <a:pt x="40" y="113"/>
                  </a:lnTo>
                  <a:lnTo>
                    <a:pt x="38" y="115"/>
                  </a:lnTo>
                  <a:lnTo>
                    <a:pt x="34" y="118"/>
                  </a:lnTo>
                  <a:lnTo>
                    <a:pt x="34" y="120"/>
                  </a:lnTo>
                  <a:lnTo>
                    <a:pt x="31" y="120"/>
                  </a:lnTo>
                  <a:lnTo>
                    <a:pt x="29" y="122"/>
                  </a:lnTo>
                  <a:lnTo>
                    <a:pt x="29" y="122"/>
                  </a:lnTo>
                  <a:lnTo>
                    <a:pt x="27" y="122"/>
                  </a:lnTo>
                  <a:lnTo>
                    <a:pt x="25" y="124"/>
                  </a:lnTo>
                  <a:lnTo>
                    <a:pt x="23" y="127"/>
                  </a:lnTo>
                  <a:lnTo>
                    <a:pt x="23" y="129"/>
                  </a:lnTo>
                  <a:lnTo>
                    <a:pt x="23" y="131"/>
                  </a:lnTo>
                  <a:lnTo>
                    <a:pt x="23" y="133"/>
                  </a:lnTo>
                  <a:lnTo>
                    <a:pt x="23" y="135"/>
                  </a:lnTo>
                  <a:lnTo>
                    <a:pt x="25" y="138"/>
                  </a:lnTo>
                  <a:lnTo>
                    <a:pt x="25" y="140"/>
                  </a:lnTo>
                  <a:lnTo>
                    <a:pt x="27" y="142"/>
                  </a:lnTo>
                  <a:lnTo>
                    <a:pt x="27" y="144"/>
                  </a:lnTo>
                  <a:lnTo>
                    <a:pt x="27" y="146"/>
                  </a:lnTo>
                  <a:lnTo>
                    <a:pt x="27" y="149"/>
                  </a:lnTo>
                  <a:lnTo>
                    <a:pt x="25" y="151"/>
                  </a:lnTo>
                  <a:lnTo>
                    <a:pt x="23" y="155"/>
                  </a:lnTo>
                  <a:lnTo>
                    <a:pt x="23" y="158"/>
                  </a:lnTo>
                  <a:lnTo>
                    <a:pt x="23" y="160"/>
                  </a:lnTo>
                  <a:lnTo>
                    <a:pt x="23" y="164"/>
                  </a:lnTo>
                  <a:lnTo>
                    <a:pt x="23" y="169"/>
                  </a:lnTo>
                  <a:lnTo>
                    <a:pt x="20" y="175"/>
                  </a:lnTo>
                  <a:lnTo>
                    <a:pt x="18" y="180"/>
                  </a:lnTo>
                  <a:lnTo>
                    <a:pt x="16" y="182"/>
                  </a:lnTo>
                  <a:lnTo>
                    <a:pt x="16" y="184"/>
                  </a:lnTo>
                  <a:lnTo>
                    <a:pt x="14" y="197"/>
                  </a:lnTo>
                  <a:lnTo>
                    <a:pt x="12" y="200"/>
                  </a:lnTo>
                  <a:lnTo>
                    <a:pt x="12" y="202"/>
                  </a:lnTo>
                  <a:lnTo>
                    <a:pt x="12" y="204"/>
                  </a:lnTo>
                  <a:lnTo>
                    <a:pt x="14" y="204"/>
                  </a:lnTo>
                  <a:lnTo>
                    <a:pt x="14" y="209"/>
                  </a:lnTo>
                  <a:lnTo>
                    <a:pt x="16" y="211"/>
                  </a:lnTo>
                  <a:lnTo>
                    <a:pt x="14" y="211"/>
                  </a:lnTo>
                  <a:lnTo>
                    <a:pt x="12" y="213"/>
                  </a:lnTo>
                  <a:lnTo>
                    <a:pt x="12" y="215"/>
                  </a:lnTo>
                  <a:lnTo>
                    <a:pt x="9" y="220"/>
                  </a:lnTo>
                  <a:lnTo>
                    <a:pt x="7" y="224"/>
                  </a:lnTo>
                  <a:lnTo>
                    <a:pt x="7" y="224"/>
                  </a:lnTo>
                  <a:lnTo>
                    <a:pt x="5" y="226"/>
                  </a:lnTo>
                  <a:lnTo>
                    <a:pt x="3" y="231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3" y="237"/>
                  </a:lnTo>
                  <a:lnTo>
                    <a:pt x="3" y="240"/>
                  </a:lnTo>
                  <a:lnTo>
                    <a:pt x="3" y="240"/>
                  </a:lnTo>
                  <a:lnTo>
                    <a:pt x="3" y="242"/>
                  </a:lnTo>
                  <a:lnTo>
                    <a:pt x="3" y="244"/>
                  </a:lnTo>
                  <a:lnTo>
                    <a:pt x="3" y="244"/>
                  </a:lnTo>
                  <a:lnTo>
                    <a:pt x="5" y="244"/>
                  </a:lnTo>
                  <a:lnTo>
                    <a:pt x="7" y="244"/>
                  </a:lnTo>
                  <a:lnTo>
                    <a:pt x="7" y="244"/>
                  </a:lnTo>
                  <a:lnTo>
                    <a:pt x="7" y="246"/>
                  </a:lnTo>
                  <a:lnTo>
                    <a:pt x="7" y="246"/>
                  </a:lnTo>
                  <a:lnTo>
                    <a:pt x="9" y="246"/>
                  </a:lnTo>
                  <a:lnTo>
                    <a:pt x="9" y="246"/>
                  </a:lnTo>
                  <a:lnTo>
                    <a:pt x="12" y="248"/>
                  </a:lnTo>
                  <a:lnTo>
                    <a:pt x="12" y="251"/>
                  </a:lnTo>
                  <a:lnTo>
                    <a:pt x="14" y="251"/>
                  </a:lnTo>
                  <a:lnTo>
                    <a:pt x="14" y="253"/>
                  </a:lnTo>
                  <a:lnTo>
                    <a:pt x="14" y="253"/>
                  </a:lnTo>
                  <a:lnTo>
                    <a:pt x="14" y="253"/>
                  </a:lnTo>
                  <a:lnTo>
                    <a:pt x="14" y="253"/>
                  </a:lnTo>
                  <a:lnTo>
                    <a:pt x="14" y="253"/>
                  </a:lnTo>
                  <a:lnTo>
                    <a:pt x="14" y="251"/>
                  </a:lnTo>
                  <a:lnTo>
                    <a:pt x="14" y="251"/>
                  </a:lnTo>
                  <a:lnTo>
                    <a:pt x="14" y="248"/>
                  </a:lnTo>
                  <a:lnTo>
                    <a:pt x="16" y="248"/>
                  </a:lnTo>
                  <a:lnTo>
                    <a:pt x="16" y="248"/>
                  </a:lnTo>
                  <a:lnTo>
                    <a:pt x="16" y="246"/>
                  </a:lnTo>
                  <a:lnTo>
                    <a:pt x="16" y="246"/>
                  </a:lnTo>
                  <a:lnTo>
                    <a:pt x="16" y="246"/>
                  </a:lnTo>
                  <a:lnTo>
                    <a:pt x="18" y="244"/>
                  </a:lnTo>
                  <a:lnTo>
                    <a:pt x="18" y="244"/>
                  </a:lnTo>
                  <a:lnTo>
                    <a:pt x="18" y="244"/>
                  </a:lnTo>
                  <a:lnTo>
                    <a:pt x="20" y="244"/>
                  </a:lnTo>
                  <a:lnTo>
                    <a:pt x="20" y="244"/>
                  </a:lnTo>
                  <a:lnTo>
                    <a:pt x="23" y="244"/>
                  </a:lnTo>
                  <a:lnTo>
                    <a:pt x="23" y="242"/>
                  </a:lnTo>
                  <a:lnTo>
                    <a:pt x="25" y="242"/>
                  </a:lnTo>
                  <a:lnTo>
                    <a:pt x="25" y="242"/>
                  </a:lnTo>
                  <a:lnTo>
                    <a:pt x="27" y="244"/>
                  </a:lnTo>
                  <a:lnTo>
                    <a:pt x="27" y="246"/>
                  </a:lnTo>
                  <a:lnTo>
                    <a:pt x="27" y="246"/>
                  </a:lnTo>
                  <a:lnTo>
                    <a:pt x="27" y="246"/>
                  </a:lnTo>
                  <a:lnTo>
                    <a:pt x="29" y="244"/>
                  </a:lnTo>
                  <a:lnTo>
                    <a:pt x="29" y="244"/>
                  </a:lnTo>
                  <a:lnTo>
                    <a:pt x="29" y="244"/>
                  </a:lnTo>
                  <a:lnTo>
                    <a:pt x="31" y="244"/>
                  </a:lnTo>
                  <a:lnTo>
                    <a:pt x="31" y="244"/>
                  </a:lnTo>
                  <a:lnTo>
                    <a:pt x="31" y="244"/>
                  </a:lnTo>
                  <a:lnTo>
                    <a:pt x="31" y="240"/>
                  </a:lnTo>
                  <a:lnTo>
                    <a:pt x="31" y="240"/>
                  </a:lnTo>
                  <a:lnTo>
                    <a:pt x="31" y="240"/>
                  </a:lnTo>
                  <a:lnTo>
                    <a:pt x="34" y="242"/>
                  </a:lnTo>
                  <a:lnTo>
                    <a:pt x="34" y="242"/>
                  </a:lnTo>
                  <a:lnTo>
                    <a:pt x="36" y="240"/>
                  </a:lnTo>
                  <a:lnTo>
                    <a:pt x="36" y="237"/>
                  </a:lnTo>
                  <a:lnTo>
                    <a:pt x="38" y="237"/>
                  </a:lnTo>
                  <a:lnTo>
                    <a:pt x="38" y="237"/>
                  </a:lnTo>
                  <a:lnTo>
                    <a:pt x="38" y="237"/>
                  </a:lnTo>
                  <a:lnTo>
                    <a:pt x="38" y="237"/>
                  </a:lnTo>
                  <a:lnTo>
                    <a:pt x="38" y="240"/>
                  </a:lnTo>
                  <a:lnTo>
                    <a:pt x="38" y="242"/>
                  </a:lnTo>
                  <a:lnTo>
                    <a:pt x="38" y="242"/>
                  </a:lnTo>
                  <a:lnTo>
                    <a:pt x="38" y="244"/>
                  </a:lnTo>
                  <a:lnTo>
                    <a:pt x="38" y="244"/>
                  </a:lnTo>
                  <a:lnTo>
                    <a:pt x="38" y="246"/>
                  </a:lnTo>
                  <a:lnTo>
                    <a:pt x="38" y="246"/>
                  </a:lnTo>
                  <a:lnTo>
                    <a:pt x="40" y="246"/>
                  </a:lnTo>
                  <a:lnTo>
                    <a:pt x="40" y="246"/>
                  </a:lnTo>
                  <a:lnTo>
                    <a:pt x="40" y="244"/>
                  </a:lnTo>
                  <a:lnTo>
                    <a:pt x="40" y="244"/>
                  </a:lnTo>
                  <a:lnTo>
                    <a:pt x="40" y="242"/>
                  </a:lnTo>
                  <a:lnTo>
                    <a:pt x="40" y="242"/>
                  </a:lnTo>
                  <a:lnTo>
                    <a:pt x="40" y="242"/>
                  </a:lnTo>
                  <a:lnTo>
                    <a:pt x="43" y="244"/>
                  </a:lnTo>
                  <a:lnTo>
                    <a:pt x="43" y="244"/>
                  </a:lnTo>
                  <a:lnTo>
                    <a:pt x="43" y="244"/>
                  </a:lnTo>
                  <a:lnTo>
                    <a:pt x="45" y="244"/>
                  </a:lnTo>
                  <a:lnTo>
                    <a:pt x="45" y="244"/>
                  </a:lnTo>
                  <a:lnTo>
                    <a:pt x="47" y="244"/>
                  </a:lnTo>
                  <a:lnTo>
                    <a:pt x="47" y="246"/>
                  </a:lnTo>
                  <a:lnTo>
                    <a:pt x="47" y="246"/>
                  </a:lnTo>
                  <a:lnTo>
                    <a:pt x="47" y="248"/>
                  </a:lnTo>
                  <a:lnTo>
                    <a:pt x="49" y="251"/>
                  </a:lnTo>
                  <a:lnTo>
                    <a:pt x="49" y="251"/>
                  </a:lnTo>
                  <a:lnTo>
                    <a:pt x="54" y="248"/>
                  </a:lnTo>
                  <a:lnTo>
                    <a:pt x="54" y="248"/>
                  </a:lnTo>
                  <a:lnTo>
                    <a:pt x="54" y="251"/>
                  </a:lnTo>
                  <a:lnTo>
                    <a:pt x="56" y="255"/>
                  </a:lnTo>
                  <a:lnTo>
                    <a:pt x="56" y="255"/>
                  </a:lnTo>
                  <a:lnTo>
                    <a:pt x="56" y="255"/>
                  </a:lnTo>
                  <a:lnTo>
                    <a:pt x="54" y="255"/>
                  </a:lnTo>
                  <a:lnTo>
                    <a:pt x="56" y="257"/>
                  </a:lnTo>
                  <a:lnTo>
                    <a:pt x="56" y="257"/>
                  </a:lnTo>
                  <a:lnTo>
                    <a:pt x="56" y="259"/>
                  </a:lnTo>
                  <a:lnTo>
                    <a:pt x="58" y="259"/>
                  </a:lnTo>
                  <a:lnTo>
                    <a:pt x="58" y="262"/>
                  </a:lnTo>
                  <a:lnTo>
                    <a:pt x="58" y="264"/>
                  </a:lnTo>
                  <a:lnTo>
                    <a:pt x="58" y="268"/>
                  </a:lnTo>
                  <a:lnTo>
                    <a:pt x="58" y="273"/>
                  </a:lnTo>
                  <a:lnTo>
                    <a:pt x="58" y="273"/>
                  </a:lnTo>
                  <a:lnTo>
                    <a:pt x="58" y="273"/>
                  </a:lnTo>
                  <a:lnTo>
                    <a:pt x="58" y="275"/>
                  </a:lnTo>
                  <a:lnTo>
                    <a:pt x="58" y="275"/>
                  </a:lnTo>
                  <a:lnTo>
                    <a:pt x="58" y="277"/>
                  </a:lnTo>
                  <a:lnTo>
                    <a:pt x="63" y="279"/>
                  </a:lnTo>
                  <a:lnTo>
                    <a:pt x="63" y="279"/>
                  </a:lnTo>
                  <a:lnTo>
                    <a:pt x="63" y="279"/>
                  </a:lnTo>
                  <a:lnTo>
                    <a:pt x="63" y="282"/>
                  </a:lnTo>
                  <a:lnTo>
                    <a:pt x="65" y="284"/>
                  </a:lnTo>
                  <a:lnTo>
                    <a:pt x="65" y="286"/>
                  </a:lnTo>
                  <a:lnTo>
                    <a:pt x="67" y="288"/>
                  </a:lnTo>
                  <a:lnTo>
                    <a:pt x="69" y="295"/>
                  </a:lnTo>
                  <a:lnTo>
                    <a:pt x="71" y="297"/>
                  </a:lnTo>
                  <a:lnTo>
                    <a:pt x="71" y="299"/>
                  </a:lnTo>
                  <a:lnTo>
                    <a:pt x="71" y="299"/>
                  </a:lnTo>
                  <a:lnTo>
                    <a:pt x="74" y="299"/>
                  </a:lnTo>
                  <a:lnTo>
                    <a:pt x="74" y="299"/>
                  </a:lnTo>
                  <a:lnTo>
                    <a:pt x="76" y="299"/>
                  </a:lnTo>
                  <a:lnTo>
                    <a:pt x="80" y="302"/>
                  </a:lnTo>
                  <a:lnTo>
                    <a:pt x="82" y="302"/>
                  </a:lnTo>
                  <a:lnTo>
                    <a:pt x="82" y="302"/>
                  </a:lnTo>
                  <a:lnTo>
                    <a:pt x="82" y="302"/>
                  </a:lnTo>
                  <a:lnTo>
                    <a:pt x="85" y="302"/>
                  </a:lnTo>
                  <a:lnTo>
                    <a:pt x="85" y="302"/>
                  </a:lnTo>
                  <a:lnTo>
                    <a:pt x="87" y="302"/>
                  </a:lnTo>
                  <a:lnTo>
                    <a:pt x="91" y="299"/>
                  </a:lnTo>
                  <a:lnTo>
                    <a:pt x="91" y="299"/>
                  </a:lnTo>
                  <a:lnTo>
                    <a:pt x="94" y="299"/>
                  </a:lnTo>
                  <a:lnTo>
                    <a:pt x="94" y="297"/>
                  </a:lnTo>
                  <a:lnTo>
                    <a:pt x="96" y="299"/>
                  </a:lnTo>
                  <a:lnTo>
                    <a:pt x="98" y="299"/>
                  </a:lnTo>
                  <a:lnTo>
                    <a:pt x="100" y="302"/>
                  </a:lnTo>
                  <a:lnTo>
                    <a:pt x="100" y="302"/>
                  </a:lnTo>
                  <a:lnTo>
                    <a:pt x="100" y="302"/>
                  </a:lnTo>
                  <a:lnTo>
                    <a:pt x="102" y="302"/>
                  </a:lnTo>
                  <a:lnTo>
                    <a:pt x="102" y="302"/>
                  </a:lnTo>
                  <a:lnTo>
                    <a:pt x="105" y="304"/>
                  </a:lnTo>
                  <a:lnTo>
                    <a:pt x="107" y="306"/>
                  </a:lnTo>
                  <a:lnTo>
                    <a:pt x="109" y="306"/>
                  </a:lnTo>
                  <a:lnTo>
                    <a:pt x="109" y="306"/>
                  </a:lnTo>
                  <a:lnTo>
                    <a:pt x="109" y="308"/>
                  </a:lnTo>
                  <a:lnTo>
                    <a:pt x="109" y="308"/>
                  </a:lnTo>
                  <a:lnTo>
                    <a:pt x="111" y="308"/>
                  </a:lnTo>
                  <a:lnTo>
                    <a:pt x="111" y="308"/>
                  </a:lnTo>
                  <a:lnTo>
                    <a:pt x="111" y="308"/>
                  </a:lnTo>
                  <a:lnTo>
                    <a:pt x="113" y="308"/>
                  </a:lnTo>
                  <a:lnTo>
                    <a:pt x="116" y="308"/>
                  </a:lnTo>
                  <a:lnTo>
                    <a:pt x="120" y="308"/>
                  </a:lnTo>
                  <a:lnTo>
                    <a:pt x="120" y="308"/>
                  </a:lnTo>
                  <a:lnTo>
                    <a:pt x="120" y="308"/>
                  </a:lnTo>
                  <a:lnTo>
                    <a:pt x="122" y="308"/>
                  </a:lnTo>
                  <a:lnTo>
                    <a:pt x="122" y="308"/>
                  </a:lnTo>
                  <a:lnTo>
                    <a:pt x="122" y="308"/>
                  </a:lnTo>
                  <a:lnTo>
                    <a:pt x="122" y="308"/>
                  </a:lnTo>
                  <a:lnTo>
                    <a:pt x="125" y="308"/>
                  </a:lnTo>
                  <a:lnTo>
                    <a:pt x="127" y="308"/>
                  </a:lnTo>
                  <a:lnTo>
                    <a:pt x="129" y="308"/>
                  </a:lnTo>
                  <a:lnTo>
                    <a:pt x="129" y="306"/>
                  </a:lnTo>
                  <a:lnTo>
                    <a:pt x="131" y="306"/>
                  </a:lnTo>
                  <a:lnTo>
                    <a:pt x="131" y="306"/>
                  </a:lnTo>
                  <a:lnTo>
                    <a:pt x="133" y="306"/>
                  </a:lnTo>
                  <a:lnTo>
                    <a:pt x="144" y="310"/>
                  </a:lnTo>
                  <a:lnTo>
                    <a:pt x="144" y="310"/>
                  </a:lnTo>
                  <a:lnTo>
                    <a:pt x="144" y="310"/>
                  </a:lnTo>
                  <a:lnTo>
                    <a:pt x="147" y="310"/>
                  </a:lnTo>
                  <a:lnTo>
                    <a:pt x="147" y="310"/>
                  </a:lnTo>
                  <a:lnTo>
                    <a:pt x="147" y="313"/>
                  </a:lnTo>
                  <a:lnTo>
                    <a:pt x="153" y="310"/>
                  </a:lnTo>
                  <a:lnTo>
                    <a:pt x="156" y="313"/>
                  </a:lnTo>
                  <a:lnTo>
                    <a:pt x="158" y="313"/>
                  </a:lnTo>
                  <a:lnTo>
                    <a:pt x="160" y="313"/>
                  </a:lnTo>
                  <a:lnTo>
                    <a:pt x="160" y="315"/>
                  </a:lnTo>
                  <a:lnTo>
                    <a:pt x="164" y="313"/>
                  </a:lnTo>
                  <a:lnTo>
                    <a:pt x="167" y="315"/>
                  </a:lnTo>
                  <a:lnTo>
                    <a:pt x="169" y="315"/>
                  </a:lnTo>
                  <a:lnTo>
                    <a:pt x="169" y="315"/>
                  </a:lnTo>
                  <a:lnTo>
                    <a:pt x="171" y="315"/>
                  </a:lnTo>
                  <a:lnTo>
                    <a:pt x="173" y="315"/>
                  </a:lnTo>
                  <a:lnTo>
                    <a:pt x="176" y="315"/>
                  </a:lnTo>
                  <a:lnTo>
                    <a:pt x="176" y="315"/>
                  </a:lnTo>
                  <a:lnTo>
                    <a:pt x="178" y="315"/>
                  </a:lnTo>
                  <a:lnTo>
                    <a:pt x="178" y="315"/>
                  </a:lnTo>
                  <a:lnTo>
                    <a:pt x="180" y="315"/>
                  </a:lnTo>
                  <a:lnTo>
                    <a:pt x="180" y="315"/>
                  </a:lnTo>
                  <a:lnTo>
                    <a:pt x="184" y="317"/>
                  </a:lnTo>
                  <a:lnTo>
                    <a:pt x="184" y="319"/>
                  </a:lnTo>
                  <a:lnTo>
                    <a:pt x="184" y="319"/>
                  </a:lnTo>
                  <a:lnTo>
                    <a:pt x="184" y="319"/>
                  </a:lnTo>
                  <a:lnTo>
                    <a:pt x="184" y="322"/>
                  </a:lnTo>
                  <a:lnTo>
                    <a:pt x="187" y="322"/>
                  </a:lnTo>
                  <a:lnTo>
                    <a:pt x="191" y="324"/>
                  </a:lnTo>
                  <a:lnTo>
                    <a:pt x="191" y="326"/>
                  </a:lnTo>
                  <a:lnTo>
                    <a:pt x="191" y="326"/>
                  </a:lnTo>
                  <a:lnTo>
                    <a:pt x="193" y="326"/>
                  </a:lnTo>
                  <a:lnTo>
                    <a:pt x="193" y="326"/>
                  </a:lnTo>
                  <a:lnTo>
                    <a:pt x="195" y="326"/>
                  </a:lnTo>
                  <a:lnTo>
                    <a:pt x="198" y="326"/>
                  </a:lnTo>
                  <a:lnTo>
                    <a:pt x="202" y="328"/>
                  </a:lnTo>
                  <a:lnTo>
                    <a:pt x="215" y="328"/>
                  </a:lnTo>
                  <a:lnTo>
                    <a:pt x="215" y="328"/>
                  </a:lnTo>
                  <a:lnTo>
                    <a:pt x="215" y="328"/>
                  </a:lnTo>
                  <a:lnTo>
                    <a:pt x="218" y="326"/>
                  </a:lnTo>
                  <a:lnTo>
                    <a:pt x="218" y="326"/>
                  </a:lnTo>
                  <a:lnTo>
                    <a:pt x="218" y="326"/>
                  </a:lnTo>
                  <a:lnTo>
                    <a:pt x="220" y="326"/>
                  </a:lnTo>
                  <a:lnTo>
                    <a:pt x="220" y="326"/>
                  </a:lnTo>
                  <a:lnTo>
                    <a:pt x="220" y="326"/>
                  </a:lnTo>
                  <a:lnTo>
                    <a:pt x="220" y="328"/>
                  </a:lnTo>
                  <a:lnTo>
                    <a:pt x="220" y="328"/>
                  </a:lnTo>
                  <a:lnTo>
                    <a:pt x="222" y="328"/>
                  </a:lnTo>
                  <a:lnTo>
                    <a:pt x="229" y="328"/>
                  </a:lnTo>
                  <a:lnTo>
                    <a:pt x="229" y="328"/>
                  </a:lnTo>
                  <a:lnTo>
                    <a:pt x="231" y="328"/>
                  </a:lnTo>
                  <a:lnTo>
                    <a:pt x="231" y="328"/>
                  </a:lnTo>
                  <a:lnTo>
                    <a:pt x="231" y="328"/>
                  </a:lnTo>
                  <a:lnTo>
                    <a:pt x="231" y="328"/>
                  </a:lnTo>
                  <a:lnTo>
                    <a:pt x="231" y="328"/>
                  </a:lnTo>
                  <a:lnTo>
                    <a:pt x="231" y="330"/>
                  </a:lnTo>
                  <a:lnTo>
                    <a:pt x="231" y="330"/>
                  </a:lnTo>
                  <a:lnTo>
                    <a:pt x="231" y="330"/>
                  </a:lnTo>
                  <a:lnTo>
                    <a:pt x="231" y="330"/>
                  </a:lnTo>
                  <a:lnTo>
                    <a:pt x="231" y="330"/>
                  </a:lnTo>
                  <a:lnTo>
                    <a:pt x="233" y="330"/>
                  </a:lnTo>
                  <a:lnTo>
                    <a:pt x="233" y="333"/>
                  </a:lnTo>
                  <a:lnTo>
                    <a:pt x="233" y="333"/>
                  </a:lnTo>
                  <a:lnTo>
                    <a:pt x="233" y="333"/>
                  </a:lnTo>
                  <a:lnTo>
                    <a:pt x="235" y="335"/>
                  </a:lnTo>
                  <a:lnTo>
                    <a:pt x="235" y="335"/>
                  </a:lnTo>
                  <a:lnTo>
                    <a:pt x="235" y="335"/>
                  </a:lnTo>
                  <a:lnTo>
                    <a:pt x="235" y="337"/>
                  </a:lnTo>
                  <a:lnTo>
                    <a:pt x="235" y="335"/>
                  </a:lnTo>
                  <a:lnTo>
                    <a:pt x="238" y="335"/>
                  </a:lnTo>
                  <a:lnTo>
                    <a:pt x="238" y="335"/>
                  </a:lnTo>
                  <a:lnTo>
                    <a:pt x="238" y="335"/>
                  </a:lnTo>
                  <a:lnTo>
                    <a:pt x="238" y="333"/>
                  </a:lnTo>
                  <a:lnTo>
                    <a:pt x="242" y="333"/>
                  </a:lnTo>
                  <a:lnTo>
                    <a:pt x="244" y="333"/>
                  </a:lnTo>
                  <a:lnTo>
                    <a:pt x="244" y="333"/>
                  </a:lnTo>
                  <a:lnTo>
                    <a:pt x="246" y="333"/>
                  </a:lnTo>
                  <a:lnTo>
                    <a:pt x="249" y="330"/>
                  </a:lnTo>
                  <a:lnTo>
                    <a:pt x="249" y="328"/>
                  </a:lnTo>
                  <a:lnTo>
                    <a:pt x="249" y="326"/>
                  </a:lnTo>
                  <a:lnTo>
                    <a:pt x="249" y="326"/>
                  </a:lnTo>
                  <a:lnTo>
                    <a:pt x="249" y="326"/>
                  </a:lnTo>
                  <a:lnTo>
                    <a:pt x="249" y="32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46" y="317"/>
                  </a:lnTo>
                  <a:lnTo>
                    <a:pt x="246" y="317"/>
                  </a:lnTo>
                  <a:lnTo>
                    <a:pt x="246" y="317"/>
                  </a:lnTo>
                  <a:lnTo>
                    <a:pt x="246" y="317"/>
                  </a:lnTo>
                  <a:lnTo>
                    <a:pt x="246" y="315"/>
                  </a:lnTo>
                  <a:lnTo>
                    <a:pt x="244" y="315"/>
                  </a:lnTo>
                  <a:lnTo>
                    <a:pt x="244" y="315"/>
                  </a:lnTo>
                  <a:lnTo>
                    <a:pt x="244" y="315"/>
                  </a:lnTo>
                  <a:lnTo>
                    <a:pt x="244" y="313"/>
                  </a:lnTo>
                  <a:lnTo>
                    <a:pt x="246" y="313"/>
                  </a:lnTo>
                  <a:lnTo>
                    <a:pt x="246" y="313"/>
                  </a:lnTo>
                  <a:lnTo>
                    <a:pt x="246" y="310"/>
                  </a:lnTo>
                  <a:lnTo>
                    <a:pt x="246" y="310"/>
                  </a:lnTo>
                  <a:lnTo>
                    <a:pt x="249" y="310"/>
                  </a:lnTo>
                  <a:lnTo>
                    <a:pt x="249" y="308"/>
                  </a:lnTo>
                  <a:lnTo>
                    <a:pt x="249" y="308"/>
                  </a:lnTo>
                  <a:lnTo>
                    <a:pt x="249" y="306"/>
                  </a:lnTo>
                  <a:lnTo>
                    <a:pt x="249" y="306"/>
                  </a:lnTo>
                  <a:lnTo>
                    <a:pt x="249" y="306"/>
                  </a:lnTo>
                  <a:lnTo>
                    <a:pt x="251" y="306"/>
                  </a:lnTo>
                  <a:lnTo>
                    <a:pt x="251" y="304"/>
                  </a:lnTo>
                  <a:lnTo>
                    <a:pt x="251" y="304"/>
                  </a:lnTo>
                  <a:lnTo>
                    <a:pt x="253" y="304"/>
                  </a:lnTo>
                  <a:lnTo>
                    <a:pt x="257" y="302"/>
                  </a:lnTo>
                  <a:lnTo>
                    <a:pt x="257" y="302"/>
                  </a:lnTo>
                  <a:lnTo>
                    <a:pt x="257" y="302"/>
                  </a:lnTo>
                  <a:lnTo>
                    <a:pt x="257" y="302"/>
                  </a:lnTo>
                  <a:lnTo>
                    <a:pt x="260" y="299"/>
                  </a:lnTo>
                  <a:lnTo>
                    <a:pt x="260" y="299"/>
                  </a:lnTo>
                  <a:lnTo>
                    <a:pt x="260" y="297"/>
                  </a:lnTo>
                  <a:lnTo>
                    <a:pt x="262" y="297"/>
                  </a:lnTo>
                  <a:lnTo>
                    <a:pt x="262" y="297"/>
                  </a:lnTo>
                  <a:lnTo>
                    <a:pt x="262" y="297"/>
                  </a:lnTo>
                  <a:lnTo>
                    <a:pt x="262" y="297"/>
                  </a:lnTo>
                  <a:lnTo>
                    <a:pt x="262" y="299"/>
                  </a:lnTo>
                  <a:lnTo>
                    <a:pt x="262" y="299"/>
                  </a:lnTo>
                  <a:lnTo>
                    <a:pt x="264" y="299"/>
                  </a:lnTo>
                  <a:lnTo>
                    <a:pt x="264" y="299"/>
                  </a:lnTo>
                  <a:lnTo>
                    <a:pt x="264" y="297"/>
                  </a:lnTo>
                  <a:lnTo>
                    <a:pt x="266" y="297"/>
                  </a:lnTo>
                  <a:lnTo>
                    <a:pt x="266" y="297"/>
                  </a:lnTo>
                  <a:lnTo>
                    <a:pt x="266" y="297"/>
                  </a:lnTo>
                  <a:lnTo>
                    <a:pt x="266" y="297"/>
                  </a:lnTo>
                  <a:lnTo>
                    <a:pt x="266" y="297"/>
                  </a:lnTo>
                  <a:lnTo>
                    <a:pt x="266" y="299"/>
                  </a:lnTo>
                  <a:lnTo>
                    <a:pt x="269" y="299"/>
                  </a:lnTo>
                  <a:lnTo>
                    <a:pt x="269" y="299"/>
                  </a:lnTo>
                  <a:lnTo>
                    <a:pt x="269" y="299"/>
                  </a:lnTo>
                  <a:lnTo>
                    <a:pt x="269" y="299"/>
                  </a:lnTo>
                  <a:lnTo>
                    <a:pt x="269" y="299"/>
                  </a:lnTo>
                  <a:lnTo>
                    <a:pt x="271" y="299"/>
                  </a:lnTo>
                  <a:lnTo>
                    <a:pt x="271" y="299"/>
                  </a:lnTo>
                  <a:lnTo>
                    <a:pt x="271" y="299"/>
                  </a:lnTo>
                  <a:lnTo>
                    <a:pt x="271" y="299"/>
                  </a:lnTo>
                  <a:lnTo>
                    <a:pt x="273" y="299"/>
                  </a:lnTo>
                  <a:lnTo>
                    <a:pt x="273" y="299"/>
                  </a:lnTo>
                  <a:lnTo>
                    <a:pt x="273" y="299"/>
                  </a:lnTo>
                  <a:lnTo>
                    <a:pt x="273" y="299"/>
                  </a:lnTo>
                  <a:lnTo>
                    <a:pt x="273" y="299"/>
                  </a:lnTo>
                  <a:lnTo>
                    <a:pt x="273" y="302"/>
                  </a:lnTo>
                  <a:lnTo>
                    <a:pt x="273" y="302"/>
                  </a:lnTo>
                  <a:lnTo>
                    <a:pt x="273" y="302"/>
                  </a:lnTo>
                  <a:lnTo>
                    <a:pt x="273" y="302"/>
                  </a:lnTo>
                  <a:lnTo>
                    <a:pt x="275" y="302"/>
                  </a:lnTo>
                  <a:lnTo>
                    <a:pt x="275" y="299"/>
                  </a:lnTo>
                  <a:lnTo>
                    <a:pt x="275" y="299"/>
                  </a:lnTo>
                  <a:lnTo>
                    <a:pt x="275" y="299"/>
                  </a:lnTo>
                  <a:lnTo>
                    <a:pt x="275" y="299"/>
                  </a:lnTo>
                  <a:lnTo>
                    <a:pt x="277" y="299"/>
                  </a:lnTo>
                  <a:lnTo>
                    <a:pt x="277" y="299"/>
                  </a:lnTo>
                  <a:lnTo>
                    <a:pt x="277" y="299"/>
                  </a:lnTo>
                  <a:lnTo>
                    <a:pt x="277" y="299"/>
                  </a:lnTo>
                  <a:lnTo>
                    <a:pt x="277" y="299"/>
                  </a:lnTo>
                  <a:lnTo>
                    <a:pt x="280" y="299"/>
                  </a:lnTo>
                  <a:lnTo>
                    <a:pt x="282" y="297"/>
                  </a:lnTo>
                  <a:lnTo>
                    <a:pt x="282" y="297"/>
                  </a:lnTo>
                  <a:lnTo>
                    <a:pt x="282" y="297"/>
                  </a:lnTo>
                  <a:lnTo>
                    <a:pt x="284" y="297"/>
                  </a:lnTo>
                  <a:lnTo>
                    <a:pt x="284" y="297"/>
                  </a:lnTo>
                  <a:lnTo>
                    <a:pt x="284" y="297"/>
                  </a:lnTo>
                  <a:lnTo>
                    <a:pt x="284" y="297"/>
                  </a:lnTo>
                  <a:lnTo>
                    <a:pt x="286" y="297"/>
                  </a:lnTo>
                  <a:lnTo>
                    <a:pt x="286" y="297"/>
                  </a:lnTo>
                  <a:lnTo>
                    <a:pt x="286" y="297"/>
                  </a:lnTo>
                  <a:lnTo>
                    <a:pt x="286" y="297"/>
                  </a:lnTo>
                  <a:lnTo>
                    <a:pt x="286" y="295"/>
                  </a:lnTo>
                  <a:lnTo>
                    <a:pt x="286" y="295"/>
                  </a:lnTo>
                  <a:lnTo>
                    <a:pt x="289" y="293"/>
                  </a:lnTo>
                  <a:lnTo>
                    <a:pt x="291" y="291"/>
                  </a:lnTo>
                  <a:lnTo>
                    <a:pt x="291" y="291"/>
                  </a:lnTo>
                  <a:lnTo>
                    <a:pt x="291" y="288"/>
                  </a:lnTo>
                  <a:lnTo>
                    <a:pt x="293" y="284"/>
                  </a:lnTo>
                  <a:lnTo>
                    <a:pt x="293" y="284"/>
                  </a:lnTo>
                  <a:lnTo>
                    <a:pt x="293" y="284"/>
                  </a:lnTo>
                  <a:lnTo>
                    <a:pt x="295" y="284"/>
                  </a:lnTo>
                  <a:lnTo>
                    <a:pt x="297" y="282"/>
                  </a:lnTo>
                  <a:lnTo>
                    <a:pt x="297" y="282"/>
                  </a:lnTo>
                  <a:lnTo>
                    <a:pt x="300" y="282"/>
                  </a:lnTo>
                  <a:lnTo>
                    <a:pt x="300" y="282"/>
                  </a:lnTo>
                  <a:lnTo>
                    <a:pt x="300" y="282"/>
                  </a:lnTo>
                  <a:lnTo>
                    <a:pt x="297" y="282"/>
                  </a:lnTo>
                  <a:lnTo>
                    <a:pt x="297" y="279"/>
                  </a:lnTo>
                  <a:lnTo>
                    <a:pt x="297" y="279"/>
                  </a:lnTo>
                  <a:lnTo>
                    <a:pt x="297" y="279"/>
                  </a:lnTo>
                  <a:lnTo>
                    <a:pt x="295" y="279"/>
                  </a:lnTo>
                  <a:lnTo>
                    <a:pt x="297" y="279"/>
                  </a:lnTo>
                  <a:lnTo>
                    <a:pt x="297" y="279"/>
                  </a:lnTo>
                  <a:lnTo>
                    <a:pt x="297" y="279"/>
                  </a:lnTo>
                  <a:lnTo>
                    <a:pt x="297" y="279"/>
                  </a:lnTo>
                  <a:lnTo>
                    <a:pt x="300" y="279"/>
                  </a:lnTo>
                  <a:lnTo>
                    <a:pt x="300" y="279"/>
                  </a:lnTo>
                  <a:lnTo>
                    <a:pt x="300" y="279"/>
                  </a:lnTo>
                  <a:lnTo>
                    <a:pt x="304" y="279"/>
                  </a:lnTo>
                  <a:lnTo>
                    <a:pt x="306" y="282"/>
                  </a:lnTo>
                  <a:lnTo>
                    <a:pt x="306" y="282"/>
                  </a:lnTo>
                  <a:lnTo>
                    <a:pt x="306" y="282"/>
                  </a:lnTo>
                  <a:lnTo>
                    <a:pt x="306" y="282"/>
                  </a:lnTo>
                  <a:lnTo>
                    <a:pt x="306" y="282"/>
                  </a:lnTo>
                  <a:lnTo>
                    <a:pt x="308" y="282"/>
                  </a:lnTo>
                  <a:lnTo>
                    <a:pt x="308" y="284"/>
                  </a:lnTo>
                  <a:lnTo>
                    <a:pt x="308" y="284"/>
                  </a:lnTo>
                  <a:lnTo>
                    <a:pt x="311" y="284"/>
                  </a:lnTo>
                  <a:lnTo>
                    <a:pt x="311" y="284"/>
                  </a:lnTo>
                  <a:lnTo>
                    <a:pt x="311" y="284"/>
                  </a:lnTo>
                  <a:lnTo>
                    <a:pt x="313" y="284"/>
                  </a:lnTo>
                  <a:lnTo>
                    <a:pt x="313" y="284"/>
                  </a:lnTo>
                  <a:lnTo>
                    <a:pt x="313" y="284"/>
                  </a:lnTo>
                  <a:lnTo>
                    <a:pt x="313" y="284"/>
                  </a:lnTo>
                  <a:lnTo>
                    <a:pt x="313" y="286"/>
                  </a:lnTo>
                  <a:lnTo>
                    <a:pt x="313" y="286"/>
                  </a:lnTo>
                  <a:lnTo>
                    <a:pt x="313" y="286"/>
                  </a:lnTo>
                  <a:lnTo>
                    <a:pt x="313" y="288"/>
                  </a:lnTo>
                  <a:lnTo>
                    <a:pt x="315" y="288"/>
                  </a:lnTo>
                  <a:lnTo>
                    <a:pt x="315" y="288"/>
                  </a:lnTo>
                  <a:lnTo>
                    <a:pt x="315" y="288"/>
                  </a:lnTo>
                  <a:lnTo>
                    <a:pt x="315" y="286"/>
                  </a:lnTo>
                  <a:lnTo>
                    <a:pt x="315" y="286"/>
                  </a:lnTo>
                  <a:lnTo>
                    <a:pt x="315" y="286"/>
                  </a:lnTo>
                  <a:lnTo>
                    <a:pt x="315" y="286"/>
                  </a:lnTo>
                  <a:lnTo>
                    <a:pt x="315" y="286"/>
                  </a:lnTo>
                  <a:lnTo>
                    <a:pt x="315" y="284"/>
                  </a:lnTo>
                  <a:lnTo>
                    <a:pt x="315" y="284"/>
                  </a:lnTo>
                  <a:lnTo>
                    <a:pt x="315" y="284"/>
                  </a:lnTo>
                  <a:lnTo>
                    <a:pt x="317" y="284"/>
                  </a:lnTo>
                  <a:lnTo>
                    <a:pt x="317" y="284"/>
                  </a:lnTo>
                  <a:lnTo>
                    <a:pt x="317" y="282"/>
                  </a:lnTo>
                  <a:lnTo>
                    <a:pt x="317" y="282"/>
                  </a:lnTo>
                  <a:lnTo>
                    <a:pt x="320" y="282"/>
                  </a:lnTo>
                  <a:lnTo>
                    <a:pt x="320" y="282"/>
                  </a:lnTo>
                  <a:lnTo>
                    <a:pt x="322" y="282"/>
                  </a:lnTo>
                  <a:lnTo>
                    <a:pt x="322" y="282"/>
                  </a:lnTo>
                  <a:lnTo>
                    <a:pt x="324" y="282"/>
                  </a:lnTo>
                  <a:lnTo>
                    <a:pt x="324" y="282"/>
                  </a:lnTo>
                  <a:lnTo>
                    <a:pt x="324" y="282"/>
                  </a:lnTo>
                  <a:lnTo>
                    <a:pt x="324" y="282"/>
                  </a:lnTo>
                  <a:lnTo>
                    <a:pt x="326" y="284"/>
                  </a:lnTo>
                  <a:lnTo>
                    <a:pt x="326" y="284"/>
                  </a:lnTo>
                  <a:lnTo>
                    <a:pt x="326" y="284"/>
                  </a:lnTo>
                  <a:lnTo>
                    <a:pt x="328" y="282"/>
                  </a:lnTo>
                  <a:lnTo>
                    <a:pt x="328" y="282"/>
                  </a:lnTo>
                  <a:lnTo>
                    <a:pt x="331" y="282"/>
                  </a:lnTo>
                  <a:lnTo>
                    <a:pt x="337" y="282"/>
                  </a:lnTo>
                  <a:lnTo>
                    <a:pt x="339" y="282"/>
                  </a:lnTo>
                  <a:lnTo>
                    <a:pt x="339" y="279"/>
                  </a:lnTo>
                  <a:lnTo>
                    <a:pt x="339" y="279"/>
                  </a:lnTo>
                  <a:lnTo>
                    <a:pt x="342" y="279"/>
                  </a:lnTo>
                  <a:lnTo>
                    <a:pt x="344" y="279"/>
                  </a:lnTo>
                  <a:lnTo>
                    <a:pt x="344" y="279"/>
                  </a:lnTo>
                  <a:lnTo>
                    <a:pt x="344" y="279"/>
                  </a:lnTo>
                  <a:lnTo>
                    <a:pt x="344" y="279"/>
                  </a:lnTo>
                  <a:lnTo>
                    <a:pt x="346" y="282"/>
                  </a:lnTo>
                  <a:lnTo>
                    <a:pt x="346" y="282"/>
                  </a:lnTo>
                  <a:lnTo>
                    <a:pt x="346" y="282"/>
                  </a:lnTo>
                  <a:lnTo>
                    <a:pt x="348" y="282"/>
                  </a:lnTo>
                  <a:lnTo>
                    <a:pt x="348" y="282"/>
                  </a:lnTo>
                  <a:lnTo>
                    <a:pt x="351" y="282"/>
                  </a:lnTo>
                  <a:lnTo>
                    <a:pt x="351" y="284"/>
                  </a:lnTo>
                  <a:lnTo>
                    <a:pt x="351" y="284"/>
                  </a:lnTo>
                  <a:lnTo>
                    <a:pt x="353" y="284"/>
                  </a:lnTo>
                  <a:lnTo>
                    <a:pt x="353" y="286"/>
                  </a:lnTo>
                  <a:lnTo>
                    <a:pt x="357" y="288"/>
                  </a:lnTo>
                  <a:lnTo>
                    <a:pt x="359" y="291"/>
                  </a:lnTo>
                  <a:lnTo>
                    <a:pt x="359" y="291"/>
                  </a:lnTo>
                  <a:lnTo>
                    <a:pt x="359" y="291"/>
                  </a:lnTo>
                  <a:lnTo>
                    <a:pt x="359" y="293"/>
                  </a:lnTo>
                  <a:lnTo>
                    <a:pt x="364" y="295"/>
                  </a:lnTo>
                  <a:lnTo>
                    <a:pt x="370" y="297"/>
                  </a:lnTo>
                  <a:lnTo>
                    <a:pt x="370" y="297"/>
                  </a:lnTo>
                  <a:lnTo>
                    <a:pt x="373" y="297"/>
                  </a:lnTo>
                  <a:lnTo>
                    <a:pt x="375" y="297"/>
                  </a:lnTo>
                  <a:lnTo>
                    <a:pt x="377" y="297"/>
                  </a:lnTo>
                  <a:lnTo>
                    <a:pt x="377" y="295"/>
                  </a:lnTo>
                  <a:lnTo>
                    <a:pt x="379" y="295"/>
                  </a:lnTo>
                  <a:lnTo>
                    <a:pt x="379" y="293"/>
                  </a:lnTo>
                  <a:lnTo>
                    <a:pt x="379" y="293"/>
                  </a:lnTo>
                  <a:lnTo>
                    <a:pt x="379" y="293"/>
                  </a:lnTo>
                  <a:lnTo>
                    <a:pt x="379" y="293"/>
                  </a:lnTo>
                  <a:lnTo>
                    <a:pt x="382" y="293"/>
                  </a:lnTo>
                  <a:lnTo>
                    <a:pt x="382" y="293"/>
                  </a:lnTo>
                  <a:lnTo>
                    <a:pt x="386" y="291"/>
                  </a:lnTo>
                  <a:lnTo>
                    <a:pt x="393" y="288"/>
                  </a:lnTo>
                  <a:lnTo>
                    <a:pt x="393" y="286"/>
                  </a:lnTo>
                  <a:lnTo>
                    <a:pt x="393" y="286"/>
                  </a:lnTo>
                  <a:lnTo>
                    <a:pt x="395" y="284"/>
                  </a:lnTo>
                  <a:lnTo>
                    <a:pt x="395" y="282"/>
                  </a:lnTo>
                  <a:lnTo>
                    <a:pt x="397" y="282"/>
                  </a:lnTo>
                  <a:lnTo>
                    <a:pt x="399" y="279"/>
                  </a:lnTo>
                  <a:lnTo>
                    <a:pt x="402" y="279"/>
                  </a:lnTo>
                  <a:lnTo>
                    <a:pt x="404" y="279"/>
                  </a:lnTo>
                  <a:lnTo>
                    <a:pt x="404" y="279"/>
                  </a:lnTo>
                  <a:lnTo>
                    <a:pt x="404" y="279"/>
                  </a:lnTo>
                  <a:lnTo>
                    <a:pt x="404" y="279"/>
                  </a:lnTo>
                  <a:lnTo>
                    <a:pt x="404" y="279"/>
                  </a:lnTo>
                  <a:lnTo>
                    <a:pt x="404" y="277"/>
                  </a:lnTo>
                  <a:lnTo>
                    <a:pt x="404" y="277"/>
                  </a:lnTo>
                  <a:lnTo>
                    <a:pt x="406" y="277"/>
                  </a:lnTo>
                  <a:lnTo>
                    <a:pt x="406" y="277"/>
                  </a:lnTo>
                  <a:lnTo>
                    <a:pt x="406" y="277"/>
                  </a:lnTo>
                  <a:lnTo>
                    <a:pt x="406" y="279"/>
                  </a:lnTo>
                  <a:lnTo>
                    <a:pt x="406" y="279"/>
                  </a:lnTo>
                  <a:lnTo>
                    <a:pt x="406" y="279"/>
                  </a:lnTo>
                  <a:lnTo>
                    <a:pt x="406" y="279"/>
                  </a:lnTo>
                  <a:lnTo>
                    <a:pt x="406" y="279"/>
                  </a:lnTo>
                  <a:lnTo>
                    <a:pt x="406" y="279"/>
                  </a:lnTo>
                  <a:lnTo>
                    <a:pt x="406" y="279"/>
                  </a:lnTo>
                  <a:lnTo>
                    <a:pt x="406" y="279"/>
                  </a:lnTo>
                  <a:lnTo>
                    <a:pt x="408" y="279"/>
                  </a:lnTo>
                  <a:lnTo>
                    <a:pt x="408" y="279"/>
                  </a:lnTo>
                  <a:lnTo>
                    <a:pt x="410" y="279"/>
                  </a:lnTo>
                  <a:lnTo>
                    <a:pt x="410" y="279"/>
                  </a:lnTo>
                  <a:lnTo>
                    <a:pt x="410" y="279"/>
                  </a:lnTo>
                  <a:lnTo>
                    <a:pt x="410" y="279"/>
                  </a:lnTo>
                  <a:lnTo>
                    <a:pt x="410" y="279"/>
                  </a:lnTo>
                  <a:lnTo>
                    <a:pt x="410" y="279"/>
                  </a:lnTo>
                  <a:lnTo>
                    <a:pt x="410" y="279"/>
                  </a:lnTo>
                  <a:lnTo>
                    <a:pt x="413" y="279"/>
                  </a:lnTo>
                  <a:lnTo>
                    <a:pt x="413" y="279"/>
                  </a:lnTo>
                  <a:lnTo>
                    <a:pt x="415" y="279"/>
                  </a:lnTo>
                  <a:lnTo>
                    <a:pt x="415" y="279"/>
                  </a:lnTo>
                  <a:lnTo>
                    <a:pt x="417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39" y="277"/>
                  </a:lnTo>
                  <a:lnTo>
                    <a:pt x="441" y="277"/>
                  </a:lnTo>
                  <a:lnTo>
                    <a:pt x="441" y="277"/>
                  </a:lnTo>
                  <a:lnTo>
                    <a:pt x="444" y="277"/>
                  </a:lnTo>
                  <a:lnTo>
                    <a:pt x="444" y="277"/>
                  </a:lnTo>
                  <a:lnTo>
                    <a:pt x="444" y="275"/>
                  </a:lnTo>
                  <a:lnTo>
                    <a:pt x="446" y="271"/>
                  </a:lnTo>
                  <a:lnTo>
                    <a:pt x="446" y="271"/>
                  </a:lnTo>
                  <a:lnTo>
                    <a:pt x="446" y="268"/>
                  </a:lnTo>
                  <a:lnTo>
                    <a:pt x="446" y="268"/>
                  </a:lnTo>
                  <a:lnTo>
                    <a:pt x="446" y="268"/>
                  </a:lnTo>
                  <a:lnTo>
                    <a:pt x="446" y="268"/>
                  </a:lnTo>
                  <a:lnTo>
                    <a:pt x="444" y="268"/>
                  </a:lnTo>
                  <a:lnTo>
                    <a:pt x="433" y="268"/>
                  </a:lnTo>
                  <a:lnTo>
                    <a:pt x="433" y="268"/>
                  </a:lnTo>
                  <a:lnTo>
                    <a:pt x="430" y="268"/>
                  </a:lnTo>
                  <a:lnTo>
                    <a:pt x="430" y="268"/>
                  </a:lnTo>
                  <a:lnTo>
                    <a:pt x="430" y="268"/>
                  </a:lnTo>
                  <a:lnTo>
                    <a:pt x="430" y="268"/>
                  </a:lnTo>
                  <a:lnTo>
                    <a:pt x="430" y="266"/>
                  </a:lnTo>
                  <a:lnTo>
                    <a:pt x="433" y="266"/>
                  </a:lnTo>
                  <a:lnTo>
                    <a:pt x="433" y="266"/>
                  </a:lnTo>
                  <a:lnTo>
                    <a:pt x="439" y="266"/>
                  </a:lnTo>
                  <a:lnTo>
                    <a:pt x="444" y="266"/>
                  </a:lnTo>
                  <a:lnTo>
                    <a:pt x="444" y="266"/>
                  </a:lnTo>
                  <a:lnTo>
                    <a:pt x="444" y="266"/>
                  </a:lnTo>
                  <a:lnTo>
                    <a:pt x="444" y="264"/>
                  </a:lnTo>
                  <a:lnTo>
                    <a:pt x="444" y="264"/>
                  </a:lnTo>
                  <a:lnTo>
                    <a:pt x="441" y="264"/>
                  </a:lnTo>
                  <a:lnTo>
                    <a:pt x="441" y="264"/>
                  </a:lnTo>
                  <a:lnTo>
                    <a:pt x="441" y="264"/>
                  </a:lnTo>
                  <a:lnTo>
                    <a:pt x="441" y="262"/>
                  </a:lnTo>
                  <a:lnTo>
                    <a:pt x="444" y="262"/>
                  </a:lnTo>
                  <a:lnTo>
                    <a:pt x="444" y="262"/>
                  </a:lnTo>
                  <a:lnTo>
                    <a:pt x="444" y="262"/>
                  </a:lnTo>
                  <a:lnTo>
                    <a:pt x="444" y="264"/>
                  </a:lnTo>
                  <a:lnTo>
                    <a:pt x="444" y="264"/>
                  </a:lnTo>
                  <a:lnTo>
                    <a:pt x="446" y="266"/>
                  </a:lnTo>
                  <a:lnTo>
                    <a:pt x="448" y="266"/>
                  </a:lnTo>
                  <a:lnTo>
                    <a:pt x="448" y="266"/>
                  </a:lnTo>
                  <a:lnTo>
                    <a:pt x="448" y="262"/>
                  </a:lnTo>
                  <a:lnTo>
                    <a:pt x="448" y="259"/>
                  </a:lnTo>
                  <a:lnTo>
                    <a:pt x="455" y="248"/>
                  </a:lnTo>
                  <a:lnTo>
                    <a:pt x="459" y="246"/>
                  </a:lnTo>
                  <a:lnTo>
                    <a:pt x="459" y="244"/>
                  </a:lnTo>
                  <a:lnTo>
                    <a:pt x="459" y="242"/>
                  </a:lnTo>
                  <a:lnTo>
                    <a:pt x="457" y="242"/>
                  </a:lnTo>
                  <a:lnTo>
                    <a:pt x="455" y="242"/>
                  </a:lnTo>
                  <a:lnTo>
                    <a:pt x="455" y="242"/>
                  </a:lnTo>
                  <a:lnTo>
                    <a:pt x="452" y="242"/>
                  </a:lnTo>
                  <a:lnTo>
                    <a:pt x="452" y="244"/>
                  </a:lnTo>
                  <a:lnTo>
                    <a:pt x="452" y="244"/>
                  </a:lnTo>
                  <a:lnTo>
                    <a:pt x="450" y="244"/>
                  </a:lnTo>
                  <a:lnTo>
                    <a:pt x="450" y="244"/>
                  </a:lnTo>
                  <a:lnTo>
                    <a:pt x="450" y="244"/>
                  </a:lnTo>
                  <a:lnTo>
                    <a:pt x="450" y="244"/>
                  </a:lnTo>
                  <a:lnTo>
                    <a:pt x="452" y="242"/>
                  </a:lnTo>
                  <a:lnTo>
                    <a:pt x="450" y="242"/>
                  </a:lnTo>
                  <a:lnTo>
                    <a:pt x="452" y="242"/>
                  </a:lnTo>
                  <a:lnTo>
                    <a:pt x="452" y="242"/>
                  </a:lnTo>
                  <a:lnTo>
                    <a:pt x="450" y="242"/>
                  </a:lnTo>
                  <a:lnTo>
                    <a:pt x="450" y="240"/>
                  </a:lnTo>
                  <a:lnTo>
                    <a:pt x="448" y="240"/>
                  </a:lnTo>
                  <a:lnTo>
                    <a:pt x="446" y="240"/>
                  </a:lnTo>
                  <a:lnTo>
                    <a:pt x="444" y="240"/>
                  </a:lnTo>
                  <a:lnTo>
                    <a:pt x="444" y="240"/>
                  </a:lnTo>
                  <a:lnTo>
                    <a:pt x="441" y="242"/>
                  </a:lnTo>
                  <a:lnTo>
                    <a:pt x="441" y="240"/>
                  </a:lnTo>
                  <a:lnTo>
                    <a:pt x="441" y="240"/>
                  </a:lnTo>
                  <a:lnTo>
                    <a:pt x="439" y="240"/>
                  </a:lnTo>
                  <a:lnTo>
                    <a:pt x="439" y="240"/>
                  </a:lnTo>
                  <a:lnTo>
                    <a:pt x="439" y="240"/>
                  </a:lnTo>
                  <a:lnTo>
                    <a:pt x="439" y="237"/>
                  </a:lnTo>
                  <a:lnTo>
                    <a:pt x="439" y="237"/>
                  </a:lnTo>
                  <a:lnTo>
                    <a:pt x="441" y="240"/>
                  </a:lnTo>
                  <a:lnTo>
                    <a:pt x="441" y="240"/>
                  </a:lnTo>
                  <a:lnTo>
                    <a:pt x="441" y="237"/>
                  </a:lnTo>
                  <a:lnTo>
                    <a:pt x="441" y="237"/>
                  </a:lnTo>
                  <a:lnTo>
                    <a:pt x="439" y="237"/>
                  </a:lnTo>
                  <a:lnTo>
                    <a:pt x="437" y="237"/>
                  </a:lnTo>
                  <a:lnTo>
                    <a:pt x="435" y="237"/>
                  </a:lnTo>
                  <a:lnTo>
                    <a:pt x="433" y="235"/>
                  </a:lnTo>
                  <a:lnTo>
                    <a:pt x="435" y="235"/>
                  </a:lnTo>
                  <a:lnTo>
                    <a:pt x="437" y="235"/>
                  </a:lnTo>
                  <a:lnTo>
                    <a:pt x="437" y="235"/>
                  </a:lnTo>
                  <a:lnTo>
                    <a:pt x="435" y="233"/>
                  </a:lnTo>
                  <a:lnTo>
                    <a:pt x="435" y="233"/>
                  </a:lnTo>
                  <a:lnTo>
                    <a:pt x="435" y="233"/>
                  </a:lnTo>
                  <a:lnTo>
                    <a:pt x="435" y="233"/>
                  </a:lnTo>
                  <a:lnTo>
                    <a:pt x="435" y="231"/>
                  </a:lnTo>
                  <a:lnTo>
                    <a:pt x="435" y="231"/>
                  </a:lnTo>
                  <a:lnTo>
                    <a:pt x="433" y="226"/>
                  </a:lnTo>
                  <a:lnTo>
                    <a:pt x="433" y="226"/>
                  </a:lnTo>
                  <a:lnTo>
                    <a:pt x="433" y="226"/>
                  </a:lnTo>
                  <a:lnTo>
                    <a:pt x="437" y="231"/>
                  </a:lnTo>
                  <a:lnTo>
                    <a:pt x="437" y="231"/>
                  </a:lnTo>
                  <a:lnTo>
                    <a:pt x="439" y="233"/>
                  </a:lnTo>
                  <a:lnTo>
                    <a:pt x="441" y="233"/>
                  </a:lnTo>
                  <a:lnTo>
                    <a:pt x="444" y="235"/>
                  </a:lnTo>
                  <a:lnTo>
                    <a:pt x="446" y="235"/>
                  </a:lnTo>
                  <a:lnTo>
                    <a:pt x="446" y="233"/>
                  </a:lnTo>
                  <a:lnTo>
                    <a:pt x="446" y="235"/>
                  </a:lnTo>
                  <a:lnTo>
                    <a:pt x="448" y="235"/>
                  </a:lnTo>
                  <a:lnTo>
                    <a:pt x="448" y="235"/>
                  </a:lnTo>
                  <a:lnTo>
                    <a:pt x="448" y="233"/>
                  </a:lnTo>
                  <a:lnTo>
                    <a:pt x="450" y="235"/>
                  </a:lnTo>
                  <a:lnTo>
                    <a:pt x="450" y="235"/>
                  </a:lnTo>
                  <a:lnTo>
                    <a:pt x="452" y="235"/>
                  </a:lnTo>
                  <a:lnTo>
                    <a:pt x="452" y="235"/>
                  </a:lnTo>
                  <a:lnTo>
                    <a:pt x="452" y="235"/>
                  </a:lnTo>
                  <a:lnTo>
                    <a:pt x="452" y="233"/>
                  </a:lnTo>
                  <a:lnTo>
                    <a:pt x="455" y="233"/>
                  </a:lnTo>
                  <a:lnTo>
                    <a:pt x="455" y="233"/>
                  </a:lnTo>
                  <a:lnTo>
                    <a:pt x="455" y="233"/>
                  </a:lnTo>
                  <a:lnTo>
                    <a:pt x="457" y="233"/>
                  </a:lnTo>
                  <a:lnTo>
                    <a:pt x="457" y="231"/>
                  </a:lnTo>
                  <a:lnTo>
                    <a:pt x="457" y="231"/>
                  </a:lnTo>
                  <a:lnTo>
                    <a:pt x="455" y="228"/>
                  </a:lnTo>
                  <a:lnTo>
                    <a:pt x="455" y="228"/>
                  </a:lnTo>
                  <a:lnTo>
                    <a:pt x="455" y="228"/>
                  </a:lnTo>
                  <a:lnTo>
                    <a:pt x="452" y="228"/>
                  </a:lnTo>
                  <a:lnTo>
                    <a:pt x="452" y="228"/>
                  </a:lnTo>
                  <a:lnTo>
                    <a:pt x="455" y="226"/>
                  </a:lnTo>
                  <a:lnTo>
                    <a:pt x="455" y="226"/>
                  </a:lnTo>
                  <a:lnTo>
                    <a:pt x="452" y="226"/>
                  </a:lnTo>
                  <a:lnTo>
                    <a:pt x="450" y="224"/>
                  </a:lnTo>
                  <a:lnTo>
                    <a:pt x="450" y="224"/>
                  </a:lnTo>
                  <a:lnTo>
                    <a:pt x="452" y="224"/>
                  </a:lnTo>
                  <a:lnTo>
                    <a:pt x="455" y="224"/>
                  </a:lnTo>
                  <a:lnTo>
                    <a:pt x="455" y="224"/>
                  </a:lnTo>
                  <a:lnTo>
                    <a:pt x="452" y="220"/>
                  </a:lnTo>
                  <a:lnTo>
                    <a:pt x="452" y="217"/>
                  </a:lnTo>
                  <a:lnTo>
                    <a:pt x="455" y="217"/>
                  </a:lnTo>
                  <a:lnTo>
                    <a:pt x="455" y="217"/>
                  </a:lnTo>
                  <a:lnTo>
                    <a:pt x="455" y="217"/>
                  </a:lnTo>
                  <a:lnTo>
                    <a:pt x="455" y="220"/>
                  </a:lnTo>
                  <a:lnTo>
                    <a:pt x="455" y="220"/>
                  </a:lnTo>
                  <a:lnTo>
                    <a:pt x="455" y="217"/>
                  </a:lnTo>
                  <a:lnTo>
                    <a:pt x="455" y="217"/>
                  </a:lnTo>
                  <a:lnTo>
                    <a:pt x="457" y="220"/>
                  </a:lnTo>
                  <a:lnTo>
                    <a:pt x="457" y="220"/>
                  </a:lnTo>
                  <a:lnTo>
                    <a:pt x="459" y="222"/>
                  </a:lnTo>
                  <a:lnTo>
                    <a:pt x="459" y="222"/>
                  </a:lnTo>
                  <a:lnTo>
                    <a:pt x="461" y="222"/>
                  </a:lnTo>
                  <a:lnTo>
                    <a:pt x="461" y="222"/>
                  </a:lnTo>
                  <a:lnTo>
                    <a:pt x="461" y="222"/>
                  </a:lnTo>
                  <a:lnTo>
                    <a:pt x="461" y="222"/>
                  </a:lnTo>
                  <a:lnTo>
                    <a:pt x="461" y="222"/>
                  </a:lnTo>
                  <a:lnTo>
                    <a:pt x="461" y="222"/>
                  </a:lnTo>
                  <a:lnTo>
                    <a:pt x="459" y="220"/>
                  </a:lnTo>
                  <a:lnTo>
                    <a:pt x="459" y="220"/>
                  </a:lnTo>
                  <a:lnTo>
                    <a:pt x="459" y="220"/>
                  </a:lnTo>
                  <a:lnTo>
                    <a:pt x="459" y="220"/>
                  </a:lnTo>
                  <a:lnTo>
                    <a:pt x="459" y="220"/>
                  </a:lnTo>
                  <a:lnTo>
                    <a:pt x="461" y="220"/>
                  </a:lnTo>
                  <a:lnTo>
                    <a:pt x="461" y="217"/>
                  </a:lnTo>
                  <a:lnTo>
                    <a:pt x="461" y="217"/>
                  </a:lnTo>
                  <a:lnTo>
                    <a:pt x="464" y="215"/>
                  </a:lnTo>
                  <a:lnTo>
                    <a:pt x="464" y="217"/>
                  </a:lnTo>
                  <a:lnTo>
                    <a:pt x="461" y="220"/>
                  </a:lnTo>
                  <a:lnTo>
                    <a:pt x="461" y="224"/>
                  </a:lnTo>
                  <a:lnTo>
                    <a:pt x="461" y="224"/>
                  </a:lnTo>
                  <a:lnTo>
                    <a:pt x="464" y="224"/>
                  </a:lnTo>
                  <a:lnTo>
                    <a:pt x="464" y="224"/>
                  </a:lnTo>
                  <a:lnTo>
                    <a:pt x="461" y="226"/>
                  </a:lnTo>
                  <a:lnTo>
                    <a:pt x="464" y="226"/>
                  </a:lnTo>
                  <a:lnTo>
                    <a:pt x="464" y="226"/>
                  </a:lnTo>
                  <a:lnTo>
                    <a:pt x="466" y="226"/>
                  </a:lnTo>
                  <a:lnTo>
                    <a:pt x="466" y="224"/>
                  </a:lnTo>
                  <a:lnTo>
                    <a:pt x="466" y="224"/>
                  </a:lnTo>
                  <a:lnTo>
                    <a:pt x="466" y="222"/>
                  </a:lnTo>
                  <a:lnTo>
                    <a:pt x="466" y="222"/>
                  </a:lnTo>
                  <a:lnTo>
                    <a:pt x="466" y="222"/>
                  </a:lnTo>
                  <a:lnTo>
                    <a:pt x="468" y="224"/>
                  </a:lnTo>
                  <a:lnTo>
                    <a:pt x="468" y="224"/>
                  </a:lnTo>
                  <a:lnTo>
                    <a:pt x="468" y="224"/>
                  </a:lnTo>
                  <a:lnTo>
                    <a:pt x="470" y="222"/>
                  </a:lnTo>
                  <a:lnTo>
                    <a:pt x="470" y="222"/>
                  </a:lnTo>
                  <a:lnTo>
                    <a:pt x="472" y="222"/>
                  </a:lnTo>
                  <a:lnTo>
                    <a:pt x="475" y="222"/>
                  </a:lnTo>
                  <a:lnTo>
                    <a:pt x="475" y="220"/>
                  </a:lnTo>
                  <a:lnTo>
                    <a:pt x="477" y="220"/>
                  </a:lnTo>
                  <a:lnTo>
                    <a:pt x="477" y="220"/>
                  </a:lnTo>
                  <a:lnTo>
                    <a:pt x="477" y="222"/>
                  </a:lnTo>
                  <a:lnTo>
                    <a:pt x="472" y="222"/>
                  </a:lnTo>
                  <a:lnTo>
                    <a:pt x="472" y="224"/>
                  </a:lnTo>
                  <a:lnTo>
                    <a:pt x="472" y="224"/>
                  </a:lnTo>
                  <a:lnTo>
                    <a:pt x="470" y="224"/>
                  </a:lnTo>
                  <a:lnTo>
                    <a:pt x="470" y="224"/>
                  </a:lnTo>
                  <a:lnTo>
                    <a:pt x="470" y="226"/>
                  </a:lnTo>
                  <a:lnTo>
                    <a:pt x="470" y="226"/>
                  </a:lnTo>
                  <a:lnTo>
                    <a:pt x="468" y="231"/>
                  </a:lnTo>
                  <a:lnTo>
                    <a:pt x="468" y="233"/>
                  </a:lnTo>
                  <a:lnTo>
                    <a:pt x="468" y="233"/>
                  </a:lnTo>
                  <a:lnTo>
                    <a:pt x="470" y="235"/>
                  </a:lnTo>
                  <a:lnTo>
                    <a:pt x="472" y="235"/>
                  </a:lnTo>
                  <a:lnTo>
                    <a:pt x="472" y="231"/>
                  </a:lnTo>
                  <a:lnTo>
                    <a:pt x="475" y="228"/>
                  </a:lnTo>
                  <a:lnTo>
                    <a:pt x="475" y="228"/>
                  </a:lnTo>
                  <a:lnTo>
                    <a:pt x="479" y="224"/>
                  </a:lnTo>
                  <a:lnTo>
                    <a:pt x="481" y="222"/>
                  </a:lnTo>
                  <a:lnTo>
                    <a:pt x="481" y="222"/>
                  </a:lnTo>
                  <a:lnTo>
                    <a:pt x="481" y="222"/>
                  </a:lnTo>
                  <a:lnTo>
                    <a:pt x="481" y="220"/>
                  </a:lnTo>
                  <a:lnTo>
                    <a:pt x="481" y="220"/>
                  </a:lnTo>
                  <a:lnTo>
                    <a:pt x="483" y="217"/>
                  </a:lnTo>
                  <a:lnTo>
                    <a:pt x="483" y="215"/>
                  </a:lnTo>
                  <a:lnTo>
                    <a:pt x="483" y="215"/>
                  </a:lnTo>
                  <a:close/>
                </a:path>
              </a:pathLst>
            </a:custGeom>
            <a:solidFill>
              <a:srgbClr val="D6D9ED"/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FD8C63CF-F59D-4DDB-BFE9-8FED6F56F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9" y="1380"/>
              <a:ext cx="290" cy="166"/>
            </a:xfrm>
            <a:custGeom>
              <a:avLst/>
              <a:gdLst>
                <a:gd name="T0" fmla="*/ 284 w 290"/>
                <a:gd name="T1" fmla="*/ 79 h 166"/>
                <a:gd name="T2" fmla="*/ 284 w 290"/>
                <a:gd name="T3" fmla="*/ 70 h 166"/>
                <a:gd name="T4" fmla="*/ 279 w 290"/>
                <a:gd name="T5" fmla="*/ 51 h 166"/>
                <a:gd name="T6" fmla="*/ 270 w 290"/>
                <a:gd name="T7" fmla="*/ 37 h 166"/>
                <a:gd name="T8" fmla="*/ 226 w 290"/>
                <a:gd name="T9" fmla="*/ 28 h 166"/>
                <a:gd name="T10" fmla="*/ 182 w 290"/>
                <a:gd name="T11" fmla="*/ 28 h 166"/>
                <a:gd name="T12" fmla="*/ 173 w 290"/>
                <a:gd name="T13" fmla="*/ 22 h 166"/>
                <a:gd name="T14" fmla="*/ 168 w 290"/>
                <a:gd name="T15" fmla="*/ 44 h 166"/>
                <a:gd name="T16" fmla="*/ 162 w 290"/>
                <a:gd name="T17" fmla="*/ 53 h 166"/>
                <a:gd name="T18" fmla="*/ 157 w 290"/>
                <a:gd name="T19" fmla="*/ 66 h 166"/>
                <a:gd name="T20" fmla="*/ 146 w 290"/>
                <a:gd name="T21" fmla="*/ 59 h 166"/>
                <a:gd name="T22" fmla="*/ 128 w 290"/>
                <a:gd name="T23" fmla="*/ 51 h 166"/>
                <a:gd name="T24" fmla="*/ 109 w 290"/>
                <a:gd name="T25" fmla="*/ 55 h 166"/>
                <a:gd name="T26" fmla="*/ 91 w 290"/>
                <a:gd name="T27" fmla="*/ 48 h 166"/>
                <a:gd name="T28" fmla="*/ 100 w 290"/>
                <a:gd name="T29" fmla="*/ 26 h 166"/>
                <a:gd name="T30" fmla="*/ 111 w 290"/>
                <a:gd name="T31" fmla="*/ 0 h 166"/>
                <a:gd name="T32" fmla="*/ 89 w 290"/>
                <a:gd name="T33" fmla="*/ 6 h 166"/>
                <a:gd name="T34" fmla="*/ 71 w 290"/>
                <a:gd name="T35" fmla="*/ 17 h 166"/>
                <a:gd name="T36" fmla="*/ 55 w 290"/>
                <a:gd name="T37" fmla="*/ 31 h 166"/>
                <a:gd name="T38" fmla="*/ 35 w 290"/>
                <a:gd name="T39" fmla="*/ 33 h 166"/>
                <a:gd name="T40" fmla="*/ 18 w 290"/>
                <a:gd name="T41" fmla="*/ 24 h 166"/>
                <a:gd name="T42" fmla="*/ 9 w 290"/>
                <a:gd name="T43" fmla="*/ 53 h 166"/>
                <a:gd name="T44" fmla="*/ 0 w 290"/>
                <a:gd name="T45" fmla="*/ 70 h 166"/>
                <a:gd name="T46" fmla="*/ 7 w 290"/>
                <a:gd name="T47" fmla="*/ 84 h 166"/>
                <a:gd name="T48" fmla="*/ 15 w 290"/>
                <a:gd name="T49" fmla="*/ 93 h 166"/>
                <a:gd name="T50" fmla="*/ 9 w 290"/>
                <a:gd name="T51" fmla="*/ 110 h 166"/>
                <a:gd name="T52" fmla="*/ 7 w 290"/>
                <a:gd name="T53" fmla="*/ 117 h 166"/>
                <a:gd name="T54" fmla="*/ 11 w 290"/>
                <a:gd name="T55" fmla="*/ 124 h 166"/>
                <a:gd name="T56" fmla="*/ 22 w 290"/>
                <a:gd name="T57" fmla="*/ 126 h 166"/>
                <a:gd name="T58" fmla="*/ 31 w 290"/>
                <a:gd name="T59" fmla="*/ 124 h 166"/>
                <a:gd name="T60" fmla="*/ 35 w 290"/>
                <a:gd name="T61" fmla="*/ 133 h 166"/>
                <a:gd name="T62" fmla="*/ 40 w 290"/>
                <a:gd name="T63" fmla="*/ 133 h 166"/>
                <a:gd name="T64" fmla="*/ 44 w 290"/>
                <a:gd name="T65" fmla="*/ 128 h 166"/>
                <a:gd name="T66" fmla="*/ 49 w 290"/>
                <a:gd name="T67" fmla="*/ 130 h 166"/>
                <a:gd name="T68" fmla="*/ 58 w 290"/>
                <a:gd name="T69" fmla="*/ 128 h 166"/>
                <a:gd name="T70" fmla="*/ 75 w 290"/>
                <a:gd name="T71" fmla="*/ 113 h 166"/>
                <a:gd name="T72" fmla="*/ 93 w 290"/>
                <a:gd name="T73" fmla="*/ 99 h 166"/>
                <a:gd name="T74" fmla="*/ 102 w 290"/>
                <a:gd name="T75" fmla="*/ 95 h 166"/>
                <a:gd name="T76" fmla="*/ 124 w 290"/>
                <a:gd name="T77" fmla="*/ 99 h 166"/>
                <a:gd name="T78" fmla="*/ 126 w 290"/>
                <a:gd name="T79" fmla="*/ 104 h 166"/>
                <a:gd name="T80" fmla="*/ 115 w 290"/>
                <a:gd name="T81" fmla="*/ 113 h 166"/>
                <a:gd name="T82" fmla="*/ 115 w 290"/>
                <a:gd name="T83" fmla="*/ 126 h 166"/>
                <a:gd name="T84" fmla="*/ 106 w 290"/>
                <a:gd name="T85" fmla="*/ 139 h 166"/>
                <a:gd name="T86" fmla="*/ 106 w 290"/>
                <a:gd name="T87" fmla="*/ 146 h 166"/>
                <a:gd name="T88" fmla="*/ 113 w 290"/>
                <a:gd name="T89" fmla="*/ 141 h 166"/>
                <a:gd name="T90" fmla="*/ 117 w 290"/>
                <a:gd name="T91" fmla="*/ 150 h 166"/>
                <a:gd name="T92" fmla="*/ 133 w 290"/>
                <a:gd name="T93" fmla="*/ 166 h 166"/>
                <a:gd name="T94" fmla="*/ 153 w 290"/>
                <a:gd name="T95" fmla="*/ 155 h 166"/>
                <a:gd name="T96" fmla="*/ 153 w 290"/>
                <a:gd name="T97" fmla="*/ 146 h 166"/>
                <a:gd name="T98" fmla="*/ 159 w 290"/>
                <a:gd name="T99" fmla="*/ 139 h 166"/>
                <a:gd name="T100" fmla="*/ 171 w 290"/>
                <a:gd name="T101" fmla="*/ 135 h 166"/>
                <a:gd name="T102" fmla="*/ 186 w 290"/>
                <a:gd name="T103" fmla="*/ 128 h 166"/>
                <a:gd name="T104" fmla="*/ 193 w 290"/>
                <a:gd name="T105" fmla="*/ 128 h 166"/>
                <a:gd name="T106" fmla="*/ 197 w 290"/>
                <a:gd name="T107" fmla="*/ 133 h 166"/>
                <a:gd name="T108" fmla="*/ 208 w 290"/>
                <a:gd name="T109" fmla="*/ 130 h 166"/>
                <a:gd name="T110" fmla="*/ 208 w 290"/>
                <a:gd name="T111" fmla="*/ 128 h 166"/>
                <a:gd name="T112" fmla="*/ 210 w 290"/>
                <a:gd name="T113" fmla="*/ 128 h 166"/>
                <a:gd name="T114" fmla="*/ 226 w 290"/>
                <a:gd name="T115" fmla="*/ 124 h 166"/>
                <a:gd name="T116" fmla="*/ 244 w 290"/>
                <a:gd name="T117" fmla="*/ 106 h 166"/>
                <a:gd name="T118" fmla="*/ 257 w 290"/>
                <a:gd name="T119" fmla="*/ 99 h 166"/>
                <a:gd name="T120" fmla="*/ 277 w 290"/>
                <a:gd name="T121" fmla="*/ 108 h 166"/>
                <a:gd name="T122" fmla="*/ 290 w 290"/>
                <a:gd name="T123" fmla="*/ 8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90" h="166">
                  <a:moveTo>
                    <a:pt x="290" y="84"/>
                  </a:moveTo>
                  <a:lnTo>
                    <a:pt x="290" y="84"/>
                  </a:lnTo>
                  <a:lnTo>
                    <a:pt x="288" y="82"/>
                  </a:lnTo>
                  <a:lnTo>
                    <a:pt x="288" y="82"/>
                  </a:lnTo>
                  <a:lnTo>
                    <a:pt x="288" y="82"/>
                  </a:lnTo>
                  <a:lnTo>
                    <a:pt x="288" y="79"/>
                  </a:lnTo>
                  <a:lnTo>
                    <a:pt x="288" y="75"/>
                  </a:lnTo>
                  <a:lnTo>
                    <a:pt x="288" y="73"/>
                  </a:lnTo>
                  <a:lnTo>
                    <a:pt x="288" y="70"/>
                  </a:lnTo>
                  <a:lnTo>
                    <a:pt x="286" y="70"/>
                  </a:lnTo>
                  <a:lnTo>
                    <a:pt x="288" y="70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6" y="77"/>
                  </a:lnTo>
                  <a:lnTo>
                    <a:pt x="284" y="79"/>
                  </a:lnTo>
                  <a:lnTo>
                    <a:pt x="284" y="79"/>
                  </a:lnTo>
                  <a:lnTo>
                    <a:pt x="281" y="82"/>
                  </a:lnTo>
                  <a:lnTo>
                    <a:pt x="281" y="79"/>
                  </a:lnTo>
                  <a:lnTo>
                    <a:pt x="281" y="79"/>
                  </a:lnTo>
                  <a:lnTo>
                    <a:pt x="281" y="79"/>
                  </a:lnTo>
                  <a:lnTo>
                    <a:pt x="281" y="77"/>
                  </a:lnTo>
                  <a:lnTo>
                    <a:pt x="281" y="79"/>
                  </a:lnTo>
                  <a:lnTo>
                    <a:pt x="281" y="79"/>
                  </a:lnTo>
                  <a:lnTo>
                    <a:pt x="281" y="79"/>
                  </a:lnTo>
                  <a:lnTo>
                    <a:pt x="284" y="77"/>
                  </a:lnTo>
                  <a:lnTo>
                    <a:pt x="284" y="77"/>
                  </a:lnTo>
                  <a:lnTo>
                    <a:pt x="284" y="75"/>
                  </a:lnTo>
                  <a:lnTo>
                    <a:pt x="284" y="73"/>
                  </a:lnTo>
                  <a:lnTo>
                    <a:pt x="284" y="73"/>
                  </a:lnTo>
                  <a:lnTo>
                    <a:pt x="284" y="70"/>
                  </a:lnTo>
                  <a:lnTo>
                    <a:pt x="284" y="70"/>
                  </a:lnTo>
                  <a:lnTo>
                    <a:pt x="286" y="70"/>
                  </a:lnTo>
                  <a:lnTo>
                    <a:pt x="286" y="70"/>
                  </a:lnTo>
                  <a:lnTo>
                    <a:pt x="286" y="68"/>
                  </a:lnTo>
                  <a:lnTo>
                    <a:pt x="286" y="66"/>
                  </a:lnTo>
                  <a:lnTo>
                    <a:pt x="286" y="64"/>
                  </a:lnTo>
                  <a:lnTo>
                    <a:pt x="284" y="64"/>
                  </a:lnTo>
                  <a:lnTo>
                    <a:pt x="281" y="64"/>
                  </a:lnTo>
                  <a:lnTo>
                    <a:pt x="281" y="62"/>
                  </a:lnTo>
                  <a:lnTo>
                    <a:pt x="279" y="55"/>
                  </a:lnTo>
                  <a:lnTo>
                    <a:pt x="279" y="55"/>
                  </a:lnTo>
                  <a:lnTo>
                    <a:pt x="279" y="55"/>
                  </a:lnTo>
                  <a:lnTo>
                    <a:pt x="279" y="53"/>
                  </a:lnTo>
                  <a:lnTo>
                    <a:pt x="279" y="51"/>
                  </a:lnTo>
                  <a:lnTo>
                    <a:pt x="279" y="51"/>
                  </a:lnTo>
                  <a:lnTo>
                    <a:pt x="279" y="48"/>
                  </a:lnTo>
                  <a:lnTo>
                    <a:pt x="279" y="48"/>
                  </a:lnTo>
                  <a:lnTo>
                    <a:pt x="279" y="48"/>
                  </a:lnTo>
                  <a:lnTo>
                    <a:pt x="279" y="46"/>
                  </a:lnTo>
                  <a:lnTo>
                    <a:pt x="277" y="46"/>
                  </a:lnTo>
                  <a:lnTo>
                    <a:pt x="277" y="44"/>
                  </a:lnTo>
                  <a:lnTo>
                    <a:pt x="279" y="42"/>
                  </a:lnTo>
                  <a:lnTo>
                    <a:pt x="279" y="37"/>
                  </a:lnTo>
                  <a:lnTo>
                    <a:pt x="277" y="35"/>
                  </a:lnTo>
                  <a:lnTo>
                    <a:pt x="277" y="35"/>
                  </a:lnTo>
                  <a:lnTo>
                    <a:pt x="275" y="35"/>
                  </a:lnTo>
                  <a:lnTo>
                    <a:pt x="272" y="37"/>
                  </a:lnTo>
                  <a:lnTo>
                    <a:pt x="272" y="37"/>
                  </a:lnTo>
                  <a:lnTo>
                    <a:pt x="272" y="37"/>
                  </a:lnTo>
                  <a:lnTo>
                    <a:pt x="270" y="37"/>
                  </a:lnTo>
                  <a:lnTo>
                    <a:pt x="270" y="37"/>
                  </a:lnTo>
                  <a:lnTo>
                    <a:pt x="266" y="37"/>
                  </a:lnTo>
                  <a:lnTo>
                    <a:pt x="261" y="35"/>
                  </a:lnTo>
                  <a:lnTo>
                    <a:pt x="257" y="35"/>
                  </a:lnTo>
                  <a:lnTo>
                    <a:pt x="255" y="37"/>
                  </a:lnTo>
                  <a:lnTo>
                    <a:pt x="253" y="37"/>
                  </a:lnTo>
                  <a:lnTo>
                    <a:pt x="253" y="37"/>
                  </a:lnTo>
                  <a:lnTo>
                    <a:pt x="248" y="35"/>
                  </a:lnTo>
                  <a:lnTo>
                    <a:pt x="244" y="33"/>
                  </a:lnTo>
                  <a:lnTo>
                    <a:pt x="241" y="33"/>
                  </a:lnTo>
                  <a:lnTo>
                    <a:pt x="239" y="33"/>
                  </a:lnTo>
                  <a:lnTo>
                    <a:pt x="235" y="31"/>
                  </a:lnTo>
                  <a:lnTo>
                    <a:pt x="230" y="31"/>
                  </a:lnTo>
                  <a:lnTo>
                    <a:pt x="228" y="31"/>
                  </a:lnTo>
                  <a:lnTo>
                    <a:pt x="226" y="28"/>
                  </a:lnTo>
                  <a:lnTo>
                    <a:pt x="226" y="31"/>
                  </a:lnTo>
                  <a:lnTo>
                    <a:pt x="224" y="31"/>
                  </a:lnTo>
                  <a:lnTo>
                    <a:pt x="224" y="31"/>
                  </a:lnTo>
                  <a:lnTo>
                    <a:pt x="222" y="31"/>
                  </a:lnTo>
                  <a:lnTo>
                    <a:pt x="217" y="31"/>
                  </a:lnTo>
                  <a:lnTo>
                    <a:pt x="215" y="33"/>
                  </a:lnTo>
                  <a:lnTo>
                    <a:pt x="208" y="33"/>
                  </a:lnTo>
                  <a:lnTo>
                    <a:pt x="204" y="33"/>
                  </a:lnTo>
                  <a:lnTo>
                    <a:pt x="199" y="31"/>
                  </a:lnTo>
                  <a:lnTo>
                    <a:pt x="199" y="31"/>
                  </a:lnTo>
                  <a:lnTo>
                    <a:pt x="197" y="31"/>
                  </a:lnTo>
                  <a:lnTo>
                    <a:pt x="197" y="31"/>
                  </a:lnTo>
                  <a:lnTo>
                    <a:pt x="193" y="31"/>
                  </a:lnTo>
                  <a:lnTo>
                    <a:pt x="184" y="28"/>
                  </a:lnTo>
                  <a:lnTo>
                    <a:pt x="182" y="28"/>
                  </a:lnTo>
                  <a:lnTo>
                    <a:pt x="182" y="26"/>
                  </a:lnTo>
                  <a:lnTo>
                    <a:pt x="182" y="26"/>
                  </a:lnTo>
                  <a:lnTo>
                    <a:pt x="182" y="24"/>
                  </a:lnTo>
                  <a:lnTo>
                    <a:pt x="182" y="24"/>
                  </a:lnTo>
                  <a:lnTo>
                    <a:pt x="182" y="22"/>
                  </a:lnTo>
                  <a:lnTo>
                    <a:pt x="182" y="22"/>
                  </a:lnTo>
                  <a:lnTo>
                    <a:pt x="179" y="22"/>
                  </a:lnTo>
                  <a:lnTo>
                    <a:pt x="179" y="19"/>
                  </a:lnTo>
                  <a:lnTo>
                    <a:pt x="177" y="19"/>
                  </a:lnTo>
                  <a:lnTo>
                    <a:pt x="175" y="22"/>
                  </a:lnTo>
                  <a:lnTo>
                    <a:pt x="175" y="22"/>
                  </a:lnTo>
                  <a:lnTo>
                    <a:pt x="175" y="19"/>
                  </a:lnTo>
                  <a:lnTo>
                    <a:pt x="173" y="19"/>
                  </a:lnTo>
                  <a:lnTo>
                    <a:pt x="173" y="22"/>
                  </a:lnTo>
                  <a:lnTo>
                    <a:pt x="173" y="22"/>
                  </a:lnTo>
                  <a:lnTo>
                    <a:pt x="171" y="24"/>
                  </a:lnTo>
                  <a:lnTo>
                    <a:pt x="168" y="26"/>
                  </a:lnTo>
                  <a:lnTo>
                    <a:pt x="166" y="26"/>
                  </a:lnTo>
                  <a:lnTo>
                    <a:pt x="166" y="26"/>
                  </a:lnTo>
                  <a:lnTo>
                    <a:pt x="164" y="26"/>
                  </a:lnTo>
                  <a:lnTo>
                    <a:pt x="164" y="28"/>
                  </a:lnTo>
                  <a:lnTo>
                    <a:pt x="164" y="31"/>
                  </a:lnTo>
                  <a:lnTo>
                    <a:pt x="164" y="33"/>
                  </a:lnTo>
                  <a:lnTo>
                    <a:pt x="164" y="35"/>
                  </a:lnTo>
                  <a:lnTo>
                    <a:pt x="164" y="35"/>
                  </a:lnTo>
                  <a:lnTo>
                    <a:pt x="166" y="37"/>
                  </a:lnTo>
                  <a:lnTo>
                    <a:pt x="166" y="37"/>
                  </a:lnTo>
                  <a:lnTo>
                    <a:pt x="168" y="42"/>
                  </a:lnTo>
                  <a:lnTo>
                    <a:pt x="168" y="44"/>
                  </a:lnTo>
                  <a:lnTo>
                    <a:pt x="168" y="44"/>
                  </a:lnTo>
                  <a:lnTo>
                    <a:pt x="168" y="44"/>
                  </a:lnTo>
                  <a:lnTo>
                    <a:pt x="168" y="44"/>
                  </a:lnTo>
                  <a:lnTo>
                    <a:pt x="166" y="44"/>
                  </a:lnTo>
                  <a:lnTo>
                    <a:pt x="166" y="44"/>
                  </a:lnTo>
                  <a:lnTo>
                    <a:pt x="166" y="44"/>
                  </a:lnTo>
                  <a:lnTo>
                    <a:pt x="164" y="44"/>
                  </a:lnTo>
                  <a:lnTo>
                    <a:pt x="164" y="44"/>
                  </a:lnTo>
                  <a:lnTo>
                    <a:pt x="164" y="44"/>
                  </a:lnTo>
                  <a:lnTo>
                    <a:pt x="164" y="44"/>
                  </a:lnTo>
                  <a:lnTo>
                    <a:pt x="162" y="46"/>
                  </a:lnTo>
                  <a:lnTo>
                    <a:pt x="162" y="46"/>
                  </a:lnTo>
                  <a:lnTo>
                    <a:pt x="162" y="48"/>
                  </a:lnTo>
                  <a:lnTo>
                    <a:pt x="162" y="48"/>
                  </a:lnTo>
                  <a:lnTo>
                    <a:pt x="162" y="51"/>
                  </a:lnTo>
                  <a:lnTo>
                    <a:pt x="162" y="53"/>
                  </a:lnTo>
                  <a:lnTo>
                    <a:pt x="164" y="53"/>
                  </a:lnTo>
                  <a:lnTo>
                    <a:pt x="164" y="53"/>
                  </a:lnTo>
                  <a:lnTo>
                    <a:pt x="164" y="55"/>
                  </a:lnTo>
                  <a:lnTo>
                    <a:pt x="164" y="55"/>
                  </a:lnTo>
                  <a:lnTo>
                    <a:pt x="164" y="55"/>
                  </a:lnTo>
                  <a:lnTo>
                    <a:pt x="164" y="55"/>
                  </a:lnTo>
                  <a:lnTo>
                    <a:pt x="164" y="57"/>
                  </a:lnTo>
                  <a:lnTo>
                    <a:pt x="164" y="57"/>
                  </a:lnTo>
                  <a:lnTo>
                    <a:pt x="164" y="59"/>
                  </a:lnTo>
                  <a:lnTo>
                    <a:pt x="162" y="62"/>
                  </a:lnTo>
                  <a:lnTo>
                    <a:pt x="162" y="64"/>
                  </a:lnTo>
                  <a:lnTo>
                    <a:pt x="162" y="66"/>
                  </a:lnTo>
                  <a:lnTo>
                    <a:pt x="159" y="66"/>
                  </a:lnTo>
                  <a:lnTo>
                    <a:pt x="159" y="66"/>
                  </a:lnTo>
                  <a:lnTo>
                    <a:pt x="157" y="66"/>
                  </a:lnTo>
                  <a:lnTo>
                    <a:pt x="157" y="66"/>
                  </a:lnTo>
                  <a:lnTo>
                    <a:pt x="155" y="66"/>
                  </a:lnTo>
                  <a:lnTo>
                    <a:pt x="153" y="66"/>
                  </a:lnTo>
                  <a:lnTo>
                    <a:pt x="153" y="66"/>
                  </a:lnTo>
                  <a:lnTo>
                    <a:pt x="148" y="70"/>
                  </a:lnTo>
                  <a:lnTo>
                    <a:pt x="148" y="70"/>
                  </a:lnTo>
                  <a:lnTo>
                    <a:pt x="148" y="70"/>
                  </a:lnTo>
                  <a:lnTo>
                    <a:pt x="146" y="68"/>
                  </a:lnTo>
                  <a:lnTo>
                    <a:pt x="146" y="68"/>
                  </a:lnTo>
                  <a:lnTo>
                    <a:pt x="144" y="66"/>
                  </a:lnTo>
                  <a:lnTo>
                    <a:pt x="144" y="66"/>
                  </a:lnTo>
                  <a:lnTo>
                    <a:pt x="146" y="66"/>
                  </a:lnTo>
                  <a:lnTo>
                    <a:pt x="148" y="59"/>
                  </a:lnTo>
                  <a:lnTo>
                    <a:pt x="148" y="59"/>
                  </a:lnTo>
                  <a:lnTo>
                    <a:pt x="146" y="59"/>
                  </a:lnTo>
                  <a:lnTo>
                    <a:pt x="146" y="57"/>
                  </a:lnTo>
                  <a:lnTo>
                    <a:pt x="146" y="57"/>
                  </a:lnTo>
                  <a:lnTo>
                    <a:pt x="144" y="55"/>
                  </a:lnTo>
                  <a:lnTo>
                    <a:pt x="144" y="55"/>
                  </a:lnTo>
                  <a:lnTo>
                    <a:pt x="142" y="55"/>
                  </a:lnTo>
                  <a:lnTo>
                    <a:pt x="140" y="53"/>
                  </a:lnTo>
                  <a:lnTo>
                    <a:pt x="135" y="53"/>
                  </a:lnTo>
                  <a:lnTo>
                    <a:pt x="135" y="53"/>
                  </a:lnTo>
                  <a:lnTo>
                    <a:pt x="133" y="53"/>
                  </a:lnTo>
                  <a:lnTo>
                    <a:pt x="133" y="53"/>
                  </a:lnTo>
                  <a:lnTo>
                    <a:pt x="131" y="53"/>
                  </a:lnTo>
                  <a:lnTo>
                    <a:pt x="131" y="51"/>
                  </a:lnTo>
                  <a:lnTo>
                    <a:pt x="131" y="51"/>
                  </a:lnTo>
                  <a:lnTo>
                    <a:pt x="128" y="51"/>
                  </a:lnTo>
                  <a:lnTo>
                    <a:pt x="128" y="51"/>
                  </a:lnTo>
                  <a:lnTo>
                    <a:pt x="128" y="51"/>
                  </a:lnTo>
                  <a:lnTo>
                    <a:pt x="128" y="51"/>
                  </a:lnTo>
                  <a:lnTo>
                    <a:pt x="126" y="53"/>
                  </a:lnTo>
                  <a:lnTo>
                    <a:pt x="126" y="53"/>
                  </a:lnTo>
                  <a:lnTo>
                    <a:pt x="124" y="53"/>
                  </a:lnTo>
                  <a:lnTo>
                    <a:pt x="124" y="55"/>
                  </a:lnTo>
                  <a:lnTo>
                    <a:pt x="124" y="55"/>
                  </a:lnTo>
                  <a:lnTo>
                    <a:pt x="117" y="55"/>
                  </a:lnTo>
                  <a:lnTo>
                    <a:pt x="115" y="57"/>
                  </a:lnTo>
                  <a:lnTo>
                    <a:pt x="115" y="57"/>
                  </a:lnTo>
                  <a:lnTo>
                    <a:pt x="113" y="59"/>
                  </a:lnTo>
                  <a:lnTo>
                    <a:pt x="113" y="59"/>
                  </a:lnTo>
                  <a:lnTo>
                    <a:pt x="111" y="59"/>
                  </a:lnTo>
                  <a:lnTo>
                    <a:pt x="111" y="57"/>
                  </a:lnTo>
                  <a:lnTo>
                    <a:pt x="109" y="55"/>
                  </a:lnTo>
                  <a:lnTo>
                    <a:pt x="109" y="53"/>
                  </a:lnTo>
                  <a:lnTo>
                    <a:pt x="109" y="53"/>
                  </a:lnTo>
                  <a:lnTo>
                    <a:pt x="109" y="53"/>
                  </a:lnTo>
                  <a:lnTo>
                    <a:pt x="106" y="51"/>
                  </a:lnTo>
                  <a:lnTo>
                    <a:pt x="106" y="51"/>
                  </a:lnTo>
                  <a:lnTo>
                    <a:pt x="104" y="51"/>
                  </a:lnTo>
                  <a:lnTo>
                    <a:pt x="104" y="51"/>
                  </a:lnTo>
                  <a:lnTo>
                    <a:pt x="102" y="51"/>
                  </a:lnTo>
                  <a:lnTo>
                    <a:pt x="102" y="51"/>
                  </a:lnTo>
                  <a:lnTo>
                    <a:pt x="100" y="48"/>
                  </a:lnTo>
                  <a:lnTo>
                    <a:pt x="100" y="48"/>
                  </a:lnTo>
                  <a:lnTo>
                    <a:pt x="97" y="51"/>
                  </a:lnTo>
                  <a:lnTo>
                    <a:pt x="97" y="51"/>
                  </a:lnTo>
                  <a:lnTo>
                    <a:pt x="93" y="48"/>
                  </a:lnTo>
                  <a:lnTo>
                    <a:pt x="91" y="48"/>
                  </a:lnTo>
                  <a:lnTo>
                    <a:pt x="91" y="48"/>
                  </a:lnTo>
                  <a:lnTo>
                    <a:pt x="91" y="48"/>
                  </a:lnTo>
                  <a:lnTo>
                    <a:pt x="91" y="48"/>
                  </a:lnTo>
                  <a:lnTo>
                    <a:pt x="91" y="46"/>
                  </a:lnTo>
                  <a:lnTo>
                    <a:pt x="89" y="46"/>
                  </a:lnTo>
                  <a:lnTo>
                    <a:pt x="89" y="44"/>
                  </a:lnTo>
                  <a:lnTo>
                    <a:pt x="91" y="39"/>
                  </a:lnTo>
                  <a:lnTo>
                    <a:pt x="91" y="39"/>
                  </a:lnTo>
                  <a:lnTo>
                    <a:pt x="91" y="39"/>
                  </a:lnTo>
                  <a:lnTo>
                    <a:pt x="91" y="39"/>
                  </a:lnTo>
                  <a:lnTo>
                    <a:pt x="93" y="37"/>
                  </a:lnTo>
                  <a:lnTo>
                    <a:pt x="95" y="37"/>
                  </a:lnTo>
                  <a:lnTo>
                    <a:pt x="97" y="37"/>
                  </a:lnTo>
                  <a:lnTo>
                    <a:pt x="97" y="33"/>
                  </a:lnTo>
                  <a:lnTo>
                    <a:pt x="100" y="26"/>
                  </a:lnTo>
                  <a:lnTo>
                    <a:pt x="100" y="26"/>
                  </a:lnTo>
                  <a:lnTo>
                    <a:pt x="100" y="24"/>
                  </a:lnTo>
                  <a:lnTo>
                    <a:pt x="104" y="19"/>
                  </a:lnTo>
                  <a:lnTo>
                    <a:pt x="106" y="17"/>
                  </a:lnTo>
                  <a:lnTo>
                    <a:pt x="111" y="11"/>
                  </a:lnTo>
                  <a:lnTo>
                    <a:pt x="113" y="11"/>
                  </a:lnTo>
                  <a:lnTo>
                    <a:pt x="115" y="8"/>
                  </a:lnTo>
                  <a:lnTo>
                    <a:pt x="115" y="6"/>
                  </a:lnTo>
                  <a:lnTo>
                    <a:pt x="115" y="2"/>
                  </a:lnTo>
                  <a:lnTo>
                    <a:pt x="115" y="2"/>
                  </a:lnTo>
                  <a:lnTo>
                    <a:pt x="115" y="2"/>
                  </a:lnTo>
                  <a:lnTo>
                    <a:pt x="113" y="2"/>
                  </a:lnTo>
                  <a:lnTo>
                    <a:pt x="113" y="0"/>
                  </a:lnTo>
                  <a:lnTo>
                    <a:pt x="113" y="0"/>
                  </a:lnTo>
                  <a:lnTo>
                    <a:pt x="111" y="0"/>
                  </a:lnTo>
                  <a:lnTo>
                    <a:pt x="109" y="0"/>
                  </a:lnTo>
                  <a:lnTo>
                    <a:pt x="106" y="2"/>
                  </a:lnTo>
                  <a:lnTo>
                    <a:pt x="104" y="2"/>
                  </a:lnTo>
                  <a:lnTo>
                    <a:pt x="100" y="4"/>
                  </a:lnTo>
                  <a:lnTo>
                    <a:pt x="100" y="4"/>
                  </a:lnTo>
                  <a:lnTo>
                    <a:pt x="97" y="6"/>
                  </a:lnTo>
                  <a:lnTo>
                    <a:pt x="97" y="6"/>
                  </a:lnTo>
                  <a:lnTo>
                    <a:pt x="95" y="6"/>
                  </a:lnTo>
                  <a:lnTo>
                    <a:pt x="95" y="4"/>
                  </a:lnTo>
                  <a:lnTo>
                    <a:pt x="95" y="4"/>
                  </a:lnTo>
                  <a:lnTo>
                    <a:pt x="93" y="4"/>
                  </a:lnTo>
                  <a:lnTo>
                    <a:pt x="91" y="4"/>
                  </a:lnTo>
                  <a:lnTo>
                    <a:pt x="89" y="6"/>
                  </a:lnTo>
                  <a:lnTo>
                    <a:pt x="89" y="6"/>
                  </a:lnTo>
                  <a:lnTo>
                    <a:pt x="89" y="6"/>
                  </a:lnTo>
                  <a:lnTo>
                    <a:pt x="86" y="6"/>
                  </a:lnTo>
                  <a:lnTo>
                    <a:pt x="86" y="6"/>
                  </a:lnTo>
                  <a:lnTo>
                    <a:pt x="86" y="6"/>
                  </a:lnTo>
                  <a:lnTo>
                    <a:pt x="82" y="6"/>
                  </a:lnTo>
                  <a:lnTo>
                    <a:pt x="82" y="8"/>
                  </a:lnTo>
                  <a:lnTo>
                    <a:pt x="77" y="8"/>
                  </a:lnTo>
                  <a:lnTo>
                    <a:pt x="73" y="11"/>
                  </a:lnTo>
                  <a:lnTo>
                    <a:pt x="73" y="11"/>
                  </a:lnTo>
                  <a:lnTo>
                    <a:pt x="73" y="11"/>
                  </a:lnTo>
                  <a:lnTo>
                    <a:pt x="73" y="13"/>
                  </a:lnTo>
                  <a:lnTo>
                    <a:pt x="71" y="13"/>
                  </a:lnTo>
                  <a:lnTo>
                    <a:pt x="71" y="13"/>
                  </a:lnTo>
                  <a:lnTo>
                    <a:pt x="71" y="15"/>
                  </a:lnTo>
                  <a:lnTo>
                    <a:pt x="71" y="17"/>
                  </a:lnTo>
                  <a:lnTo>
                    <a:pt x="71" y="17"/>
                  </a:lnTo>
                  <a:lnTo>
                    <a:pt x="71" y="19"/>
                  </a:lnTo>
                  <a:lnTo>
                    <a:pt x="71" y="19"/>
                  </a:lnTo>
                  <a:lnTo>
                    <a:pt x="69" y="19"/>
                  </a:lnTo>
                  <a:lnTo>
                    <a:pt x="69" y="19"/>
                  </a:lnTo>
                  <a:lnTo>
                    <a:pt x="69" y="19"/>
                  </a:lnTo>
                  <a:lnTo>
                    <a:pt x="69" y="19"/>
                  </a:lnTo>
                  <a:lnTo>
                    <a:pt x="69" y="19"/>
                  </a:lnTo>
                  <a:lnTo>
                    <a:pt x="66" y="22"/>
                  </a:lnTo>
                  <a:lnTo>
                    <a:pt x="66" y="22"/>
                  </a:lnTo>
                  <a:lnTo>
                    <a:pt x="66" y="24"/>
                  </a:lnTo>
                  <a:lnTo>
                    <a:pt x="62" y="26"/>
                  </a:lnTo>
                  <a:lnTo>
                    <a:pt x="55" y="28"/>
                  </a:lnTo>
                  <a:lnTo>
                    <a:pt x="55" y="31"/>
                  </a:lnTo>
                  <a:lnTo>
                    <a:pt x="55" y="31"/>
                  </a:lnTo>
                  <a:lnTo>
                    <a:pt x="55" y="31"/>
                  </a:lnTo>
                  <a:lnTo>
                    <a:pt x="53" y="31"/>
                  </a:lnTo>
                  <a:lnTo>
                    <a:pt x="53" y="31"/>
                  </a:lnTo>
                  <a:lnTo>
                    <a:pt x="53" y="33"/>
                  </a:lnTo>
                  <a:lnTo>
                    <a:pt x="51" y="33"/>
                  </a:lnTo>
                  <a:lnTo>
                    <a:pt x="51" y="33"/>
                  </a:lnTo>
                  <a:lnTo>
                    <a:pt x="51" y="31"/>
                  </a:lnTo>
                  <a:lnTo>
                    <a:pt x="51" y="31"/>
                  </a:lnTo>
                  <a:lnTo>
                    <a:pt x="51" y="31"/>
                  </a:lnTo>
                  <a:lnTo>
                    <a:pt x="49" y="31"/>
                  </a:lnTo>
                  <a:lnTo>
                    <a:pt x="49" y="33"/>
                  </a:lnTo>
                  <a:lnTo>
                    <a:pt x="46" y="35"/>
                  </a:lnTo>
                  <a:lnTo>
                    <a:pt x="46" y="37"/>
                  </a:lnTo>
                  <a:lnTo>
                    <a:pt x="44" y="37"/>
                  </a:lnTo>
                  <a:lnTo>
                    <a:pt x="38" y="33"/>
                  </a:lnTo>
                  <a:lnTo>
                    <a:pt x="35" y="33"/>
                  </a:lnTo>
                  <a:lnTo>
                    <a:pt x="35" y="35"/>
                  </a:lnTo>
                  <a:lnTo>
                    <a:pt x="35" y="35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31" y="33"/>
                  </a:lnTo>
                  <a:lnTo>
                    <a:pt x="22" y="28"/>
                  </a:lnTo>
                  <a:lnTo>
                    <a:pt x="22" y="28"/>
                  </a:lnTo>
                  <a:lnTo>
                    <a:pt x="20" y="28"/>
                  </a:lnTo>
                  <a:lnTo>
                    <a:pt x="20" y="28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18" y="24"/>
                  </a:lnTo>
                  <a:lnTo>
                    <a:pt x="18" y="24"/>
                  </a:lnTo>
                  <a:lnTo>
                    <a:pt x="18" y="24"/>
                  </a:lnTo>
                  <a:lnTo>
                    <a:pt x="18" y="24"/>
                  </a:lnTo>
                  <a:lnTo>
                    <a:pt x="15" y="26"/>
                  </a:lnTo>
                  <a:lnTo>
                    <a:pt x="15" y="28"/>
                  </a:lnTo>
                  <a:lnTo>
                    <a:pt x="15" y="28"/>
                  </a:lnTo>
                  <a:lnTo>
                    <a:pt x="15" y="31"/>
                  </a:lnTo>
                  <a:lnTo>
                    <a:pt x="13" y="31"/>
                  </a:lnTo>
                  <a:lnTo>
                    <a:pt x="13" y="33"/>
                  </a:lnTo>
                  <a:lnTo>
                    <a:pt x="9" y="46"/>
                  </a:lnTo>
                  <a:lnTo>
                    <a:pt x="7" y="48"/>
                  </a:lnTo>
                  <a:lnTo>
                    <a:pt x="7" y="48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9" y="51"/>
                  </a:lnTo>
                  <a:lnTo>
                    <a:pt x="9" y="51"/>
                  </a:lnTo>
                  <a:lnTo>
                    <a:pt x="9" y="53"/>
                  </a:lnTo>
                  <a:lnTo>
                    <a:pt x="9" y="53"/>
                  </a:lnTo>
                  <a:lnTo>
                    <a:pt x="9" y="55"/>
                  </a:lnTo>
                  <a:lnTo>
                    <a:pt x="9" y="55"/>
                  </a:lnTo>
                  <a:lnTo>
                    <a:pt x="9" y="55"/>
                  </a:lnTo>
                  <a:lnTo>
                    <a:pt x="9" y="57"/>
                  </a:lnTo>
                  <a:lnTo>
                    <a:pt x="7" y="59"/>
                  </a:lnTo>
                  <a:lnTo>
                    <a:pt x="7" y="59"/>
                  </a:lnTo>
                  <a:lnTo>
                    <a:pt x="4" y="62"/>
                  </a:lnTo>
                  <a:lnTo>
                    <a:pt x="4" y="62"/>
                  </a:lnTo>
                  <a:lnTo>
                    <a:pt x="2" y="64"/>
                  </a:lnTo>
                  <a:lnTo>
                    <a:pt x="2" y="64"/>
                  </a:lnTo>
                  <a:lnTo>
                    <a:pt x="0" y="66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2" y="73"/>
                  </a:lnTo>
                  <a:lnTo>
                    <a:pt x="2" y="73"/>
                  </a:lnTo>
                  <a:lnTo>
                    <a:pt x="2" y="73"/>
                  </a:lnTo>
                  <a:lnTo>
                    <a:pt x="4" y="73"/>
                  </a:lnTo>
                  <a:lnTo>
                    <a:pt x="4" y="73"/>
                  </a:lnTo>
                  <a:lnTo>
                    <a:pt x="4" y="75"/>
                  </a:lnTo>
                  <a:lnTo>
                    <a:pt x="4" y="75"/>
                  </a:lnTo>
                  <a:lnTo>
                    <a:pt x="4" y="77"/>
                  </a:lnTo>
                  <a:lnTo>
                    <a:pt x="7" y="77"/>
                  </a:lnTo>
                  <a:lnTo>
                    <a:pt x="7" y="79"/>
                  </a:lnTo>
                  <a:lnTo>
                    <a:pt x="7" y="79"/>
                  </a:lnTo>
                  <a:lnTo>
                    <a:pt x="4" y="82"/>
                  </a:lnTo>
                  <a:lnTo>
                    <a:pt x="4" y="84"/>
                  </a:lnTo>
                  <a:lnTo>
                    <a:pt x="7" y="84"/>
                  </a:lnTo>
                  <a:lnTo>
                    <a:pt x="7" y="84"/>
                  </a:lnTo>
                  <a:lnTo>
                    <a:pt x="7" y="84"/>
                  </a:lnTo>
                  <a:lnTo>
                    <a:pt x="9" y="84"/>
                  </a:lnTo>
                  <a:lnTo>
                    <a:pt x="9" y="86"/>
                  </a:lnTo>
                  <a:lnTo>
                    <a:pt x="9" y="86"/>
                  </a:lnTo>
                  <a:lnTo>
                    <a:pt x="9" y="86"/>
                  </a:lnTo>
                  <a:lnTo>
                    <a:pt x="11" y="88"/>
                  </a:lnTo>
                  <a:lnTo>
                    <a:pt x="11" y="88"/>
                  </a:lnTo>
                  <a:lnTo>
                    <a:pt x="11" y="88"/>
                  </a:lnTo>
                  <a:lnTo>
                    <a:pt x="13" y="88"/>
                  </a:lnTo>
                  <a:lnTo>
                    <a:pt x="13" y="88"/>
                  </a:lnTo>
                  <a:lnTo>
                    <a:pt x="15" y="88"/>
                  </a:lnTo>
                  <a:lnTo>
                    <a:pt x="15" y="90"/>
                  </a:lnTo>
                  <a:lnTo>
                    <a:pt x="15" y="90"/>
                  </a:lnTo>
                  <a:lnTo>
                    <a:pt x="15" y="93"/>
                  </a:lnTo>
                  <a:lnTo>
                    <a:pt x="15" y="95"/>
                  </a:lnTo>
                  <a:lnTo>
                    <a:pt x="15" y="95"/>
                  </a:lnTo>
                  <a:lnTo>
                    <a:pt x="15" y="97"/>
                  </a:lnTo>
                  <a:lnTo>
                    <a:pt x="15" y="97"/>
                  </a:lnTo>
                  <a:lnTo>
                    <a:pt x="15" y="97"/>
                  </a:lnTo>
                  <a:lnTo>
                    <a:pt x="13" y="99"/>
                  </a:lnTo>
                  <a:lnTo>
                    <a:pt x="13" y="101"/>
                  </a:lnTo>
                  <a:lnTo>
                    <a:pt x="11" y="104"/>
                  </a:lnTo>
                  <a:lnTo>
                    <a:pt x="11" y="104"/>
                  </a:lnTo>
                  <a:lnTo>
                    <a:pt x="9" y="106"/>
                  </a:lnTo>
                  <a:lnTo>
                    <a:pt x="9" y="106"/>
                  </a:lnTo>
                  <a:lnTo>
                    <a:pt x="9" y="106"/>
                  </a:lnTo>
                  <a:lnTo>
                    <a:pt x="9" y="108"/>
                  </a:lnTo>
                  <a:lnTo>
                    <a:pt x="9" y="108"/>
                  </a:lnTo>
                  <a:lnTo>
                    <a:pt x="9" y="110"/>
                  </a:lnTo>
                  <a:lnTo>
                    <a:pt x="9" y="110"/>
                  </a:lnTo>
                  <a:lnTo>
                    <a:pt x="7" y="113"/>
                  </a:lnTo>
                  <a:lnTo>
                    <a:pt x="7" y="113"/>
                  </a:lnTo>
                  <a:lnTo>
                    <a:pt x="4" y="115"/>
                  </a:lnTo>
                  <a:lnTo>
                    <a:pt x="4" y="115"/>
                  </a:lnTo>
                  <a:lnTo>
                    <a:pt x="2" y="115"/>
                  </a:lnTo>
                  <a:lnTo>
                    <a:pt x="2" y="117"/>
                  </a:lnTo>
                  <a:lnTo>
                    <a:pt x="4" y="117"/>
                  </a:lnTo>
                  <a:lnTo>
                    <a:pt x="4" y="117"/>
                  </a:lnTo>
                  <a:lnTo>
                    <a:pt x="4" y="117"/>
                  </a:lnTo>
                  <a:lnTo>
                    <a:pt x="7" y="117"/>
                  </a:lnTo>
                  <a:lnTo>
                    <a:pt x="7" y="117"/>
                  </a:lnTo>
                  <a:lnTo>
                    <a:pt x="7" y="117"/>
                  </a:lnTo>
                  <a:lnTo>
                    <a:pt x="7" y="117"/>
                  </a:lnTo>
                  <a:lnTo>
                    <a:pt x="7" y="117"/>
                  </a:lnTo>
                  <a:lnTo>
                    <a:pt x="7" y="119"/>
                  </a:lnTo>
                  <a:lnTo>
                    <a:pt x="7" y="119"/>
                  </a:lnTo>
                  <a:lnTo>
                    <a:pt x="7" y="121"/>
                  </a:lnTo>
                  <a:lnTo>
                    <a:pt x="7" y="121"/>
                  </a:lnTo>
                  <a:lnTo>
                    <a:pt x="9" y="121"/>
                  </a:lnTo>
                  <a:lnTo>
                    <a:pt x="9" y="121"/>
                  </a:lnTo>
                  <a:lnTo>
                    <a:pt x="9" y="121"/>
                  </a:lnTo>
                  <a:lnTo>
                    <a:pt x="9" y="124"/>
                  </a:lnTo>
                  <a:lnTo>
                    <a:pt x="9" y="124"/>
                  </a:lnTo>
                  <a:lnTo>
                    <a:pt x="11" y="121"/>
                  </a:lnTo>
                  <a:lnTo>
                    <a:pt x="11" y="121"/>
                  </a:lnTo>
                  <a:lnTo>
                    <a:pt x="11" y="121"/>
                  </a:lnTo>
                  <a:lnTo>
                    <a:pt x="11" y="124"/>
                  </a:lnTo>
                  <a:lnTo>
                    <a:pt x="11" y="124"/>
                  </a:lnTo>
                  <a:lnTo>
                    <a:pt x="11" y="124"/>
                  </a:lnTo>
                  <a:lnTo>
                    <a:pt x="11" y="126"/>
                  </a:lnTo>
                  <a:lnTo>
                    <a:pt x="13" y="126"/>
                  </a:lnTo>
                  <a:lnTo>
                    <a:pt x="13" y="126"/>
                  </a:lnTo>
                  <a:lnTo>
                    <a:pt x="13" y="126"/>
                  </a:lnTo>
                  <a:lnTo>
                    <a:pt x="15" y="128"/>
                  </a:lnTo>
                  <a:lnTo>
                    <a:pt x="15" y="128"/>
                  </a:lnTo>
                  <a:lnTo>
                    <a:pt x="15" y="128"/>
                  </a:lnTo>
                  <a:lnTo>
                    <a:pt x="15" y="128"/>
                  </a:lnTo>
                  <a:lnTo>
                    <a:pt x="15" y="128"/>
                  </a:lnTo>
                  <a:lnTo>
                    <a:pt x="18" y="128"/>
                  </a:lnTo>
                  <a:lnTo>
                    <a:pt x="18" y="128"/>
                  </a:lnTo>
                  <a:lnTo>
                    <a:pt x="20" y="128"/>
                  </a:lnTo>
                  <a:lnTo>
                    <a:pt x="20" y="128"/>
                  </a:lnTo>
                  <a:lnTo>
                    <a:pt x="20" y="126"/>
                  </a:lnTo>
                  <a:lnTo>
                    <a:pt x="22" y="126"/>
                  </a:lnTo>
                  <a:lnTo>
                    <a:pt x="22" y="126"/>
                  </a:lnTo>
                  <a:lnTo>
                    <a:pt x="22" y="126"/>
                  </a:lnTo>
                  <a:lnTo>
                    <a:pt x="22" y="126"/>
                  </a:lnTo>
                  <a:lnTo>
                    <a:pt x="24" y="126"/>
                  </a:lnTo>
                  <a:lnTo>
                    <a:pt x="24" y="126"/>
                  </a:lnTo>
                  <a:lnTo>
                    <a:pt x="24" y="126"/>
                  </a:lnTo>
                  <a:lnTo>
                    <a:pt x="24" y="126"/>
                  </a:lnTo>
                  <a:lnTo>
                    <a:pt x="24" y="126"/>
                  </a:lnTo>
                  <a:lnTo>
                    <a:pt x="24" y="126"/>
                  </a:lnTo>
                  <a:lnTo>
                    <a:pt x="27" y="126"/>
                  </a:lnTo>
                  <a:lnTo>
                    <a:pt x="27" y="124"/>
                  </a:lnTo>
                  <a:lnTo>
                    <a:pt x="29" y="124"/>
                  </a:lnTo>
                  <a:lnTo>
                    <a:pt x="29" y="124"/>
                  </a:lnTo>
                  <a:lnTo>
                    <a:pt x="31" y="124"/>
                  </a:lnTo>
                  <a:lnTo>
                    <a:pt x="31" y="124"/>
                  </a:lnTo>
                  <a:lnTo>
                    <a:pt x="31" y="124"/>
                  </a:lnTo>
                  <a:lnTo>
                    <a:pt x="31" y="126"/>
                  </a:lnTo>
                  <a:lnTo>
                    <a:pt x="31" y="126"/>
                  </a:lnTo>
                  <a:lnTo>
                    <a:pt x="33" y="128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3" y="133"/>
                  </a:lnTo>
                  <a:lnTo>
                    <a:pt x="33" y="133"/>
                  </a:lnTo>
                  <a:lnTo>
                    <a:pt x="33" y="133"/>
                  </a:lnTo>
                  <a:lnTo>
                    <a:pt x="33" y="133"/>
                  </a:lnTo>
                  <a:lnTo>
                    <a:pt x="33" y="133"/>
                  </a:lnTo>
                  <a:lnTo>
                    <a:pt x="33" y="133"/>
                  </a:lnTo>
                  <a:lnTo>
                    <a:pt x="35" y="133"/>
                  </a:lnTo>
                  <a:lnTo>
                    <a:pt x="35" y="135"/>
                  </a:lnTo>
                  <a:lnTo>
                    <a:pt x="35" y="135"/>
                  </a:lnTo>
                  <a:lnTo>
                    <a:pt x="38" y="135"/>
                  </a:lnTo>
                  <a:lnTo>
                    <a:pt x="38" y="135"/>
                  </a:lnTo>
                  <a:lnTo>
                    <a:pt x="38" y="133"/>
                  </a:lnTo>
                  <a:lnTo>
                    <a:pt x="38" y="133"/>
                  </a:lnTo>
                  <a:lnTo>
                    <a:pt x="38" y="133"/>
                  </a:lnTo>
                  <a:lnTo>
                    <a:pt x="38" y="133"/>
                  </a:lnTo>
                  <a:lnTo>
                    <a:pt x="38" y="133"/>
                  </a:lnTo>
                  <a:lnTo>
                    <a:pt x="38" y="133"/>
                  </a:lnTo>
                  <a:lnTo>
                    <a:pt x="38" y="130"/>
                  </a:lnTo>
                  <a:lnTo>
                    <a:pt x="38" y="133"/>
                  </a:lnTo>
                  <a:lnTo>
                    <a:pt x="40" y="133"/>
                  </a:lnTo>
                  <a:lnTo>
                    <a:pt x="40" y="133"/>
                  </a:lnTo>
                  <a:lnTo>
                    <a:pt x="40" y="133"/>
                  </a:lnTo>
                  <a:lnTo>
                    <a:pt x="40" y="133"/>
                  </a:lnTo>
                  <a:lnTo>
                    <a:pt x="40" y="133"/>
                  </a:lnTo>
                  <a:lnTo>
                    <a:pt x="40" y="133"/>
                  </a:lnTo>
                  <a:lnTo>
                    <a:pt x="42" y="133"/>
                  </a:lnTo>
                  <a:lnTo>
                    <a:pt x="42" y="133"/>
                  </a:lnTo>
                  <a:lnTo>
                    <a:pt x="42" y="130"/>
                  </a:lnTo>
                  <a:lnTo>
                    <a:pt x="42" y="130"/>
                  </a:lnTo>
                  <a:lnTo>
                    <a:pt x="42" y="130"/>
                  </a:lnTo>
                  <a:lnTo>
                    <a:pt x="42" y="130"/>
                  </a:lnTo>
                  <a:lnTo>
                    <a:pt x="44" y="128"/>
                  </a:lnTo>
                  <a:lnTo>
                    <a:pt x="44" y="128"/>
                  </a:lnTo>
                  <a:lnTo>
                    <a:pt x="44" y="128"/>
                  </a:lnTo>
                  <a:lnTo>
                    <a:pt x="44" y="128"/>
                  </a:lnTo>
                  <a:lnTo>
                    <a:pt x="44" y="128"/>
                  </a:lnTo>
                  <a:lnTo>
                    <a:pt x="44" y="128"/>
                  </a:lnTo>
                  <a:lnTo>
                    <a:pt x="44" y="128"/>
                  </a:lnTo>
                  <a:lnTo>
                    <a:pt x="46" y="130"/>
                  </a:lnTo>
                  <a:lnTo>
                    <a:pt x="46" y="130"/>
                  </a:lnTo>
                  <a:lnTo>
                    <a:pt x="46" y="130"/>
                  </a:lnTo>
                  <a:lnTo>
                    <a:pt x="46" y="130"/>
                  </a:lnTo>
                  <a:lnTo>
                    <a:pt x="46" y="130"/>
                  </a:lnTo>
                  <a:lnTo>
                    <a:pt x="46" y="130"/>
                  </a:lnTo>
                  <a:lnTo>
                    <a:pt x="46" y="130"/>
                  </a:lnTo>
                  <a:lnTo>
                    <a:pt x="49" y="133"/>
                  </a:lnTo>
                  <a:lnTo>
                    <a:pt x="49" y="133"/>
                  </a:lnTo>
                  <a:lnTo>
                    <a:pt x="49" y="133"/>
                  </a:lnTo>
                  <a:lnTo>
                    <a:pt x="49" y="133"/>
                  </a:lnTo>
                  <a:lnTo>
                    <a:pt x="49" y="130"/>
                  </a:lnTo>
                  <a:lnTo>
                    <a:pt x="49" y="130"/>
                  </a:lnTo>
                  <a:lnTo>
                    <a:pt x="49" y="130"/>
                  </a:lnTo>
                  <a:lnTo>
                    <a:pt x="49" y="130"/>
                  </a:lnTo>
                  <a:lnTo>
                    <a:pt x="49" y="130"/>
                  </a:lnTo>
                  <a:lnTo>
                    <a:pt x="49" y="130"/>
                  </a:lnTo>
                  <a:lnTo>
                    <a:pt x="49" y="130"/>
                  </a:lnTo>
                  <a:lnTo>
                    <a:pt x="49" y="128"/>
                  </a:lnTo>
                  <a:lnTo>
                    <a:pt x="49" y="128"/>
                  </a:lnTo>
                  <a:lnTo>
                    <a:pt x="51" y="128"/>
                  </a:lnTo>
                  <a:lnTo>
                    <a:pt x="51" y="128"/>
                  </a:lnTo>
                  <a:lnTo>
                    <a:pt x="51" y="128"/>
                  </a:lnTo>
                  <a:lnTo>
                    <a:pt x="53" y="126"/>
                  </a:lnTo>
                  <a:lnTo>
                    <a:pt x="53" y="126"/>
                  </a:lnTo>
                  <a:lnTo>
                    <a:pt x="53" y="128"/>
                  </a:lnTo>
                  <a:lnTo>
                    <a:pt x="58" y="128"/>
                  </a:lnTo>
                  <a:lnTo>
                    <a:pt x="58" y="128"/>
                  </a:lnTo>
                  <a:lnTo>
                    <a:pt x="58" y="128"/>
                  </a:lnTo>
                  <a:lnTo>
                    <a:pt x="60" y="126"/>
                  </a:lnTo>
                  <a:lnTo>
                    <a:pt x="60" y="126"/>
                  </a:lnTo>
                  <a:lnTo>
                    <a:pt x="60" y="126"/>
                  </a:lnTo>
                  <a:lnTo>
                    <a:pt x="60" y="126"/>
                  </a:lnTo>
                  <a:lnTo>
                    <a:pt x="62" y="124"/>
                  </a:lnTo>
                  <a:lnTo>
                    <a:pt x="62" y="121"/>
                  </a:lnTo>
                  <a:lnTo>
                    <a:pt x="64" y="121"/>
                  </a:lnTo>
                  <a:lnTo>
                    <a:pt x="64" y="121"/>
                  </a:lnTo>
                  <a:lnTo>
                    <a:pt x="64" y="119"/>
                  </a:lnTo>
                  <a:lnTo>
                    <a:pt x="71" y="119"/>
                  </a:lnTo>
                  <a:lnTo>
                    <a:pt x="71" y="117"/>
                  </a:lnTo>
                  <a:lnTo>
                    <a:pt x="71" y="117"/>
                  </a:lnTo>
                  <a:lnTo>
                    <a:pt x="73" y="117"/>
                  </a:lnTo>
                  <a:lnTo>
                    <a:pt x="75" y="115"/>
                  </a:lnTo>
                  <a:lnTo>
                    <a:pt x="75" y="113"/>
                  </a:lnTo>
                  <a:lnTo>
                    <a:pt x="75" y="113"/>
                  </a:lnTo>
                  <a:lnTo>
                    <a:pt x="84" y="108"/>
                  </a:lnTo>
                  <a:lnTo>
                    <a:pt x="89" y="106"/>
                  </a:lnTo>
                  <a:lnTo>
                    <a:pt x="89" y="106"/>
                  </a:lnTo>
                  <a:lnTo>
                    <a:pt x="89" y="106"/>
                  </a:lnTo>
                  <a:lnTo>
                    <a:pt x="89" y="106"/>
                  </a:lnTo>
                  <a:lnTo>
                    <a:pt x="89" y="104"/>
                  </a:lnTo>
                  <a:lnTo>
                    <a:pt x="91" y="104"/>
                  </a:lnTo>
                  <a:lnTo>
                    <a:pt x="91" y="104"/>
                  </a:lnTo>
                  <a:lnTo>
                    <a:pt x="91" y="101"/>
                  </a:lnTo>
                  <a:lnTo>
                    <a:pt x="93" y="101"/>
                  </a:lnTo>
                  <a:lnTo>
                    <a:pt x="93" y="101"/>
                  </a:lnTo>
                  <a:lnTo>
                    <a:pt x="93" y="99"/>
                  </a:lnTo>
                  <a:lnTo>
                    <a:pt x="93" y="99"/>
                  </a:lnTo>
                  <a:lnTo>
                    <a:pt x="93" y="99"/>
                  </a:lnTo>
                  <a:lnTo>
                    <a:pt x="93" y="99"/>
                  </a:lnTo>
                  <a:lnTo>
                    <a:pt x="95" y="97"/>
                  </a:lnTo>
                  <a:lnTo>
                    <a:pt x="97" y="97"/>
                  </a:lnTo>
                  <a:lnTo>
                    <a:pt x="97" y="97"/>
                  </a:lnTo>
                  <a:lnTo>
                    <a:pt x="97" y="97"/>
                  </a:lnTo>
                  <a:lnTo>
                    <a:pt x="97" y="97"/>
                  </a:lnTo>
                  <a:lnTo>
                    <a:pt x="97" y="99"/>
                  </a:lnTo>
                  <a:lnTo>
                    <a:pt x="97" y="99"/>
                  </a:lnTo>
                  <a:lnTo>
                    <a:pt x="100" y="99"/>
                  </a:lnTo>
                  <a:lnTo>
                    <a:pt x="100" y="97"/>
                  </a:lnTo>
                  <a:lnTo>
                    <a:pt x="100" y="97"/>
                  </a:lnTo>
                  <a:lnTo>
                    <a:pt x="100" y="97"/>
                  </a:lnTo>
                  <a:lnTo>
                    <a:pt x="100" y="97"/>
                  </a:lnTo>
                  <a:lnTo>
                    <a:pt x="102" y="97"/>
                  </a:lnTo>
                  <a:lnTo>
                    <a:pt x="102" y="95"/>
                  </a:lnTo>
                  <a:lnTo>
                    <a:pt x="102" y="95"/>
                  </a:lnTo>
                  <a:lnTo>
                    <a:pt x="102" y="95"/>
                  </a:lnTo>
                  <a:lnTo>
                    <a:pt x="102" y="95"/>
                  </a:lnTo>
                  <a:lnTo>
                    <a:pt x="102" y="93"/>
                  </a:lnTo>
                  <a:lnTo>
                    <a:pt x="102" y="93"/>
                  </a:lnTo>
                  <a:lnTo>
                    <a:pt x="109" y="93"/>
                  </a:lnTo>
                  <a:lnTo>
                    <a:pt x="109" y="93"/>
                  </a:lnTo>
                  <a:lnTo>
                    <a:pt x="109" y="93"/>
                  </a:lnTo>
                  <a:lnTo>
                    <a:pt x="109" y="90"/>
                  </a:lnTo>
                  <a:lnTo>
                    <a:pt x="111" y="93"/>
                  </a:lnTo>
                  <a:lnTo>
                    <a:pt x="111" y="93"/>
                  </a:lnTo>
                  <a:lnTo>
                    <a:pt x="117" y="97"/>
                  </a:lnTo>
                  <a:lnTo>
                    <a:pt x="120" y="99"/>
                  </a:lnTo>
                  <a:lnTo>
                    <a:pt x="122" y="99"/>
                  </a:lnTo>
                  <a:lnTo>
                    <a:pt x="124" y="99"/>
                  </a:lnTo>
                  <a:lnTo>
                    <a:pt x="124" y="99"/>
                  </a:lnTo>
                  <a:lnTo>
                    <a:pt x="124" y="99"/>
                  </a:lnTo>
                  <a:lnTo>
                    <a:pt x="126" y="99"/>
                  </a:lnTo>
                  <a:lnTo>
                    <a:pt x="126" y="99"/>
                  </a:lnTo>
                  <a:lnTo>
                    <a:pt x="126" y="99"/>
                  </a:lnTo>
                  <a:lnTo>
                    <a:pt x="126" y="101"/>
                  </a:lnTo>
                  <a:lnTo>
                    <a:pt x="126" y="101"/>
                  </a:lnTo>
                  <a:lnTo>
                    <a:pt x="126" y="101"/>
                  </a:lnTo>
                  <a:lnTo>
                    <a:pt x="126" y="101"/>
                  </a:lnTo>
                  <a:lnTo>
                    <a:pt x="126" y="101"/>
                  </a:lnTo>
                  <a:lnTo>
                    <a:pt x="126" y="104"/>
                  </a:lnTo>
                  <a:lnTo>
                    <a:pt x="126" y="104"/>
                  </a:lnTo>
                  <a:lnTo>
                    <a:pt x="126" y="104"/>
                  </a:lnTo>
                  <a:lnTo>
                    <a:pt x="126" y="104"/>
                  </a:lnTo>
                  <a:lnTo>
                    <a:pt x="126" y="104"/>
                  </a:lnTo>
                  <a:lnTo>
                    <a:pt x="128" y="106"/>
                  </a:lnTo>
                  <a:lnTo>
                    <a:pt x="128" y="106"/>
                  </a:lnTo>
                  <a:lnTo>
                    <a:pt x="128" y="108"/>
                  </a:lnTo>
                  <a:lnTo>
                    <a:pt x="128" y="108"/>
                  </a:lnTo>
                  <a:lnTo>
                    <a:pt x="128" y="108"/>
                  </a:lnTo>
                  <a:lnTo>
                    <a:pt x="128" y="108"/>
                  </a:lnTo>
                  <a:lnTo>
                    <a:pt x="126" y="108"/>
                  </a:lnTo>
                  <a:lnTo>
                    <a:pt x="124" y="110"/>
                  </a:lnTo>
                  <a:lnTo>
                    <a:pt x="122" y="110"/>
                  </a:lnTo>
                  <a:lnTo>
                    <a:pt x="120" y="113"/>
                  </a:lnTo>
                  <a:lnTo>
                    <a:pt x="120" y="113"/>
                  </a:lnTo>
                  <a:lnTo>
                    <a:pt x="117" y="113"/>
                  </a:lnTo>
                  <a:lnTo>
                    <a:pt x="117" y="113"/>
                  </a:lnTo>
                  <a:lnTo>
                    <a:pt x="115" y="113"/>
                  </a:lnTo>
                  <a:lnTo>
                    <a:pt x="115" y="113"/>
                  </a:lnTo>
                  <a:lnTo>
                    <a:pt x="115" y="113"/>
                  </a:lnTo>
                  <a:lnTo>
                    <a:pt x="115" y="113"/>
                  </a:lnTo>
                  <a:lnTo>
                    <a:pt x="115" y="113"/>
                  </a:lnTo>
                  <a:lnTo>
                    <a:pt x="113" y="115"/>
                  </a:lnTo>
                  <a:lnTo>
                    <a:pt x="113" y="115"/>
                  </a:lnTo>
                  <a:lnTo>
                    <a:pt x="113" y="115"/>
                  </a:lnTo>
                  <a:lnTo>
                    <a:pt x="113" y="117"/>
                  </a:lnTo>
                  <a:lnTo>
                    <a:pt x="113" y="119"/>
                  </a:lnTo>
                  <a:lnTo>
                    <a:pt x="113" y="119"/>
                  </a:lnTo>
                  <a:lnTo>
                    <a:pt x="113" y="119"/>
                  </a:lnTo>
                  <a:lnTo>
                    <a:pt x="113" y="119"/>
                  </a:lnTo>
                  <a:lnTo>
                    <a:pt x="115" y="124"/>
                  </a:lnTo>
                  <a:lnTo>
                    <a:pt x="115" y="124"/>
                  </a:lnTo>
                  <a:lnTo>
                    <a:pt x="115" y="126"/>
                  </a:lnTo>
                  <a:lnTo>
                    <a:pt x="115" y="126"/>
                  </a:lnTo>
                  <a:lnTo>
                    <a:pt x="115" y="128"/>
                  </a:lnTo>
                  <a:lnTo>
                    <a:pt x="115" y="128"/>
                  </a:lnTo>
                  <a:lnTo>
                    <a:pt x="115" y="128"/>
                  </a:lnTo>
                  <a:lnTo>
                    <a:pt x="115" y="128"/>
                  </a:lnTo>
                  <a:lnTo>
                    <a:pt x="115" y="128"/>
                  </a:lnTo>
                  <a:lnTo>
                    <a:pt x="115" y="130"/>
                  </a:lnTo>
                  <a:lnTo>
                    <a:pt x="115" y="130"/>
                  </a:lnTo>
                  <a:lnTo>
                    <a:pt x="113" y="130"/>
                  </a:lnTo>
                  <a:lnTo>
                    <a:pt x="111" y="133"/>
                  </a:lnTo>
                  <a:lnTo>
                    <a:pt x="111" y="133"/>
                  </a:lnTo>
                  <a:lnTo>
                    <a:pt x="111" y="133"/>
                  </a:lnTo>
                  <a:lnTo>
                    <a:pt x="111" y="135"/>
                  </a:lnTo>
                  <a:lnTo>
                    <a:pt x="111" y="135"/>
                  </a:lnTo>
                  <a:lnTo>
                    <a:pt x="106" y="139"/>
                  </a:lnTo>
                  <a:lnTo>
                    <a:pt x="106" y="139"/>
                  </a:lnTo>
                  <a:lnTo>
                    <a:pt x="106" y="141"/>
                  </a:lnTo>
                  <a:lnTo>
                    <a:pt x="104" y="141"/>
                  </a:lnTo>
                  <a:lnTo>
                    <a:pt x="104" y="144"/>
                  </a:lnTo>
                  <a:lnTo>
                    <a:pt x="102" y="144"/>
                  </a:lnTo>
                  <a:lnTo>
                    <a:pt x="102" y="144"/>
                  </a:lnTo>
                  <a:lnTo>
                    <a:pt x="102" y="144"/>
                  </a:lnTo>
                  <a:lnTo>
                    <a:pt x="102" y="146"/>
                  </a:lnTo>
                  <a:lnTo>
                    <a:pt x="104" y="146"/>
                  </a:lnTo>
                  <a:lnTo>
                    <a:pt x="104" y="146"/>
                  </a:lnTo>
                  <a:lnTo>
                    <a:pt x="104" y="146"/>
                  </a:lnTo>
                  <a:lnTo>
                    <a:pt x="104" y="146"/>
                  </a:lnTo>
                  <a:lnTo>
                    <a:pt x="104" y="146"/>
                  </a:lnTo>
                  <a:lnTo>
                    <a:pt x="104" y="146"/>
                  </a:lnTo>
                  <a:lnTo>
                    <a:pt x="104" y="146"/>
                  </a:lnTo>
                  <a:lnTo>
                    <a:pt x="106" y="146"/>
                  </a:lnTo>
                  <a:lnTo>
                    <a:pt x="106" y="144"/>
                  </a:lnTo>
                  <a:lnTo>
                    <a:pt x="106" y="144"/>
                  </a:lnTo>
                  <a:lnTo>
                    <a:pt x="106" y="144"/>
                  </a:lnTo>
                  <a:lnTo>
                    <a:pt x="109" y="144"/>
                  </a:lnTo>
                  <a:lnTo>
                    <a:pt x="109" y="144"/>
                  </a:lnTo>
                  <a:lnTo>
                    <a:pt x="109" y="144"/>
                  </a:lnTo>
                  <a:lnTo>
                    <a:pt x="109" y="144"/>
                  </a:lnTo>
                  <a:lnTo>
                    <a:pt x="111" y="144"/>
                  </a:lnTo>
                  <a:lnTo>
                    <a:pt x="111" y="144"/>
                  </a:lnTo>
                  <a:lnTo>
                    <a:pt x="111" y="144"/>
                  </a:lnTo>
                  <a:lnTo>
                    <a:pt x="111" y="144"/>
                  </a:lnTo>
                  <a:lnTo>
                    <a:pt x="113" y="141"/>
                  </a:lnTo>
                  <a:lnTo>
                    <a:pt x="113" y="141"/>
                  </a:lnTo>
                  <a:lnTo>
                    <a:pt x="113" y="141"/>
                  </a:lnTo>
                  <a:lnTo>
                    <a:pt x="113" y="141"/>
                  </a:lnTo>
                  <a:lnTo>
                    <a:pt x="115" y="144"/>
                  </a:lnTo>
                  <a:lnTo>
                    <a:pt x="115" y="144"/>
                  </a:lnTo>
                  <a:lnTo>
                    <a:pt x="117" y="144"/>
                  </a:lnTo>
                  <a:lnTo>
                    <a:pt x="117" y="144"/>
                  </a:lnTo>
                  <a:lnTo>
                    <a:pt x="117" y="144"/>
                  </a:lnTo>
                  <a:lnTo>
                    <a:pt x="117" y="146"/>
                  </a:lnTo>
                  <a:lnTo>
                    <a:pt x="117" y="146"/>
                  </a:lnTo>
                  <a:lnTo>
                    <a:pt x="117" y="146"/>
                  </a:lnTo>
                  <a:lnTo>
                    <a:pt x="117" y="148"/>
                  </a:lnTo>
                  <a:lnTo>
                    <a:pt x="117" y="148"/>
                  </a:lnTo>
                  <a:lnTo>
                    <a:pt x="117" y="148"/>
                  </a:lnTo>
                  <a:lnTo>
                    <a:pt x="117" y="148"/>
                  </a:lnTo>
                  <a:lnTo>
                    <a:pt x="117" y="148"/>
                  </a:lnTo>
                  <a:lnTo>
                    <a:pt x="117" y="150"/>
                  </a:lnTo>
                  <a:lnTo>
                    <a:pt x="117" y="150"/>
                  </a:lnTo>
                  <a:lnTo>
                    <a:pt x="117" y="152"/>
                  </a:lnTo>
                  <a:lnTo>
                    <a:pt x="117" y="155"/>
                  </a:lnTo>
                  <a:lnTo>
                    <a:pt x="120" y="157"/>
                  </a:lnTo>
                  <a:lnTo>
                    <a:pt x="120" y="157"/>
                  </a:lnTo>
                  <a:lnTo>
                    <a:pt x="120" y="159"/>
                  </a:lnTo>
                  <a:lnTo>
                    <a:pt x="122" y="161"/>
                  </a:lnTo>
                  <a:lnTo>
                    <a:pt x="122" y="161"/>
                  </a:lnTo>
                  <a:lnTo>
                    <a:pt x="124" y="161"/>
                  </a:lnTo>
                  <a:lnTo>
                    <a:pt x="124" y="161"/>
                  </a:lnTo>
                  <a:lnTo>
                    <a:pt x="126" y="164"/>
                  </a:lnTo>
                  <a:lnTo>
                    <a:pt x="126" y="164"/>
                  </a:lnTo>
                  <a:lnTo>
                    <a:pt x="128" y="166"/>
                  </a:lnTo>
                  <a:lnTo>
                    <a:pt x="131" y="166"/>
                  </a:lnTo>
                  <a:lnTo>
                    <a:pt x="133" y="166"/>
                  </a:lnTo>
                  <a:lnTo>
                    <a:pt x="133" y="166"/>
                  </a:lnTo>
                  <a:lnTo>
                    <a:pt x="133" y="166"/>
                  </a:lnTo>
                  <a:lnTo>
                    <a:pt x="137" y="164"/>
                  </a:lnTo>
                  <a:lnTo>
                    <a:pt x="137" y="161"/>
                  </a:lnTo>
                  <a:lnTo>
                    <a:pt x="140" y="161"/>
                  </a:lnTo>
                  <a:lnTo>
                    <a:pt x="140" y="161"/>
                  </a:lnTo>
                  <a:lnTo>
                    <a:pt x="144" y="161"/>
                  </a:lnTo>
                  <a:lnTo>
                    <a:pt x="144" y="161"/>
                  </a:lnTo>
                  <a:lnTo>
                    <a:pt x="146" y="161"/>
                  </a:lnTo>
                  <a:lnTo>
                    <a:pt x="148" y="159"/>
                  </a:lnTo>
                  <a:lnTo>
                    <a:pt x="148" y="157"/>
                  </a:lnTo>
                  <a:lnTo>
                    <a:pt x="148" y="157"/>
                  </a:lnTo>
                  <a:lnTo>
                    <a:pt x="151" y="157"/>
                  </a:lnTo>
                  <a:lnTo>
                    <a:pt x="151" y="155"/>
                  </a:lnTo>
                  <a:lnTo>
                    <a:pt x="151" y="155"/>
                  </a:lnTo>
                  <a:lnTo>
                    <a:pt x="153" y="155"/>
                  </a:lnTo>
                  <a:lnTo>
                    <a:pt x="153" y="155"/>
                  </a:lnTo>
                  <a:lnTo>
                    <a:pt x="153" y="155"/>
                  </a:lnTo>
                  <a:lnTo>
                    <a:pt x="153" y="155"/>
                  </a:lnTo>
                  <a:lnTo>
                    <a:pt x="155" y="152"/>
                  </a:lnTo>
                  <a:lnTo>
                    <a:pt x="155" y="152"/>
                  </a:lnTo>
                  <a:lnTo>
                    <a:pt x="155" y="150"/>
                  </a:lnTo>
                  <a:lnTo>
                    <a:pt x="155" y="150"/>
                  </a:lnTo>
                  <a:lnTo>
                    <a:pt x="155" y="150"/>
                  </a:lnTo>
                  <a:lnTo>
                    <a:pt x="155" y="150"/>
                  </a:lnTo>
                  <a:lnTo>
                    <a:pt x="155" y="150"/>
                  </a:lnTo>
                  <a:lnTo>
                    <a:pt x="155" y="148"/>
                  </a:lnTo>
                  <a:lnTo>
                    <a:pt x="153" y="146"/>
                  </a:lnTo>
                  <a:lnTo>
                    <a:pt x="153" y="146"/>
                  </a:lnTo>
                  <a:lnTo>
                    <a:pt x="153" y="146"/>
                  </a:lnTo>
                  <a:lnTo>
                    <a:pt x="153" y="146"/>
                  </a:lnTo>
                  <a:lnTo>
                    <a:pt x="153" y="146"/>
                  </a:lnTo>
                  <a:lnTo>
                    <a:pt x="153" y="146"/>
                  </a:lnTo>
                  <a:lnTo>
                    <a:pt x="155" y="144"/>
                  </a:lnTo>
                  <a:lnTo>
                    <a:pt x="155" y="141"/>
                  </a:lnTo>
                  <a:lnTo>
                    <a:pt x="157" y="141"/>
                  </a:lnTo>
                  <a:lnTo>
                    <a:pt x="157" y="141"/>
                  </a:lnTo>
                  <a:lnTo>
                    <a:pt x="157" y="141"/>
                  </a:lnTo>
                  <a:lnTo>
                    <a:pt x="159" y="141"/>
                  </a:lnTo>
                  <a:lnTo>
                    <a:pt x="159" y="141"/>
                  </a:lnTo>
                  <a:lnTo>
                    <a:pt x="159" y="141"/>
                  </a:lnTo>
                  <a:lnTo>
                    <a:pt x="159" y="141"/>
                  </a:lnTo>
                  <a:lnTo>
                    <a:pt x="159" y="141"/>
                  </a:lnTo>
                  <a:lnTo>
                    <a:pt x="159" y="141"/>
                  </a:lnTo>
                  <a:lnTo>
                    <a:pt x="159" y="139"/>
                  </a:lnTo>
                  <a:lnTo>
                    <a:pt x="159" y="139"/>
                  </a:lnTo>
                  <a:lnTo>
                    <a:pt x="162" y="139"/>
                  </a:lnTo>
                  <a:lnTo>
                    <a:pt x="166" y="139"/>
                  </a:lnTo>
                  <a:lnTo>
                    <a:pt x="166" y="139"/>
                  </a:lnTo>
                  <a:lnTo>
                    <a:pt x="168" y="139"/>
                  </a:lnTo>
                  <a:lnTo>
                    <a:pt x="168" y="139"/>
                  </a:lnTo>
                  <a:lnTo>
                    <a:pt x="168" y="139"/>
                  </a:lnTo>
                  <a:lnTo>
                    <a:pt x="171" y="137"/>
                  </a:lnTo>
                  <a:lnTo>
                    <a:pt x="171" y="137"/>
                  </a:lnTo>
                  <a:lnTo>
                    <a:pt x="171" y="137"/>
                  </a:lnTo>
                  <a:lnTo>
                    <a:pt x="171" y="137"/>
                  </a:lnTo>
                  <a:lnTo>
                    <a:pt x="171" y="137"/>
                  </a:lnTo>
                  <a:lnTo>
                    <a:pt x="171" y="135"/>
                  </a:lnTo>
                  <a:lnTo>
                    <a:pt x="171" y="135"/>
                  </a:lnTo>
                  <a:lnTo>
                    <a:pt x="171" y="135"/>
                  </a:lnTo>
                  <a:lnTo>
                    <a:pt x="171" y="135"/>
                  </a:lnTo>
                  <a:lnTo>
                    <a:pt x="171" y="133"/>
                  </a:lnTo>
                  <a:lnTo>
                    <a:pt x="171" y="133"/>
                  </a:lnTo>
                  <a:lnTo>
                    <a:pt x="171" y="133"/>
                  </a:lnTo>
                  <a:lnTo>
                    <a:pt x="171" y="133"/>
                  </a:lnTo>
                  <a:lnTo>
                    <a:pt x="171" y="133"/>
                  </a:lnTo>
                  <a:lnTo>
                    <a:pt x="173" y="133"/>
                  </a:lnTo>
                  <a:lnTo>
                    <a:pt x="177" y="130"/>
                  </a:lnTo>
                  <a:lnTo>
                    <a:pt x="179" y="133"/>
                  </a:lnTo>
                  <a:lnTo>
                    <a:pt x="179" y="133"/>
                  </a:lnTo>
                  <a:lnTo>
                    <a:pt x="182" y="133"/>
                  </a:lnTo>
                  <a:lnTo>
                    <a:pt x="182" y="133"/>
                  </a:lnTo>
                  <a:lnTo>
                    <a:pt x="182" y="133"/>
                  </a:lnTo>
                  <a:lnTo>
                    <a:pt x="184" y="133"/>
                  </a:lnTo>
                  <a:lnTo>
                    <a:pt x="184" y="130"/>
                  </a:lnTo>
                  <a:lnTo>
                    <a:pt x="186" y="128"/>
                  </a:lnTo>
                  <a:lnTo>
                    <a:pt x="186" y="130"/>
                  </a:lnTo>
                  <a:lnTo>
                    <a:pt x="186" y="130"/>
                  </a:lnTo>
                  <a:lnTo>
                    <a:pt x="186" y="130"/>
                  </a:lnTo>
                  <a:lnTo>
                    <a:pt x="186" y="133"/>
                  </a:lnTo>
                  <a:lnTo>
                    <a:pt x="186" y="133"/>
                  </a:lnTo>
                  <a:lnTo>
                    <a:pt x="186" y="133"/>
                  </a:lnTo>
                  <a:lnTo>
                    <a:pt x="188" y="133"/>
                  </a:lnTo>
                  <a:lnTo>
                    <a:pt x="188" y="133"/>
                  </a:lnTo>
                  <a:lnTo>
                    <a:pt x="188" y="133"/>
                  </a:lnTo>
                  <a:lnTo>
                    <a:pt x="190" y="133"/>
                  </a:lnTo>
                  <a:lnTo>
                    <a:pt x="190" y="133"/>
                  </a:lnTo>
                  <a:lnTo>
                    <a:pt x="190" y="130"/>
                  </a:lnTo>
                  <a:lnTo>
                    <a:pt x="193" y="128"/>
                  </a:lnTo>
                  <a:lnTo>
                    <a:pt x="193" y="128"/>
                  </a:lnTo>
                  <a:lnTo>
                    <a:pt x="193" y="128"/>
                  </a:lnTo>
                  <a:lnTo>
                    <a:pt x="195" y="128"/>
                  </a:lnTo>
                  <a:lnTo>
                    <a:pt x="195" y="128"/>
                  </a:lnTo>
                  <a:lnTo>
                    <a:pt x="195" y="128"/>
                  </a:lnTo>
                  <a:lnTo>
                    <a:pt x="195" y="128"/>
                  </a:lnTo>
                  <a:lnTo>
                    <a:pt x="195" y="130"/>
                  </a:lnTo>
                  <a:lnTo>
                    <a:pt x="195" y="130"/>
                  </a:lnTo>
                  <a:lnTo>
                    <a:pt x="195" y="130"/>
                  </a:lnTo>
                  <a:lnTo>
                    <a:pt x="195" y="130"/>
                  </a:lnTo>
                  <a:lnTo>
                    <a:pt x="195" y="133"/>
                  </a:lnTo>
                  <a:lnTo>
                    <a:pt x="195" y="133"/>
                  </a:lnTo>
                  <a:lnTo>
                    <a:pt x="197" y="133"/>
                  </a:lnTo>
                  <a:lnTo>
                    <a:pt x="197" y="133"/>
                  </a:lnTo>
                  <a:lnTo>
                    <a:pt x="197" y="133"/>
                  </a:lnTo>
                  <a:lnTo>
                    <a:pt x="197" y="133"/>
                  </a:lnTo>
                  <a:lnTo>
                    <a:pt x="197" y="133"/>
                  </a:lnTo>
                  <a:lnTo>
                    <a:pt x="202" y="133"/>
                  </a:lnTo>
                  <a:lnTo>
                    <a:pt x="204" y="133"/>
                  </a:lnTo>
                  <a:lnTo>
                    <a:pt x="204" y="133"/>
                  </a:lnTo>
                  <a:lnTo>
                    <a:pt x="204" y="133"/>
                  </a:lnTo>
                  <a:lnTo>
                    <a:pt x="206" y="133"/>
                  </a:lnTo>
                  <a:lnTo>
                    <a:pt x="206" y="133"/>
                  </a:lnTo>
                  <a:lnTo>
                    <a:pt x="206" y="133"/>
                  </a:lnTo>
                  <a:lnTo>
                    <a:pt x="206" y="133"/>
                  </a:lnTo>
                  <a:lnTo>
                    <a:pt x="206" y="133"/>
                  </a:lnTo>
                  <a:lnTo>
                    <a:pt x="208" y="133"/>
                  </a:lnTo>
                  <a:lnTo>
                    <a:pt x="208" y="133"/>
                  </a:lnTo>
                  <a:lnTo>
                    <a:pt x="208" y="133"/>
                  </a:lnTo>
                  <a:lnTo>
                    <a:pt x="208" y="133"/>
                  </a:lnTo>
                  <a:lnTo>
                    <a:pt x="208" y="130"/>
                  </a:lnTo>
                  <a:lnTo>
                    <a:pt x="208" y="130"/>
                  </a:lnTo>
                  <a:lnTo>
                    <a:pt x="208" y="130"/>
                  </a:lnTo>
                  <a:lnTo>
                    <a:pt x="208" y="130"/>
                  </a:lnTo>
                  <a:lnTo>
                    <a:pt x="208" y="130"/>
                  </a:lnTo>
                  <a:lnTo>
                    <a:pt x="210" y="130"/>
                  </a:lnTo>
                  <a:lnTo>
                    <a:pt x="210" y="130"/>
                  </a:lnTo>
                  <a:lnTo>
                    <a:pt x="210" y="130"/>
                  </a:lnTo>
                  <a:lnTo>
                    <a:pt x="213" y="130"/>
                  </a:lnTo>
                  <a:lnTo>
                    <a:pt x="213" y="130"/>
                  </a:lnTo>
                  <a:lnTo>
                    <a:pt x="213" y="130"/>
                  </a:lnTo>
                  <a:lnTo>
                    <a:pt x="213" y="130"/>
                  </a:lnTo>
                  <a:lnTo>
                    <a:pt x="210" y="128"/>
                  </a:lnTo>
                  <a:lnTo>
                    <a:pt x="210" y="128"/>
                  </a:lnTo>
                  <a:lnTo>
                    <a:pt x="210" y="128"/>
                  </a:lnTo>
                  <a:lnTo>
                    <a:pt x="210" y="128"/>
                  </a:lnTo>
                  <a:lnTo>
                    <a:pt x="208" y="128"/>
                  </a:lnTo>
                  <a:lnTo>
                    <a:pt x="208" y="128"/>
                  </a:lnTo>
                  <a:lnTo>
                    <a:pt x="208" y="128"/>
                  </a:lnTo>
                  <a:lnTo>
                    <a:pt x="208" y="126"/>
                  </a:lnTo>
                  <a:lnTo>
                    <a:pt x="208" y="126"/>
                  </a:lnTo>
                  <a:lnTo>
                    <a:pt x="208" y="126"/>
                  </a:lnTo>
                  <a:lnTo>
                    <a:pt x="208" y="126"/>
                  </a:lnTo>
                  <a:lnTo>
                    <a:pt x="210" y="126"/>
                  </a:lnTo>
                  <a:lnTo>
                    <a:pt x="210" y="126"/>
                  </a:lnTo>
                  <a:lnTo>
                    <a:pt x="210" y="126"/>
                  </a:lnTo>
                  <a:lnTo>
                    <a:pt x="210" y="126"/>
                  </a:lnTo>
                  <a:lnTo>
                    <a:pt x="210" y="126"/>
                  </a:lnTo>
                  <a:lnTo>
                    <a:pt x="210" y="126"/>
                  </a:lnTo>
                  <a:lnTo>
                    <a:pt x="210" y="126"/>
                  </a:lnTo>
                  <a:lnTo>
                    <a:pt x="210" y="126"/>
                  </a:lnTo>
                  <a:lnTo>
                    <a:pt x="210" y="128"/>
                  </a:lnTo>
                  <a:lnTo>
                    <a:pt x="210" y="128"/>
                  </a:lnTo>
                  <a:lnTo>
                    <a:pt x="213" y="128"/>
                  </a:lnTo>
                  <a:lnTo>
                    <a:pt x="213" y="128"/>
                  </a:lnTo>
                  <a:lnTo>
                    <a:pt x="215" y="126"/>
                  </a:lnTo>
                  <a:lnTo>
                    <a:pt x="215" y="126"/>
                  </a:lnTo>
                  <a:lnTo>
                    <a:pt x="215" y="126"/>
                  </a:lnTo>
                  <a:lnTo>
                    <a:pt x="217" y="126"/>
                  </a:lnTo>
                  <a:lnTo>
                    <a:pt x="224" y="124"/>
                  </a:lnTo>
                  <a:lnTo>
                    <a:pt x="224" y="124"/>
                  </a:lnTo>
                  <a:lnTo>
                    <a:pt x="224" y="124"/>
                  </a:lnTo>
                  <a:lnTo>
                    <a:pt x="224" y="124"/>
                  </a:lnTo>
                  <a:lnTo>
                    <a:pt x="224" y="124"/>
                  </a:lnTo>
                  <a:lnTo>
                    <a:pt x="226" y="124"/>
                  </a:lnTo>
                  <a:lnTo>
                    <a:pt x="226" y="124"/>
                  </a:lnTo>
                  <a:lnTo>
                    <a:pt x="226" y="124"/>
                  </a:lnTo>
                  <a:lnTo>
                    <a:pt x="226" y="124"/>
                  </a:lnTo>
                  <a:lnTo>
                    <a:pt x="226" y="124"/>
                  </a:lnTo>
                  <a:lnTo>
                    <a:pt x="228" y="121"/>
                  </a:lnTo>
                  <a:lnTo>
                    <a:pt x="230" y="121"/>
                  </a:lnTo>
                  <a:lnTo>
                    <a:pt x="235" y="119"/>
                  </a:lnTo>
                  <a:lnTo>
                    <a:pt x="235" y="117"/>
                  </a:lnTo>
                  <a:lnTo>
                    <a:pt x="237" y="110"/>
                  </a:lnTo>
                  <a:lnTo>
                    <a:pt x="237" y="108"/>
                  </a:lnTo>
                  <a:lnTo>
                    <a:pt x="237" y="106"/>
                  </a:lnTo>
                  <a:lnTo>
                    <a:pt x="239" y="106"/>
                  </a:lnTo>
                  <a:lnTo>
                    <a:pt x="239" y="106"/>
                  </a:lnTo>
                  <a:lnTo>
                    <a:pt x="239" y="106"/>
                  </a:lnTo>
                  <a:lnTo>
                    <a:pt x="239" y="106"/>
                  </a:lnTo>
                  <a:lnTo>
                    <a:pt x="244" y="106"/>
                  </a:lnTo>
                  <a:lnTo>
                    <a:pt x="244" y="106"/>
                  </a:lnTo>
                  <a:lnTo>
                    <a:pt x="246" y="106"/>
                  </a:lnTo>
                  <a:lnTo>
                    <a:pt x="246" y="106"/>
                  </a:lnTo>
                  <a:lnTo>
                    <a:pt x="246" y="106"/>
                  </a:lnTo>
                  <a:lnTo>
                    <a:pt x="246" y="106"/>
                  </a:lnTo>
                  <a:lnTo>
                    <a:pt x="246" y="106"/>
                  </a:lnTo>
                  <a:lnTo>
                    <a:pt x="246" y="106"/>
                  </a:lnTo>
                  <a:lnTo>
                    <a:pt x="248" y="106"/>
                  </a:lnTo>
                  <a:lnTo>
                    <a:pt x="248" y="104"/>
                  </a:lnTo>
                  <a:lnTo>
                    <a:pt x="250" y="104"/>
                  </a:lnTo>
                  <a:lnTo>
                    <a:pt x="253" y="101"/>
                  </a:lnTo>
                  <a:lnTo>
                    <a:pt x="253" y="101"/>
                  </a:lnTo>
                  <a:lnTo>
                    <a:pt x="255" y="99"/>
                  </a:lnTo>
                  <a:lnTo>
                    <a:pt x="255" y="99"/>
                  </a:lnTo>
                  <a:lnTo>
                    <a:pt x="255" y="99"/>
                  </a:lnTo>
                  <a:lnTo>
                    <a:pt x="257" y="99"/>
                  </a:lnTo>
                  <a:lnTo>
                    <a:pt x="257" y="99"/>
                  </a:lnTo>
                  <a:lnTo>
                    <a:pt x="264" y="101"/>
                  </a:lnTo>
                  <a:lnTo>
                    <a:pt x="266" y="101"/>
                  </a:lnTo>
                  <a:lnTo>
                    <a:pt x="266" y="101"/>
                  </a:lnTo>
                  <a:lnTo>
                    <a:pt x="266" y="101"/>
                  </a:lnTo>
                  <a:lnTo>
                    <a:pt x="268" y="101"/>
                  </a:lnTo>
                  <a:lnTo>
                    <a:pt x="268" y="101"/>
                  </a:lnTo>
                  <a:lnTo>
                    <a:pt x="270" y="101"/>
                  </a:lnTo>
                  <a:lnTo>
                    <a:pt x="272" y="104"/>
                  </a:lnTo>
                  <a:lnTo>
                    <a:pt x="275" y="106"/>
                  </a:lnTo>
                  <a:lnTo>
                    <a:pt x="277" y="108"/>
                  </a:lnTo>
                  <a:lnTo>
                    <a:pt x="277" y="108"/>
                  </a:lnTo>
                  <a:lnTo>
                    <a:pt x="277" y="108"/>
                  </a:lnTo>
                  <a:lnTo>
                    <a:pt x="277" y="108"/>
                  </a:lnTo>
                  <a:lnTo>
                    <a:pt x="277" y="108"/>
                  </a:lnTo>
                  <a:lnTo>
                    <a:pt x="277" y="108"/>
                  </a:lnTo>
                  <a:lnTo>
                    <a:pt x="281" y="110"/>
                  </a:lnTo>
                  <a:lnTo>
                    <a:pt x="284" y="113"/>
                  </a:lnTo>
                  <a:lnTo>
                    <a:pt x="284" y="113"/>
                  </a:lnTo>
                  <a:lnTo>
                    <a:pt x="286" y="113"/>
                  </a:lnTo>
                  <a:lnTo>
                    <a:pt x="288" y="113"/>
                  </a:lnTo>
                  <a:lnTo>
                    <a:pt x="288" y="113"/>
                  </a:lnTo>
                  <a:lnTo>
                    <a:pt x="288" y="113"/>
                  </a:lnTo>
                  <a:lnTo>
                    <a:pt x="288" y="113"/>
                  </a:lnTo>
                  <a:lnTo>
                    <a:pt x="290" y="110"/>
                  </a:lnTo>
                  <a:lnTo>
                    <a:pt x="288" y="108"/>
                  </a:lnTo>
                  <a:lnTo>
                    <a:pt x="288" y="104"/>
                  </a:lnTo>
                  <a:lnTo>
                    <a:pt x="290" y="99"/>
                  </a:lnTo>
                  <a:lnTo>
                    <a:pt x="290" y="88"/>
                  </a:lnTo>
                  <a:lnTo>
                    <a:pt x="290" y="86"/>
                  </a:lnTo>
                  <a:lnTo>
                    <a:pt x="290" y="86"/>
                  </a:lnTo>
                  <a:lnTo>
                    <a:pt x="290" y="84"/>
                  </a:lnTo>
                  <a:lnTo>
                    <a:pt x="290" y="84"/>
                  </a:lnTo>
                  <a:close/>
                </a:path>
              </a:pathLst>
            </a:custGeom>
            <a:solidFill>
              <a:srgbClr val="D6D9ED"/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59969BA2-C42E-497B-A235-D368D98626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34" y="750"/>
              <a:ext cx="949" cy="911"/>
            </a:xfrm>
            <a:custGeom>
              <a:avLst/>
              <a:gdLst>
                <a:gd name="T0" fmla="*/ 698 w 949"/>
                <a:gd name="T1" fmla="*/ 184 h 911"/>
                <a:gd name="T2" fmla="*/ 694 w 949"/>
                <a:gd name="T3" fmla="*/ 169 h 911"/>
                <a:gd name="T4" fmla="*/ 608 w 949"/>
                <a:gd name="T5" fmla="*/ 220 h 911"/>
                <a:gd name="T6" fmla="*/ 616 w 949"/>
                <a:gd name="T7" fmla="*/ 268 h 911"/>
                <a:gd name="T8" fmla="*/ 616 w 949"/>
                <a:gd name="T9" fmla="*/ 322 h 911"/>
                <a:gd name="T10" fmla="*/ 643 w 949"/>
                <a:gd name="T11" fmla="*/ 317 h 911"/>
                <a:gd name="T12" fmla="*/ 692 w 949"/>
                <a:gd name="T13" fmla="*/ 313 h 911"/>
                <a:gd name="T14" fmla="*/ 716 w 949"/>
                <a:gd name="T15" fmla="*/ 306 h 911"/>
                <a:gd name="T16" fmla="*/ 738 w 949"/>
                <a:gd name="T17" fmla="*/ 290 h 911"/>
                <a:gd name="T18" fmla="*/ 756 w 949"/>
                <a:gd name="T19" fmla="*/ 264 h 911"/>
                <a:gd name="T20" fmla="*/ 738 w 949"/>
                <a:gd name="T21" fmla="*/ 202 h 911"/>
                <a:gd name="T22" fmla="*/ 776 w 949"/>
                <a:gd name="T23" fmla="*/ 277 h 911"/>
                <a:gd name="T24" fmla="*/ 807 w 949"/>
                <a:gd name="T25" fmla="*/ 237 h 911"/>
                <a:gd name="T26" fmla="*/ 565 w 949"/>
                <a:gd name="T27" fmla="*/ 264 h 911"/>
                <a:gd name="T28" fmla="*/ 537 w 949"/>
                <a:gd name="T29" fmla="*/ 266 h 911"/>
                <a:gd name="T30" fmla="*/ 581 w 949"/>
                <a:gd name="T31" fmla="*/ 240 h 911"/>
                <a:gd name="T32" fmla="*/ 933 w 949"/>
                <a:gd name="T33" fmla="*/ 257 h 911"/>
                <a:gd name="T34" fmla="*/ 922 w 949"/>
                <a:gd name="T35" fmla="*/ 255 h 911"/>
                <a:gd name="T36" fmla="*/ 898 w 949"/>
                <a:gd name="T37" fmla="*/ 251 h 911"/>
                <a:gd name="T38" fmla="*/ 887 w 949"/>
                <a:gd name="T39" fmla="*/ 251 h 911"/>
                <a:gd name="T40" fmla="*/ 873 w 949"/>
                <a:gd name="T41" fmla="*/ 244 h 911"/>
                <a:gd name="T42" fmla="*/ 865 w 949"/>
                <a:gd name="T43" fmla="*/ 240 h 911"/>
                <a:gd name="T44" fmla="*/ 847 w 949"/>
                <a:gd name="T45" fmla="*/ 242 h 911"/>
                <a:gd name="T46" fmla="*/ 816 w 949"/>
                <a:gd name="T47" fmla="*/ 242 h 911"/>
                <a:gd name="T48" fmla="*/ 787 w 949"/>
                <a:gd name="T49" fmla="*/ 275 h 911"/>
                <a:gd name="T50" fmla="*/ 760 w 949"/>
                <a:gd name="T51" fmla="*/ 293 h 911"/>
                <a:gd name="T52" fmla="*/ 740 w 949"/>
                <a:gd name="T53" fmla="*/ 306 h 911"/>
                <a:gd name="T54" fmla="*/ 694 w 949"/>
                <a:gd name="T55" fmla="*/ 364 h 911"/>
                <a:gd name="T56" fmla="*/ 685 w 949"/>
                <a:gd name="T57" fmla="*/ 330 h 911"/>
                <a:gd name="T58" fmla="*/ 632 w 949"/>
                <a:gd name="T59" fmla="*/ 333 h 911"/>
                <a:gd name="T60" fmla="*/ 596 w 949"/>
                <a:gd name="T61" fmla="*/ 326 h 911"/>
                <a:gd name="T62" fmla="*/ 590 w 949"/>
                <a:gd name="T63" fmla="*/ 259 h 911"/>
                <a:gd name="T64" fmla="*/ 495 w 949"/>
                <a:gd name="T65" fmla="*/ 308 h 911"/>
                <a:gd name="T66" fmla="*/ 517 w 949"/>
                <a:gd name="T67" fmla="*/ 273 h 911"/>
                <a:gd name="T68" fmla="*/ 486 w 949"/>
                <a:gd name="T69" fmla="*/ 257 h 911"/>
                <a:gd name="T70" fmla="*/ 466 w 949"/>
                <a:gd name="T71" fmla="*/ 217 h 911"/>
                <a:gd name="T72" fmla="*/ 430 w 949"/>
                <a:gd name="T73" fmla="*/ 135 h 911"/>
                <a:gd name="T74" fmla="*/ 399 w 949"/>
                <a:gd name="T75" fmla="*/ 98 h 911"/>
                <a:gd name="T76" fmla="*/ 384 w 949"/>
                <a:gd name="T77" fmla="*/ 87 h 911"/>
                <a:gd name="T78" fmla="*/ 362 w 949"/>
                <a:gd name="T79" fmla="*/ 80 h 911"/>
                <a:gd name="T80" fmla="*/ 337 w 949"/>
                <a:gd name="T81" fmla="*/ 62 h 911"/>
                <a:gd name="T82" fmla="*/ 311 w 949"/>
                <a:gd name="T83" fmla="*/ 40 h 911"/>
                <a:gd name="T84" fmla="*/ 264 w 949"/>
                <a:gd name="T85" fmla="*/ 11 h 911"/>
                <a:gd name="T86" fmla="*/ 200 w 949"/>
                <a:gd name="T87" fmla="*/ 53 h 911"/>
                <a:gd name="T88" fmla="*/ 87 w 949"/>
                <a:gd name="T89" fmla="*/ 64 h 911"/>
                <a:gd name="T90" fmla="*/ 29 w 949"/>
                <a:gd name="T91" fmla="*/ 98 h 911"/>
                <a:gd name="T92" fmla="*/ 40 w 949"/>
                <a:gd name="T93" fmla="*/ 255 h 911"/>
                <a:gd name="T94" fmla="*/ 120 w 949"/>
                <a:gd name="T95" fmla="*/ 315 h 911"/>
                <a:gd name="T96" fmla="*/ 182 w 949"/>
                <a:gd name="T97" fmla="*/ 348 h 911"/>
                <a:gd name="T98" fmla="*/ 51 w 949"/>
                <a:gd name="T99" fmla="*/ 707 h 911"/>
                <a:gd name="T100" fmla="*/ 98 w 949"/>
                <a:gd name="T101" fmla="*/ 813 h 911"/>
                <a:gd name="T102" fmla="*/ 162 w 949"/>
                <a:gd name="T103" fmla="*/ 878 h 911"/>
                <a:gd name="T104" fmla="*/ 681 w 949"/>
                <a:gd name="T105" fmla="*/ 840 h 911"/>
                <a:gd name="T106" fmla="*/ 743 w 949"/>
                <a:gd name="T107" fmla="*/ 683 h 911"/>
                <a:gd name="T108" fmla="*/ 791 w 949"/>
                <a:gd name="T109" fmla="*/ 596 h 911"/>
                <a:gd name="T110" fmla="*/ 847 w 949"/>
                <a:gd name="T111" fmla="*/ 503 h 911"/>
                <a:gd name="T112" fmla="*/ 882 w 949"/>
                <a:gd name="T113" fmla="*/ 446 h 911"/>
                <a:gd name="T114" fmla="*/ 904 w 949"/>
                <a:gd name="T115" fmla="*/ 401 h 911"/>
                <a:gd name="T116" fmla="*/ 922 w 949"/>
                <a:gd name="T117" fmla="*/ 359 h 911"/>
                <a:gd name="T118" fmla="*/ 940 w 949"/>
                <a:gd name="T119" fmla="*/ 286 h 911"/>
                <a:gd name="T120" fmla="*/ 590 w 949"/>
                <a:gd name="T121" fmla="*/ 213 h 911"/>
                <a:gd name="T122" fmla="*/ 634 w 949"/>
                <a:gd name="T123" fmla="*/ 149 h 911"/>
                <a:gd name="T124" fmla="*/ 647 w 949"/>
                <a:gd name="T125" fmla="*/ 146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49" h="911">
                  <a:moveTo>
                    <a:pt x="709" y="317"/>
                  </a:moveTo>
                  <a:lnTo>
                    <a:pt x="709" y="317"/>
                  </a:lnTo>
                  <a:lnTo>
                    <a:pt x="709" y="315"/>
                  </a:lnTo>
                  <a:lnTo>
                    <a:pt x="707" y="315"/>
                  </a:lnTo>
                  <a:lnTo>
                    <a:pt x="707" y="315"/>
                  </a:lnTo>
                  <a:lnTo>
                    <a:pt x="705" y="317"/>
                  </a:lnTo>
                  <a:lnTo>
                    <a:pt x="703" y="319"/>
                  </a:lnTo>
                  <a:lnTo>
                    <a:pt x="703" y="319"/>
                  </a:lnTo>
                  <a:lnTo>
                    <a:pt x="703" y="319"/>
                  </a:lnTo>
                  <a:lnTo>
                    <a:pt x="701" y="322"/>
                  </a:lnTo>
                  <a:lnTo>
                    <a:pt x="701" y="322"/>
                  </a:lnTo>
                  <a:lnTo>
                    <a:pt x="701" y="324"/>
                  </a:lnTo>
                  <a:lnTo>
                    <a:pt x="698" y="324"/>
                  </a:lnTo>
                  <a:lnTo>
                    <a:pt x="701" y="326"/>
                  </a:lnTo>
                  <a:lnTo>
                    <a:pt x="701" y="326"/>
                  </a:lnTo>
                  <a:lnTo>
                    <a:pt x="705" y="328"/>
                  </a:lnTo>
                  <a:lnTo>
                    <a:pt x="705" y="328"/>
                  </a:lnTo>
                  <a:lnTo>
                    <a:pt x="705" y="328"/>
                  </a:lnTo>
                  <a:lnTo>
                    <a:pt x="707" y="326"/>
                  </a:lnTo>
                  <a:lnTo>
                    <a:pt x="709" y="322"/>
                  </a:lnTo>
                  <a:lnTo>
                    <a:pt x="709" y="322"/>
                  </a:lnTo>
                  <a:lnTo>
                    <a:pt x="712" y="322"/>
                  </a:lnTo>
                  <a:lnTo>
                    <a:pt x="712" y="319"/>
                  </a:lnTo>
                  <a:lnTo>
                    <a:pt x="712" y="319"/>
                  </a:lnTo>
                  <a:lnTo>
                    <a:pt x="712" y="317"/>
                  </a:lnTo>
                  <a:lnTo>
                    <a:pt x="709" y="317"/>
                  </a:lnTo>
                  <a:lnTo>
                    <a:pt x="709" y="317"/>
                  </a:lnTo>
                  <a:close/>
                  <a:moveTo>
                    <a:pt x="683" y="189"/>
                  </a:moveTo>
                  <a:lnTo>
                    <a:pt x="678" y="191"/>
                  </a:lnTo>
                  <a:lnTo>
                    <a:pt x="674" y="193"/>
                  </a:lnTo>
                  <a:lnTo>
                    <a:pt x="672" y="195"/>
                  </a:lnTo>
                  <a:lnTo>
                    <a:pt x="672" y="197"/>
                  </a:lnTo>
                  <a:lnTo>
                    <a:pt x="681" y="200"/>
                  </a:lnTo>
                  <a:lnTo>
                    <a:pt x="683" y="200"/>
                  </a:lnTo>
                  <a:lnTo>
                    <a:pt x="696" y="200"/>
                  </a:lnTo>
                  <a:lnTo>
                    <a:pt x="698" y="200"/>
                  </a:lnTo>
                  <a:lnTo>
                    <a:pt x="701" y="200"/>
                  </a:lnTo>
                  <a:lnTo>
                    <a:pt x="701" y="197"/>
                  </a:lnTo>
                  <a:lnTo>
                    <a:pt x="701" y="197"/>
                  </a:lnTo>
                  <a:lnTo>
                    <a:pt x="705" y="195"/>
                  </a:lnTo>
                  <a:lnTo>
                    <a:pt x="705" y="193"/>
                  </a:lnTo>
                  <a:lnTo>
                    <a:pt x="705" y="193"/>
                  </a:lnTo>
                  <a:lnTo>
                    <a:pt x="705" y="193"/>
                  </a:lnTo>
                  <a:lnTo>
                    <a:pt x="705" y="195"/>
                  </a:lnTo>
                  <a:lnTo>
                    <a:pt x="705" y="193"/>
                  </a:lnTo>
                  <a:lnTo>
                    <a:pt x="707" y="193"/>
                  </a:lnTo>
                  <a:lnTo>
                    <a:pt x="707" y="193"/>
                  </a:lnTo>
                  <a:lnTo>
                    <a:pt x="707" y="191"/>
                  </a:lnTo>
                  <a:lnTo>
                    <a:pt x="707" y="191"/>
                  </a:lnTo>
                  <a:lnTo>
                    <a:pt x="707" y="191"/>
                  </a:lnTo>
                  <a:lnTo>
                    <a:pt x="705" y="191"/>
                  </a:lnTo>
                  <a:lnTo>
                    <a:pt x="705" y="191"/>
                  </a:lnTo>
                  <a:lnTo>
                    <a:pt x="705" y="189"/>
                  </a:lnTo>
                  <a:lnTo>
                    <a:pt x="705" y="189"/>
                  </a:lnTo>
                  <a:lnTo>
                    <a:pt x="705" y="189"/>
                  </a:lnTo>
                  <a:lnTo>
                    <a:pt x="705" y="186"/>
                  </a:lnTo>
                  <a:lnTo>
                    <a:pt x="703" y="186"/>
                  </a:lnTo>
                  <a:lnTo>
                    <a:pt x="701" y="184"/>
                  </a:lnTo>
                  <a:lnTo>
                    <a:pt x="701" y="184"/>
                  </a:lnTo>
                  <a:lnTo>
                    <a:pt x="698" y="184"/>
                  </a:lnTo>
                  <a:lnTo>
                    <a:pt x="698" y="184"/>
                  </a:lnTo>
                  <a:lnTo>
                    <a:pt x="696" y="184"/>
                  </a:lnTo>
                  <a:lnTo>
                    <a:pt x="696" y="184"/>
                  </a:lnTo>
                  <a:lnTo>
                    <a:pt x="696" y="184"/>
                  </a:lnTo>
                  <a:lnTo>
                    <a:pt x="696" y="184"/>
                  </a:lnTo>
                  <a:lnTo>
                    <a:pt x="694" y="184"/>
                  </a:lnTo>
                  <a:lnTo>
                    <a:pt x="687" y="186"/>
                  </a:lnTo>
                  <a:lnTo>
                    <a:pt x="683" y="189"/>
                  </a:lnTo>
                  <a:close/>
                  <a:moveTo>
                    <a:pt x="654" y="171"/>
                  </a:moveTo>
                  <a:lnTo>
                    <a:pt x="652" y="173"/>
                  </a:lnTo>
                  <a:lnTo>
                    <a:pt x="650" y="173"/>
                  </a:lnTo>
                  <a:lnTo>
                    <a:pt x="645" y="173"/>
                  </a:lnTo>
                  <a:lnTo>
                    <a:pt x="641" y="173"/>
                  </a:lnTo>
                  <a:lnTo>
                    <a:pt x="641" y="173"/>
                  </a:lnTo>
                  <a:lnTo>
                    <a:pt x="639" y="173"/>
                  </a:lnTo>
                  <a:lnTo>
                    <a:pt x="636" y="173"/>
                  </a:lnTo>
                  <a:lnTo>
                    <a:pt x="632" y="175"/>
                  </a:lnTo>
                  <a:lnTo>
                    <a:pt x="632" y="175"/>
                  </a:lnTo>
                  <a:lnTo>
                    <a:pt x="632" y="175"/>
                  </a:lnTo>
                  <a:lnTo>
                    <a:pt x="630" y="180"/>
                  </a:lnTo>
                  <a:lnTo>
                    <a:pt x="632" y="182"/>
                  </a:lnTo>
                  <a:lnTo>
                    <a:pt x="632" y="184"/>
                  </a:lnTo>
                  <a:lnTo>
                    <a:pt x="632" y="182"/>
                  </a:lnTo>
                  <a:lnTo>
                    <a:pt x="634" y="180"/>
                  </a:lnTo>
                  <a:lnTo>
                    <a:pt x="634" y="180"/>
                  </a:lnTo>
                  <a:lnTo>
                    <a:pt x="634" y="182"/>
                  </a:lnTo>
                  <a:lnTo>
                    <a:pt x="634" y="184"/>
                  </a:lnTo>
                  <a:lnTo>
                    <a:pt x="634" y="186"/>
                  </a:lnTo>
                  <a:lnTo>
                    <a:pt x="634" y="186"/>
                  </a:lnTo>
                  <a:lnTo>
                    <a:pt x="636" y="189"/>
                  </a:lnTo>
                  <a:lnTo>
                    <a:pt x="636" y="189"/>
                  </a:lnTo>
                  <a:lnTo>
                    <a:pt x="639" y="189"/>
                  </a:lnTo>
                  <a:lnTo>
                    <a:pt x="641" y="189"/>
                  </a:lnTo>
                  <a:lnTo>
                    <a:pt x="643" y="189"/>
                  </a:lnTo>
                  <a:lnTo>
                    <a:pt x="643" y="186"/>
                  </a:lnTo>
                  <a:lnTo>
                    <a:pt x="643" y="186"/>
                  </a:lnTo>
                  <a:lnTo>
                    <a:pt x="645" y="186"/>
                  </a:lnTo>
                  <a:lnTo>
                    <a:pt x="645" y="186"/>
                  </a:lnTo>
                  <a:lnTo>
                    <a:pt x="645" y="189"/>
                  </a:lnTo>
                  <a:lnTo>
                    <a:pt x="650" y="186"/>
                  </a:lnTo>
                  <a:lnTo>
                    <a:pt x="652" y="189"/>
                  </a:lnTo>
                  <a:lnTo>
                    <a:pt x="654" y="189"/>
                  </a:lnTo>
                  <a:lnTo>
                    <a:pt x="656" y="191"/>
                  </a:lnTo>
                  <a:lnTo>
                    <a:pt x="656" y="191"/>
                  </a:lnTo>
                  <a:lnTo>
                    <a:pt x="658" y="193"/>
                  </a:lnTo>
                  <a:lnTo>
                    <a:pt x="658" y="193"/>
                  </a:lnTo>
                  <a:lnTo>
                    <a:pt x="658" y="193"/>
                  </a:lnTo>
                  <a:lnTo>
                    <a:pt x="661" y="193"/>
                  </a:lnTo>
                  <a:lnTo>
                    <a:pt x="661" y="193"/>
                  </a:lnTo>
                  <a:lnTo>
                    <a:pt x="661" y="193"/>
                  </a:lnTo>
                  <a:lnTo>
                    <a:pt x="663" y="193"/>
                  </a:lnTo>
                  <a:lnTo>
                    <a:pt x="670" y="191"/>
                  </a:lnTo>
                  <a:lnTo>
                    <a:pt x="672" y="189"/>
                  </a:lnTo>
                  <a:lnTo>
                    <a:pt x="674" y="186"/>
                  </a:lnTo>
                  <a:lnTo>
                    <a:pt x="674" y="184"/>
                  </a:lnTo>
                  <a:lnTo>
                    <a:pt x="676" y="180"/>
                  </a:lnTo>
                  <a:lnTo>
                    <a:pt x="681" y="175"/>
                  </a:lnTo>
                  <a:lnTo>
                    <a:pt x="685" y="173"/>
                  </a:lnTo>
                  <a:lnTo>
                    <a:pt x="687" y="171"/>
                  </a:lnTo>
                  <a:lnTo>
                    <a:pt x="694" y="169"/>
                  </a:lnTo>
                  <a:lnTo>
                    <a:pt x="694" y="164"/>
                  </a:lnTo>
                  <a:lnTo>
                    <a:pt x="692" y="162"/>
                  </a:lnTo>
                  <a:lnTo>
                    <a:pt x="685" y="162"/>
                  </a:lnTo>
                  <a:lnTo>
                    <a:pt x="678" y="164"/>
                  </a:lnTo>
                  <a:lnTo>
                    <a:pt x="672" y="166"/>
                  </a:lnTo>
                  <a:lnTo>
                    <a:pt x="670" y="169"/>
                  </a:lnTo>
                  <a:lnTo>
                    <a:pt x="665" y="169"/>
                  </a:lnTo>
                  <a:lnTo>
                    <a:pt x="663" y="166"/>
                  </a:lnTo>
                  <a:lnTo>
                    <a:pt x="658" y="166"/>
                  </a:lnTo>
                  <a:lnTo>
                    <a:pt x="656" y="169"/>
                  </a:lnTo>
                  <a:lnTo>
                    <a:pt x="654" y="171"/>
                  </a:lnTo>
                  <a:close/>
                  <a:moveTo>
                    <a:pt x="703" y="204"/>
                  </a:moveTo>
                  <a:lnTo>
                    <a:pt x="703" y="206"/>
                  </a:lnTo>
                  <a:lnTo>
                    <a:pt x="703" y="206"/>
                  </a:lnTo>
                  <a:lnTo>
                    <a:pt x="705" y="208"/>
                  </a:lnTo>
                  <a:lnTo>
                    <a:pt x="705" y="208"/>
                  </a:lnTo>
                  <a:lnTo>
                    <a:pt x="703" y="208"/>
                  </a:lnTo>
                  <a:lnTo>
                    <a:pt x="701" y="206"/>
                  </a:lnTo>
                  <a:lnTo>
                    <a:pt x="701" y="206"/>
                  </a:lnTo>
                  <a:lnTo>
                    <a:pt x="698" y="206"/>
                  </a:lnTo>
                  <a:lnTo>
                    <a:pt x="698" y="206"/>
                  </a:lnTo>
                  <a:lnTo>
                    <a:pt x="696" y="206"/>
                  </a:lnTo>
                  <a:lnTo>
                    <a:pt x="694" y="206"/>
                  </a:lnTo>
                  <a:lnTo>
                    <a:pt x="685" y="208"/>
                  </a:lnTo>
                  <a:lnTo>
                    <a:pt x="674" y="204"/>
                  </a:lnTo>
                  <a:lnTo>
                    <a:pt x="658" y="202"/>
                  </a:lnTo>
                  <a:lnTo>
                    <a:pt x="656" y="202"/>
                  </a:lnTo>
                  <a:lnTo>
                    <a:pt x="652" y="200"/>
                  </a:lnTo>
                  <a:lnTo>
                    <a:pt x="639" y="197"/>
                  </a:lnTo>
                  <a:lnTo>
                    <a:pt x="634" y="197"/>
                  </a:lnTo>
                  <a:lnTo>
                    <a:pt x="634" y="197"/>
                  </a:lnTo>
                  <a:lnTo>
                    <a:pt x="632" y="197"/>
                  </a:lnTo>
                  <a:lnTo>
                    <a:pt x="632" y="200"/>
                  </a:lnTo>
                  <a:lnTo>
                    <a:pt x="630" y="200"/>
                  </a:lnTo>
                  <a:lnTo>
                    <a:pt x="630" y="202"/>
                  </a:lnTo>
                  <a:lnTo>
                    <a:pt x="630" y="202"/>
                  </a:lnTo>
                  <a:lnTo>
                    <a:pt x="627" y="202"/>
                  </a:lnTo>
                  <a:lnTo>
                    <a:pt x="625" y="202"/>
                  </a:lnTo>
                  <a:lnTo>
                    <a:pt x="625" y="202"/>
                  </a:lnTo>
                  <a:lnTo>
                    <a:pt x="623" y="202"/>
                  </a:lnTo>
                  <a:lnTo>
                    <a:pt x="621" y="202"/>
                  </a:lnTo>
                  <a:lnTo>
                    <a:pt x="621" y="204"/>
                  </a:lnTo>
                  <a:lnTo>
                    <a:pt x="619" y="204"/>
                  </a:lnTo>
                  <a:lnTo>
                    <a:pt x="619" y="204"/>
                  </a:lnTo>
                  <a:lnTo>
                    <a:pt x="619" y="204"/>
                  </a:lnTo>
                  <a:lnTo>
                    <a:pt x="616" y="204"/>
                  </a:lnTo>
                  <a:lnTo>
                    <a:pt x="616" y="204"/>
                  </a:lnTo>
                  <a:lnTo>
                    <a:pt x="614" y="206"/>
                  </a:lnTo>
                  <a:lnTo>
                    <a:pt x="614" y="206"/>
                  </a:lnTo>
                  <a:lnTo>
                    <a:pt x="614" y="206"/>
                  </a:lnTo>
                  <a:lnTo>
                    <a:pt x="612" y="208"/>
                  </a:lnTo>
                  <a:lnTo>
                    <a:pt x="612" y="208"/>
                  </a:lnTo>
                  <a:lnTo>
                    <a:pt x="610" y="211"/>
                  </a:lnTo>
                  <a:lnTo>
                    <a:pt x="610" y="213"/>
                  </a:lnTo>
                  <a:lnTo>
                    <a:pt x="610" y="215"/>
                  </a:lnTo>
                  <a:lnTo>
                    <a:pt x="610" y="215"/>
                  </a:lnTo>
                  <a:lnTo>
                    <a:pt x="608" y="215"/>
                  </a:lnTo>
                  <a:lnTo>
                    <a:pt x="608" y="215"/>
                  </a:lnTo>
                  <a:lnTo>
                    <a:pt x="608" y="217"/>
                  </a:lnTo>
                  <a:lnTo>
                    <a:pt x="608" y="220"/>
                  </a:lnTo>
                  <a:lnTo>
                    <a:pt x="605" y="224"/>
                  </a:lnTo>
                  <a:lnTo>
                    <a:pt x="605" y="224"/>
                  </a:lnTo>
                  <a:lnTo>
                    <a:pt x="605" y="226"/>
                  </a:lnTo>
                  <a:lnTo>
                    <a:pt x="605" y="228"/>
                  </a:lnTo>
                  <a:lnTo>
                    <a:pt x="608" y="233"/>
                  </a:lnTo>
                  <a:lnTo>
                    <a:pt x="610" y="235"/>
                  </a:lnTo>
                  <a:lnTo>
                    <a:pt x="610" y="235"/>
                  </a:lnTo>
                  <a:lnTo>
                    <a:pt x="610" y="235"/>
                  </a:lnTo>
                  <a:lnTo>
                    <a:pt x="614" y="237"/>
                  </a:lnTo>
                  <a:lnTo>
                    <a:pt x="619" y="237"/>
                  </a:lnTo>
                  <a:lnTo>
                    <a:pt x="619" y="237"/>
                  </a:lnTo>
                  <a:lnTo>
                    <a:pt x="619" y="240"/>
                  </a:lnTo>
                  <a:lnTo>
                    <a:pt x="619" y="240"/>
                  </a:lnTo>
                  <a:lnTo>
                    <a:pt x="619" y="240"/>
                  </a:lnTo>
                  <a:lnTo>
                    <a:pt x="616" y="240"/>
                  </a:lnTo>
                  <a:lnTo>
                    <a:pt x="616" y="240"/>
                  </a:lnTo>
                  <a:lnTo>
                    <a:pt x="614" y="240"/>
                  </a:lnTo>
                  <a:lnTo>
                    <a:pt x="610" y="237"/>
                  </a:lnTo>
                  <a:lnTo>
                    <a:pt x="608" y="235"/>
                  </a:lnTo>
                  <a:lnTo>
                    <a:pt x="608" y="235"/>
                  </a:lnTo>
                  <a:lnTo>
                    <a:pt x="608" y="233"/>
                  </a:lnTo>
                  <a:lnTo>
                    <a:pt x="605" y="231"/>
                  </a:lnTo>
                  <a:lnTo>
                    <a:pt x="605" y="231"/>
                  </a:lnTo>
                  <a:lnTo>
                    <a:pt x="601" y="237"/>
                  </a:lnTo>
                  <a:lnTo>
                    <a:pt x="601" y="242"/>
                  </a:lnTo>
                  <a:lnTo>
                    <a:pt x="601" y="242"/>
                  </a:lnTo>
                  <a:lnTo>
                    <a:pt x="603" y="242"/>
                  </a:lnTo>
                  <a:lnTo>
                    <a:pt x="603" y="242"/>
                  </a:lnTo>
                  <a:lnTo>
                    <a:pt x="603" y="242"/>
                  </a:lnTo>
                  <a:lnTo>
                    <a:pt x="601" y="244"/>
                  </a:lnTo>
                  <a:lnTo>
                    <a:pt x="601" y="244"/>
                  </a:lnTo>
                  <a:lnTo>
                    <a:pt x="601" y="246"/>
                  </a:lnTo>
                  <a:lnTo>
                    <a:pt x="601" y="246"/>
                  </a:lnTo>
                  <a:lnTo>
                    <a:pt x="603" y="246"/>
                  </a:lnTo>
                  <a:lnTo>
                    <a:pt x="603" y="248"/>
                  </a:lnTo>
                  <a:lnTo>
                    <a:pt x="605" y="248"/>
                  </a:lnTo>
                  <a:lnTo>
                    <a:pt x="605" y="251"/>
                  </a:lnTo>
                  <a:lnTo>
                    <a:pt x="603" y="248"/>
                  </a:lnTo>
                  <a:lnTo>
                    <a:pt x="603" y="248"/>
                  </a:lnTo>
                  <a:lnTo>
                    <a:pt x="603" y="248"/>
                  </a:lnTo>
                  <a:lnTo>
                    <a:pt x="601" y="251"/>
                  </a:lnTo>
                  <a:lnTo>
                    <a:pt x="603" y="251"/>
                  </a:lnTo>
                  <a:lnTo>
                    <a:pt x="601" y="251"/>
                  </a:lnTo>
                  <a:lnTo>
                    <a:pt x="601" y="253"/>
                  </a:lnTo>
                  <a:lnTo>
                    <a:pt x="601" y="253"/>
                  </a:lnTo>
                  <a:lnTo>
                    <a:pt x="601" y="257"/>
                  </a:lnTo>
                  <a:lnTo>
                    <a:pt x="601" y="262"/>
                  </a:lnTo>
                  <a:lnTo>
                    <a:pt x="601" y="264"/>
                  </a:lnTo>
                  <a:lnTo>
                    <a:pt x="601" y="266"/>
                  </a:lnTo>
                  <a:lnTo>
                    <a:pt x="603" y="268"/>
                  </a:lnTo>
                  <a:lnTo>
                    <a:pt x="603" y="268"/>
                  </a:lnTo>
                  <a:lnTo>
                    <a:pt x="603" y="268"/>
                  </a:lnTo>
                  <a:lnTo>
                    <a:pt x="605" y="268"/>
                  </a:lnTo>
                  <a:lnTo>
                    <a:pt x="610" y="271"/>
                  </a:lnTo>
                  <a:lnTo>
                    <a:pt x="612" y="271"/>
                  </a:lnTo>
                  <a:lnTo>
                    <a:pt x="612" y="268"/>
                  </a:lnTo>
                  <a:lnTo>
                    <a:pt x="612" y="268"/>
                  </a:lnTo>
                  <a:lnTo>
                    <a:pt x="614" y="268"/>
                  </a:lnTo>
                  <a:lnTo>
                    <a:pt x="614" y="268"/>
                  </a:lnTo>
                  <a:lnTo>
                    <a:pt x="616" y="268"/>
                  </a:lnTo>
                  <a:lnTo>
                    <a:pt x="619" y="266"/>
                  </a:lnTo>
                  <a:lnTo>
                    <a:pt x="619" y="266"/>
                  </a:lnTo>
                  <a:lnTo>
                    <a:pt x="621" y="264"/>
                  </a:lnTo>
                  <a:lnTo>
                    <a:pt x="621" y="264"/>
                  </a:lnTo>
                  <a:lnTo>
                    <a:pt x="623" y="264"/>
                  </a:lnTo>
                  <a:lnTo>
                    <a:pt x="623" y="266"/>
                  </a:lnTo>
                  <a:lnTo>
                    <a:pt x="623" y="266"/>
                  </a:lnTo>
                  <a:lnTo>
                    <a:pt x="621" y="266"/>
                  </a:lnTo>
                  <a:lnTo>
                    <a:pt x="621" y="266"/>
                  </a:lnTo>
                  <a:lnTo>
                    <a:pt x="619" y="266"/>
                  </a:lnTo>
                  <a:lnTo>
                    <a:pt x="619" y="266"/>
                  </a:lnTo>
                  <a:lnTo>
                    <a:pt x="619" y="268"/>
                  </a:lnTo>
                  <a:lnTo>
                    <a:pt x="621" y="268"/>
                  </a:lnTo>
                  <a:lnTo>
                    <a:pt x="621" y="268"/>
                  </a:lnTo>
                  <a:lnTo>
                    <a:pt x="621" y="271"/>
                  </a:lnTo>
                  <a:lnTo>
                    <a:pt x="619" y="271"/>
                  </a:lnTo>
                  <a:lnTo>
                    <a:pt x="619" y="271"/>
                  </a:lnTo>
                  <a:lnTo>
                    <a:pt x="616" y="271"/>
                  </a:lnTo>
                  <a:lnTo>
                    <a:pt x="616" y="271"/>
                  </a:lnTo>
                  <a:lnTo>
                    <a:pt x="616" y="271"/>
                  </a:lnTo>
                  <a:lnTo>
                    <a:pt x="614" y="271"/>
                  </a:lnTo>
                  <a:lnTo>
                    <a:pt x="616" y="275"/>
                  </a:lnTo>
                  <a:lnTo>
                    <a:pt x="619" y="277"/>
                  </a:lnTo>
                  <a:lnTo>
                    <a:pt x="614" y="275"/>
                  </a:lnTo>
                  <a:lnTo>
                    <a:pt x="612" y="273"/>
                  </a:lnTo>
                  <a:lnTo>
                    <a:pt x="610" y="273"/>
                  </a:lnTo>
                  <a:lnTo>
                    <a:pt x="605" y="271"/>
                  </a:lnTo>
                  <a:lnTo>
                    <a:pt x="601" y="268"/>
                  </a:lnTo>
                  <a:lnTo>
                    <a:pt x="601" y="268"/>
                  </a:lnTo>
                  <a:lnTo>
                    <a:pt x="601" y="271"/>
                  </a:lnTo>
                  <a:lnTo>
                    <a:pt x="601" y="273"/>
                  </a:lnTo>
                  <a:lnTo>
                    <a:pt x="601" y="273"/>
                  </a:lnTo>
                  <a:lnTo>
                    <a:pt x="601" y="275"/>
                  </a:lnTo>
                  <a:lnTo>
                    <a:pt x="601" y="277"/>
                  </a:lnTo>
                  <a:lnTo>
                    <a:pt x="599" y="286"/>
                  </a:lnTo>
                  <a:lnTo>
                    <a:pt x="599" y="288"/>
                  </a:lnTo>
                  <a:lnTo>
                    <a:pt x="599" y="288"/>
                  </a:lnTo>
                  <a:lnTo>
                    <a:pt x="601" y="290"/>
                  </a:lnTo>
                  <a:lnTo>
                    <a:pt x="601" y="290"/>
                  </a:lnTo>
                  <a:lnTo>
                    <a:pt x="601" y="290"/>
                  </a:lnTo>
                  <a:lnTo>
                    <a:pt x="601" y="290"/>
                  </a:lnTo>
                  <a:lnTo>
                    <a:pt x="601" y="290"/>
                  </a:lnTo>
                  <a:lnTo>
                    <a:pt x="601" y="290"/>
                  </a:lnTo>
                  <a:lnTo>
                    <a:pt x="601" y="293"/>
                  </a:lnTo>
                  <a:lnTo>
                    <a:pt x="601" y="293"/>
                  </a:lnTo>
                  <a:lnTo>
                    <a:pt x="601" y="293"/>
                  </a:lnTo>
                  <a:lnTo>
                    <a:pt x="601" y="295"/>
                  </a:lnTo>
                  <a:lnTo>
                    <a:pt x="601" y="295"/>
                  </a:lnTo>
                  <a:lnTo>
                    <a:pt x="603" y="297"/>
                  </a:lnTo>
                  <a:lnTo>
                    <a:pt x="603" y="299"/>
                  </a:lnTo>
                  <a:lnTo>
                    <a:pt x="603" y="299"/>
                  </a:lnTo>
                  <a:lnTo>
                    <a:pt x="605" y="302"/>
                  </a:lnTo>
                  <a:lnTo>
                    <a:pt x="616" y="313"/>
                  </a:lnTo>
                  <a:lnTo>
                    <a:pt x="616" y="317"/>
                  </a:lnTo>
                  <a:lnTo>
                    <a:pt x="616" y="317"/>
                  </a:lnTo>
                  <a:lnTo>
                    <a:pt x="614" y="317"/>
                  </a:lnTo>
                  <a:lnTo>
                    <a:pt x="614" y="319"/>
                  </a:lnTo>
                  <a:lnTo>
                    <a:pt x="614" y="319"/>
                  </a:lnTo>
                  <a:lnTo>
                    <a:pt x="614" y="319"/>
                  </a:lnTo>
                  <a:lnTo>
                    <a:pt x="616" y="322"/>
                  </a:lnTo>
                  <a:lnTo>
                    <a:pt x="619" y="322"/>
                  </a:lnTo>
                  <a:lnTo>
                    <a:pt x="630" y="324"/>
                  </a:lnTo>
                  <a:lnTo>
                    <a:pt x="632" y="324"/>
                  </a:lnTo>
                  <a:lnTo>
                    <a:pt x="634" y="324"/>
                  </a:lnTo>
                  <a:lnTo>
                    <a:pt x="636" y="322"/>
                  </a:lnTo>
                  <a:lnTo>
                    <a:pt x="636" y="322"/>
                  </a:lnTo>
                  <a:lnTo>
                    <a:pt x="636" y="322"/>
                  </a:lnTo>
                  <a:lnTo>
                    <a:pt x="634" y="319"/>
                  </a:lnTo>
                  <a:lnTo>
                    <a:pt x="632" y="319"/>
                  </a:lnTo>
                  <a:lnTo>
                    <a:pt x="634" y="319"/>
                  </a:lnTo>
                  <a:lnTo>
                    <a:pt x="636" y="319"/>
                  </a:lnTo>
                  <a:lnTo>
                    <a:pt x="636" y="319"/>
                  </a:lnTo>
                  <a:lnTo>
                    <a:pt x="639" y="317"/>
                  </a:lnTo>
                  <a:lnTo>
                    <a:pt x="639" y="317"/>
                  </a:lnTo>
                  <a:lnTo>
                    <a:pt x="636" y="310"/>
                  </a:lnTo>
                  <a:lnTo>
                    <a:pt x="636" y="310"/>
                  </a:lnTo>
                  <a:lnTo>
                    <a:pt x="639" y="315"/>
                  </a:lnTo>
                  <a:lnTo>
                    <a:pt x="639" y="317"/>
                  </a:lnTo>
                  <a:lnTo>
                    <a:pt x="639" y="317"/>
                  </a:lnTo>
                  <a:lnTo>
                    <a:pt x="641" y="315"/>
                  </a:lnTo>
                  <a:lnTo>
                    <a:pt x="641" y="313"/>
                  </a:lnTo>
                  <a:lnTo>
                    <a:pt x="641" y="310"/>
                  </a:lnTo>
                  <a:lnTo>
                    <a:pt x="641" y="310"/>
                  </a:lnTo>
                  <a:lnTo>
                    <a:pt x="641" y="308"/>
                  </a:lnTo>
                  <a:lnTo>
                    <a:pt x="639" y="308"/>
                  </a:lnTo>
                  <a:lnTo>
                    <a:pt x="639" y="306"/>
                  </a:lnTo>
                  <a:lnTo>
                    <a:pt x="639" y="306"/>
                  </a:lnTo>
                  <a:lnTo>
                    <a:pt x="639" y="306"/>
                  </a:lnTo>
                  <a:lnTo>
                    <a:pt x="639" y="304"/>
                  </a:lnTo>
                  <a:lnTo>
                    <a:pt x="639" y="304"/>
                  </a:lnTo>
                  <a:lnTo>
                    <a:pt x="639" y="304"/>
                  </a:lnTo>
                  <a:lnTo>
                    <a:pt x="639" y="304"/>
                  </a:lnTo>
                  <a:lnTo>
                    <a:pt x="641" y="304"/>
                  </a:lnTo>
                  <a:lnTo>
                    <a:pt x="641" y="304"/>
                  </a:lnTo>
                  <a:lnTo>
                    <a:pt x="641" y="304"/>
                  </a:lnTo>
                  <a:lnTo>
                    <a:pt x="641" y="304"/>
                  </a:lnTo>
                  <a:lnTo>
                    <a:pt x="639" y="304"/>
                  </a:lnTo>
                  <a:lnTo>
                    <a:pt x="639" y="299"/>
                  </a:lnTo>
                  <a:lnTo>
                    <a:pt x="639" y="299"/>
                  </a:lnTo>
                  <a:lnTo>
                    <a:pt x="641" y="297"/>
                  </a:lnTo>
                  <a:lnTo>
                    <a:pt x="641" y="299"/>
                  </a:lnTo>
                  <a:lnTo>
                    <a:pt x="639" y="299"/>
                  </a:lnTo>
                  <a:lnTo>
                    <a:pt x="639" y="302"/>
                  </a:lnTo>
                  <a:lnTo>
                    <a:pt x="641" y="302"/>
                  </a:lnTo>
                  <a:lnTo>
                    <a:pt x="641" y="302"/>
                  </a:lnTo>
                  <a:lnTo>
                    <a:pt x="641" y="304"/>
                  </a:lnTo>
                  <a:lnTo>
                    <a:pt x="641" y="304"/>
                  </a:lnTo>
                  <a:lnTo>
                    <a:pt x="641" y="306"/>
                  </a:lnTo>
                  <a:lnTo>
                    <a:pt x="639" y="306"/>
                  </a:lnTo>
                  <a:lnTo>
                    <a:pt x="639" y="306"/>
                  </a:lnTo>
                  <a:lnTo>
                    <a:pt x="639" y="306"/>
                  </a:lnTo>
                  <a:lnTo>
                    <a:pt x="639" y="306"/>
                  </a:lnTo>
                  <a:lnTo>
                    <a:pt x="639" y="308"/>
                  </a:lnTo>
                  <a:lnTo>
                    <a:pt x="641" y="308"/>
                  </a:lnTo>
                  <a:lnTo>
                    <a:pt x="641" y="308"/>
                  </a:lnTo>
                  <a:lnTo>
                    <a:pt x="641" y="308"/>
                  </a:lnTo>
                  <a:lnTo>
                    <a:pt x="641" y="308"/>
                  </a:lnTo>
                  <a:lnTo>
                    <a:pt x="641" y="315"/>
                  </a:lnTo>
                  <a:lnTo>
                    <a:pt x="641" y="315"/>
                  </a:lnTo>
                  <a:lnTo>
                    <a:pt x="643" y="317"/>
                  </a:lnTo>
                  <a:lnTo>
                    <a:pt x="645" y="317"/>
                  </a:lnTo>
                  <a:lnTo>
                    <a:pt x="645" y="317"/>
                  </a:lnTo>
                  <a:lnTo>
                    <a:pt x="647" y="319"/>
                  </a:lnTo>
                  <a:lnTo>
                    <a:pt x="647" y="319"/>
                  </a:lnTo>
                  <a:lnTo>
                    <a:pt x="652" y="317"/>
                  </a:lnTo>
                  <a:lnTo>
                    <a:pt x="652" y="317"/>
                  </a:lnTo>
                  <a:lnTo>
                    <a:pt x="654" y="315"/>
                  </a:lnTo>
                  <a:lnTo>
                    <a:pt x="654" y="315"/>
                  </a:lnTo>
                  <a:lnTo>
                    <a:pt x="654" y="313"/>
                  </a:lnTo>
                  <a:lnTo>
                    <a:pt x="654" y="310"/>
                  </a:lnTo>
                  <a:lnTo>
                    <a:pt x="656" y="310"/>
                  </a:lnTo>
                  <a:lnTo>
                    <a:pt x="656" y="310"/>
                  </a:lnTo>
                  <a:lnTo>
                    <a:pt x="656" y="310"/>
                  </a:lnTo>
                  <a:lnTo>
                    <a:pt x="656" y="315"/>
                  </a:lnTo>
                  <a:lnTo>
                    <a:pt x="656" y="315"/>
                  </a:lnTo>
                  <a:lnTo>
                    <a:pt x="656" y="315"/>
                  </a:lnTo>
                  <a:lnTo>
                    <a:pt x="658" y="317"/>
                  </a:lnTo>
                  <a:lnTo>
                    <a:pt x="658" y="317"/>
                  </a:lnTo>
                  <a:lnTo>
                    <a:pt x="661" y="317"/>
                  </a:lnTo>
                  <a:lnTo>
                    <a:pt x="661" y="317"/>
                  </a:lnTo>
                  <a:lnTo>
                    <a:pt x="663" y="317"/>
                  </a:lnTo>
                  <a:lnTo>
                    <a:pt x="665" y="319"/>
                  </a:lnTo>
                  <a:lnTo>
                    <a:pt x="665" y="319"/>
                  </a:lnTo>
                  <a:lnTo>
                    <a:pt x="665" y="319"/>
                  </a:lnTo>
                  <a:lnTo>
                    <a:pt x="667" y="319"/>
                  </a:lnTo>
                  <a:lnTo>
                    <a:pt x="667" y="319"/>
                  </a:lnTo>
                  <a:lnTo>
                    <a:pt x="670" y="319"/>
                  </a:lnTo>
                  <a:lnTo>
                    <a:pt x="670" y="322"/>
                  </a:lnTo>
                  <a:lnTo>
                    <a:pt x="670" y="322"/>
                  </a:lnTo>
                  <a:lnTo>
                    <a:pt x="672" y="322"/>
                  </a:lnTo>
                  <a:lnTo>
                    <a:pt x="672" y="322"/>
                  </a:lnTo>
                  <a:lnTo>
                    <a:pt x="674" y="322"/>
                  </a:lnTo>
                  <a:lnTo>
                    <a:pt x="674" y="322"/>
                  </a:lnTo>
                  <a:lnTo>
                    <a:pt x="676" y="322"/>
                  </a:lnTo>
                  <a:lnTo>
                    <a:pt x="678" y="319"/>
                  </a:lnTo>
                  <a:lnTo>
                    <a:pt x="678" y="319"/>
                  </a:lnTo>
                  <a:lnTo>
                    <a:pt x="678" y="319"/>
                  </a:lnTo>
                  <a:lnTo>
                    <a:pt x="678" y="317"/>
                  </a:lnTo>
                  <a:lnTo>
                    <a:pt x="678" y="317"/>
                  </a:lnTo>
                  <a:lnTo>
                    <a:pt x="678" y="317"/>
                  </a:lnTo>
                  <a:lnTo>
                    <a:pt x="676" y="313"/>
                  </a:lnTo>
                  <a:lnTo>
                    <a:pt x="676" y="310"/>
                  </a:lnTo>
                  <a:lnTo>
                    <a:pt x="676" y="308"/>
                  </a:lnTo>
                  <a:lnTo>
                    <a:pt x="678" y="306"/>
                  </a:lnTo>
                  <a:lnTo>
                    <a:pt x="678" y="306"/>
                  </a:lnTo>
                  <a:lnTo>
                    <a:pt x="678" y="306"/>
                  </a:lnTo>
                  <a:lnTo>
                    <a:pt x="676" y="308"/>
                  </a:lnTo>
                  <a:lnTo>
                    <a:pt x="676" y="310"/>
                  </a:lnTo>
                  <a:lnTo>
                    <a:pt x="678" y="310"/>
                  </a:lnTo>
                  <a:lnTo>
                    <a:pt x="678" y="313"/>
                  </a:lnTo>
                  <a:lnTo>
                    <a:pt x="681" y="315"/>
                  </a:lnTo>
                  <a:lnTo>
                    <a:pt x="681" y="317"/>
                  </a:lnTo>
                  <a:lnTo>
                    <a:pt x="683" y="319"/>
                  </a:lnTo>
                  <a:lnTo>
                    <a:pt x="683" y="319"/>
                  </a:lnTo>
                  <a:lnTo>
                    <a:pt x="685" y="319"/>
                  </a:lnTo>
                  <a:lnTo>
                    <a:pt x="687" y="315"/>
                  </a:lnTo>
                  <a:lnTo>
                    <a:pt x="687" y="315"/>
                  </a:lnTo>
                  <a:lnTo>
                    <a:pt x="692" y="315"/>
                  </a:lnTo>
                  <a:lnTo>
                    <a:pt x="692" y="315"/>
                  </a:lnTo>
                  <a:lnTo>
                    <a:pt x="692" y="313"/>
                  </a:lnTo>
                  <a:lnTo>
                    <a:pt x="692" y="313"/>
                  </a:lnTo>
                  <a:lnTo>
                    <a:pt x="692" y="313"/>
                  </a:lnTo>
                  <a:lnTo>
                    <a:pt x="692" y="313"/>
                  </a:lnTo>
                  <a:lnTo>
                    <a:pt x="692" y="313"/>
                  </a:lnTo>
                  <a:lnTo>
                    <a:pt x="692" y="310"/>
                  </a:lnTo>
                  <a:lnTo>
                    <a:pt x="692" y="310"/>
                  </a:lnTo>
                  <a:lnTo>
                    <a:pt x="692" y="308"/>
                  </a:lnTo>
                  <a:lnTo>
                    <a:pt x="694" y="308"/>
                  </a:lnTo>
                  <a:lnTo>
                    <a:pt x="694" y="308"/>
                  </a:lnTo>
                  <a:lnTo>
                    <a:pt x="694" y="308"/>
                  </a:lnTo>
                  <a:lnTo>
                    <a:pt x="694" y="306"/>
                  </a:lnTo>
                  <a:lnTo>
                    <a:pt x="694" y="306"/>
                  </a:lnTo>
                  <a:lnTo>
                    <a:pt x="694" y="306"/>
                  </a:lnTo>
                  <a:lnTo>
                    <a:pt x="694" y="306"/>
                  </a:lnTo>
                  <a:lnTo>
                    <a:pt x="694" y="306"/>
                  </a:lnTo>
                  <a:lnTo>
                    <a:pt x="696" y="306"/>
                  </a:lnTo>
                  <a:lnTo>
                    <a:pt x="696" y="302"/>
                  </a:lnTo>
                  <a:lnTo>
                    <a:pt x="696" y="302"/>
                  </a:lnTo>
                  <a:lnTo>
                    <a:pt x="694" y="299"/>
                  </a:lnTo>
                  <a:lnTo>
                    <a:pt x="694" y="299"/>
                  </a:lnTo>
                  <a:lnTo>
                    <a:pt x="694" y="299"/>
                  </a:lnTo>
                  <a:lnTo>
                    <a:pt x="694" y="299"/>
                  </a:lnTo>
                  <a:lnTo>
                    <a:pt x="694" y="299"/>
                  </a:lnTo>
                  <a:lnTo>
                    <a:pt x="696" y="299"/>
                  </a:lnTo>
                  <a:lnTo>
                    <a:pt x="696" y="299"/>
                  </a:lnTo>
                  <a:lnTo>
                    <a:pt x="696" y="304"/>
                  </a:lnTo>
                  <a:lnTo>
                    <a:pt x="696" y="304"/>
                  </a:lnTo>
                  <a:lnTo>
                    <a:pt x="696" y="306"/>
                  </a:lnTo>
                  <a:lnTo>
                    <a:pt x="698" y="308"/>
                  </a:lnTo>
                  <a:lnTo>
                    <a:pt x="701" y="308"/>
                  </a:lnTo>
                  <a:lnTo>
                    <a:pt x="701" y="308"/>
                  </a:lnTo>
                  <a:lnTo>
                    <a:pt x="703" y="308"/>
                  </a:lnTo>
                  <a:lnTo>
                    <a:pt x="705" y="310"/>
                  </a:lnTo>
                  <a:lnTo>
                    <a:pt x="705" y="308"/>
                  </a:lnTo>
                  <a:lnTo>
                    <a:pt x="707" y="308"/>
                  </a:lnTo>
                  <a:lnTo>
                    <a:pt x="705" y="306"/>
                  </a:lnTo>
                  <a:lnTo>
                    <a:pt x="703" y="304"/>
                  </a:lnTo>
                  <a:lnTo>
                    <a:pt x="703" y="302"/>
                  </a:lnTo>
                  <a:lnTo>
                    <a:pt x="703" y="302"/>
                  </a:lnTo>
                  <a:lnTo>
                    <a:pt x="703" y="299"/>
                  </a:lnTo>
                  <a:lnTo>
                    <a:pt x="705" y="297"/>
                  </a:lnTo>
                  <a:lnTo>
                    <a:pt x="705" y="299"/>
                  </a:lnTo>
                  <a:lnTo>
                    <a:pt x="705" y="299"/>
                  </a:lnTo>
                  <a:lnTo>
                    <a:pt x="703" y="299"/>
                  </a:lnTo>
                  <a:lnTo>
                    <a:pt x="703" y="302"/>
                  </a:lnTo>
                  <a:lnTo>
                    <a:pt x="703" y="302"/>
                  </a:lnTo>
                  <a:lnTo>
                    <a:pt x="707" y="304"/>
                  </a:lnTo>
                  <a:lnTo>
                    <a:pt x="707" y="306"/>
                  </a:lnTo>
                  <a:lnTo>
                    <a:pt x="709" y="306"/>
                  </a:lnTo>
                  <a:lnTo>
                    <a:pt x="712" y="308"/>
                  </a:lnTo>
                  <a:lnTo>
                    <a:pt x="712" y="308"/>
                  </a:lnTo>
                  <a:lnTo>
                    <a:pt x="714" y="308"/>
                  </a:lnTo>
                  <a:lnTo>
                    <a:pt x="716" y="308"/>
                  </a:lnTo>
                  <a:lnTo>
                    <a:pt x="718" y="306"/>
                  </a:lnTo>
                  <a:lnTo>
                    <a:pt x="721" y="306"/>
                  </a:lnTo>
                  <a:lnTo>
                    <a:pt x="718" y="306"/>
                  </a:lnTo>
                  <a:lnTo>
                    <a:pt x="718" y="306"/>
                  </a:lnTo>
                  <a:lnTo>
                    <a:pt x="718" y="306"/>
                  </a:lnTo>
                  <a:lnTo>
                    <a:pt x="718" y="306"/>
                  </a:lnTo>
                  <a:lnTo>
                    <a:pt x="716" y="306"/>
                  </a:lnTo>
                  <a:lnTo>
                    <a:pt x="716" y="306"/>
                  </a:lnTo>
                  <a:lnTo>
                    <a:pt x="716" y="304"/>
                  </a:lnTo>
                  <a:lnTo>
                    <a:pt x="716" y="304"/>
                  </a:lnTo>
                  <a:lnTo>
                    <a:pt x="716" y="304"/>
                  </a:lnTo>
                  <a:lnTo>
                    <a:pt x="716" y="304"/>
                  </a:lnTo>
                  <a:lnTo>
                    <a:pt x="718" y="304"/>
                  </a:lnTo>
                  <a:lnTo>
                    <a:pt x="718" y="304"/>
                  </a:lnTo>
                  <a:lnTo>
                    <a:pt x="718" y="304"/>
                  </a:lnTo>
                  <a:lnTo>
                    <a:pt x="718" y="304"/>
                  </a:lnTo>
                  <a:lnTo>
                    <a:pt x="718" y="304"/>
                  </a:lnTo>
                  <a:lnTo>
                    <a:pt x="718" y="304"/>
                  </a:lnTo>
                  <a:lnTo>
                    <a:pt x="718" y="304"/>
                  </a:lnTo>
                  <a:lnTo>
                    <a:pt x="718" y="302"/>
                  </a:lnTo>
                  <a:lnTo>
                    <a:pt x="718" y="295"/>
                  </a:lnTo>
                  <a:lnTo>
                    <a:pt x="718" y="295"/>
                  </a:lnTo>
                  <a:lnTo>
                    <a:pt x="718" y="293"/>
                  </a:lnTo>
                  <a:lnTo>
                    <a:pt x="716" y="290"/>
                  </a:lnTo>
                  <a:lnTo>
                    <a:pt x="718" y="290"/>
                  </a:lnTo>
                  <a:lnTo>
                    <a:pt x="718" y="290"/>
                  </a:lnTo>
                  <a:lnTo>
                    <a:pt x="718" y="293"/>
                  </a:lnTo>
                  <a:lnTo>
                    <a:pt x="718" y="293"/>
                  </a:lnTo>
                  <a:lnTo>
                    <a:pt x="721" y="293"/>
                  </a:lnTo>
                  <a:lnTo>
                    <a:pt x="721" y="293"/>
                  </a:lnTo>
                  <a:lnTo>
                    <a:pt x="723" y="295"/>
                  </a:lnTo>
                  <a:lnTo>
                    <a:pt x="723" y="297"/>
                  </a:lnTo>
                  <a:lnTo>
                    <a:pt x="725" y="299"/>
                  </a:lnTo>
                  <a:lnTo>
                    <a:pt x="725" y="299"/>
                  </a:lnTo>
                  <a:lnTo>
                    <a:pt x="725" y="299"/>
                  </a:lnTo>
                  <a:lnTo>
                    <a:pt x="725" y="299"/>
                  </a:lnTo>
                  <a:lnTo>
                    <a:pt x="725" y="299"/>
                  </a:lnTo>
                  <a:lnTo>
                    <a:pt x="727" y="299"/>
                  </a:lnTo>
                  <a:lnTo>
                    <a:pt x="727" y="299"/>
                  </a:lnTo>
                  <a:lnTo>
                    <a:pt x="727" y="302"/>
                  </a:lnTo>
                  <a:lnTo>
                    <a:pt x="727" y="302"/>
                  </a:lnTo>
                  <a:lnTo>
                    <a:pt x="727" y="302"/>
                  </a:lnTo>
                  <a:lnTo>
                    <a:pt x="729" y="302"/>
                  </a:lnTo>
                  <a:lnTo>
                    <a:pt x="729" y="302"/>
                  </a:lnTo>
                  <a:lnTo>
                    <a:pt x="732" y="302"/>
                  </a:lnTo>
                  <a:lnTo>
                    <a:pt x="734" y="299"/>
                  </a:lnTo>
                  <a:lnTo>
                    <a:pt x="736" y="299"/>
                  </a:lnTo>
                  <a:lnTo>
                    <a:pt x="736" y="299"/>
                  </a:lnTo>
                  <a:lnTo>
                    <a:pt x="736" y="299"/>
                  </a:lnTo>
                  <a:lnTo>
                    <a:pt x="736" y="299"/>
                  </a:lnTo>
                  <a:lnTo>
                    <a:pt x="738" y="299"/>
                  </a:lnTo>
                  <a:lnTo>
                    <a:pt x="738" y="299"/>
                  </a:lnTo>
                  <a:lnTo>
                    <a:pt x="738" y="299"/>
                  </a:lnTo>
                  <a:lnTo>
                    <a:pt x="738" y="297"/>
                  </a:lnTo>
                  <a:lnTo>
                    <a:pt x="740" y="297"/>
                  </a:lnTo>
                  <a:lnTo>
                    <a:pt x="740" y="297"/>
                  </a:lnTo>
                  <a:lnTo>
                    <a:pt x="743" y="297"/>
                  </a:lnTo>
                  <a:lnTo>
                    <a:pt x="743" y="295"/>
                  </a:lnTo>
                  <a:lnTo>
                    <a:pt x="745" y="295"/>
                  </a:lnTo>
                  <a:lnTo>
                    <a:pt x="745" y="295"/>
                  </a:lnTo>
                  <a:lnTo>
                    <a:pt x="743" y="293"/>
                  </a:lnTo>
                  <a:lnTo>
                    <a:pt x="740" y="293"/>
                  </a:lnTo>
                  <a:lnTo>
                    <a:pt x="740" y="293"/>
                  </a:lnTo>
                  <a:lnTo>
                    <a:pt x="740" y="293"/>
                  </a:lnTo>
                  <a:lnTo>
                    <a:pt x="740" y="290"/>
                  </a:lnTo>
                  <a:lnTo>
                    <a:pt x="740" y="290"/>
                  </a:lnTo>
                  <a:lnTo>
                    <a:pt x="738" y="290"/>
                  </a:lnTo>
                  <a:lnTo>
                    <a:pt x="738" y="290"/>
                  </a:lnTo>
                  <a:lnTo>
                    <a:pt x="738" y="288"/>
                  </a:lnTo>
                  <a:lnTo>
                    <a:pt x="736" y="288"/>
                  </a:lnTo>
                  <a:lnTo>
                    <a:pt x="736" y="288"/>
                  </a:lnTo>
                  <a:lnTo>
                    <a:pt x="736" y="288"/>
                  </a:lnTo>
                  <a:lnTo>
                    <a:pt x="734" y="290"/>
                  </a:lnTo>
                  <a:lnTo>
                    <a:pt x="734" y="290"/>
                  </a:lnTo>
                  <a:lnTo>
                    <a:pt x="734" y="290"/>
                  </a:lnTo>
                  <a:lnTo>
                    <a:pt x="734" y="288"/>
                  </a:lnTo>
                  <a:lnTo>
                    <a:pt x="734" y="288"/>
                  </a:lnTo>
                  <a:lnTo>
                    <a:pt x="734" y="288"/>
                  </a:lnTo>
                  <a:lnTo>
                    <a:pt x="734" y="286"/>
                  </a:lnTo>
                  <a:lnTo>
                    <a:pt x="736" y="286"/>
                  </a:lnTo>
                  <a:lnTo>
                    <a:pt x="736" y="286"/>
                  </a:lnTo>
                  <a:lnTo>
                    <a:pt x="736" y="284"/>
                  </a:lnTo>
                  <a:lnTo>
                    <a:pt x="734" y="284"/>
                  </a:lnTo>
                  <a:lnTo>
                    <a:pt x="736" y="284"/>
                  </a:lnTo>
                  <a:lnTo>
                    <a:pt x="736" y="284"/>
                  </a:lnTo>
                  <a:lnTo>
                    <a:pt x="743" y="293"/>
                  </a:lnTo>
                  <a:lnTo>
                    <a:pt x="745" y="293"/>
                  </a:lnTo>
                  <a:lnTo>
                    <a:pt x="745" y="293"/>
                  </a:lnTo>
                  <a:lnTo>
                    <a:pt x="747" y="288"/>
                  </a:lnTo>
                  <a:lnTo>
                    <a:pt x="747" y="284"/>
                  </a:lnTo>
                  <a:lnTo>
                    <a:pt x="747" y="282"/>
                  </a:lnTo>
                  <a:lnTo>
                    <a:pt x="747" y="282"/>
                  </a:lnTo>
                  <a:lnTo>
                    <a:pt x="745" y="282"/>
                  </a:lnTo>
                  <a:lnTo>
                    <a:pt x="743" y="282"/>
                  </a:lnTo>
                  <a:lnTo>
                    <a:pt x="743" y="282"/>
                  </a:lnTo>
                  <a:lnTo>
                    <a:pt x="743" y="282"/>
                  </a:lnTo>
                  <a:lnTo>
                    <a:pt x="743" y="282"/>
                  </a:lnTo>
                  <a:lnTo>
                    <a:pt x="745" y="279"/>
                  </a:lnTo>
                  <a:lnTo>
                    <a:pt x="745" y="279"/>
                  </a:lnTo>
                  <a:lnTo>
                    <a:pt x="743" y="277"/>
                  </a:lnTo>
                  <a:lnTo>
                    <a:pt x="740" y="277"/>
                  </a:lnTo>
                  <a:lnTo>
                    <a:pt x="740" y="275"/>
                  </a:lnTo>
                  <a:lnTo>
                    <a:pt x="738" y="275"/>
                  </a:lnTo>
                  <a:lnTo>
                    <a:pt x="738" y="273"/>
                  </a:lnTo>
                  <a:lnTo>
                    <a:pt x="738" y="273"/>
                  </a:lnTo>
                  <a:lnTo>
                    <a:pt x="740" y="275"/>
                  </a:lnTo>
                  <a:lnTo>
                    <a:pt x="740" y="275"/>
                  </a:lnTo>
                  <a:lnTo>
                    <a:pt x="743" y="277"/>
                  </a:lnTo>
                  <a:lnTo>
                    <a:pt x="745" y="277"/>
                  </a:lnTo>
                  <a:lnTo>
                    <a:pt x="747" y="277"/>
                  </a:lnTo>
                  <a:lnTo>
                    <a:pt x="749" y="273"/>
                  </a:lnTo>
                  <a:lnTo>
                    <a:pt x="752" y="273"/>
                  </a:lnTo>
                  <a:lnTo>
                    <a:pt x="754" y="273"/>
                  </a:lnTo>
                  <a:lnTo>
                    <a:pt x="756" y="271"/>
                  </a:lnTo>
                  <a:lnTo>
                    <a:pt x="758" y="271"/>
                  </a:lnTo>
                  <a:lnTo>
                    <a:pt x="758" y="268"/>
                  </a:lnTo>
                  <a:lnTo>
                    <a:pt x="760" y="268"/>
                  </a:lnTo>
                  <a:lnTo>
                    <a:pt x="760" y="266"/>
                  </a:lnTo>
                  <a:lnTo>
                    <a:pt x="758" y="266"/>
                  </a:lnTo>
                  <a:lnTo>
                    <a:pt x="758" y="266"/>
                  </a:lnTo>
                  <a:lnTo>
                    <a:pt x="760" y="264"/>
                  </a:lnTo>
                  <a:lnTo>
                    <a:pt x="760" y="264"/>
                  </a:lnTo>
                  <a:lnTo>
                    <a:pt x="760" y="264"/>
                  </a:lnTo>
                  <a:lnTo>
                    <a:pt x="758" y="264"/>
                  </a:lnTo>
                  <a:lnTo>
                    <a:pt x="758" y="264"/>
                  </a:lnTo>
                  <a:lnTo>
                    <a:pt x="758" y="264"/>
                  </a:lnTo>
                  <a:lnTo>
                    <a:pt x="756" y="264"/>
                  </a:lnTo>
                  <a:lnTo>
                    <a:pt x="756" y="264"/>
                  </a:lnTo>
                  <a:lnTo>
                    <a:pt x="758" y="262"/>
                  </a:lnTo>
                  <a:lnTo>
                    <a:pt x="758" y="262"/>
                  </a:lnTo>
                  <a:lnTo>
                    <a:pt x="760" y="259"/>
                  </a:lnTo>
                  <a:lnTo>
                    <a:pt x="760" y="259"/>
                  </a:lnTo>
                  <a:lnTo>
                    <a:pt x="758" y="259"/>
                  </a:lnTo>
                  <a:lnTo>
                    <a:pt x="760" y="257"/>
                  </a:lnTo>
                  <a:lnTo>
                    <a:pt x="765" y="257"/>
                  </a:lnTo>
                  <a:lnTo>
                    <a:pt x="767" y="255"/>
                  </a:lnTo>
                  <a:lnTo>
                    <a:pt x="767" y="253"/>
                  </a:lnTo>
                  <a:lnTo>
                    <a:pt x="767" y="251"/>
                  </a:lnTo>
                  <a:lnTo>
                    <a:pt x="767" y="251"/>
                  </a:lnTo>
                  <a:lnTo>
                    <a:pt x="767" y="248"/>
                  </a:lnTo>
                  <a:lnTo>
                    <a:pt x="767" y="246"/>
                  </a:lnTo>
                  <a:lnTo>
                    <a:pt x="767" y="244"/>
                  </a:lnTo>
                  <a:lnTo>
                    <a:pt x="765" y="242"/>
                  </a:lnTo>
                  <a:lnTo>
                    <a:pt x="765" y="240"/>
                  </a:lnTo>
                  <a:lnTo>
                    <a:pt x="767" y="242"/>
                  </a:lnTo>
                  <a:lnTo>
                    <a:pt x="767" y="244"/>
                  </a:lnTo>
                  <a:lnTo>
                    <a:pt x="769" y="244"/>
                  </a:lnTo>
                  <a:lnTo>
                    <a:pt x="769" y="242"/>
                  </a:lnTo>
                  <a:lnTo>
                    <a:pt x="769" y="242"/>
                  </a:lnTo>
                  <a:lnTo>
                    <a:pt x="769" y="240"/>
                  </a:lnTo>
                  <a:lnTo>
                    <a:pt x="769" y="240"/>
                  </a:lnTo>
                  <a:lnTo>
                    <a:pt x="769" y="237"/>
                  </a:lnTo>
                  <a:lnTo>
                    <a:pt x="769" y="237"/>
                  </a:lnTo>
                  <a:lnTo>
                    <a:pt x="769" y="235"/>
                  </a:lnTo>
                  <a:lnTo>
                    <a:pt x="771" y="233"/>
                  </a:lnTo>
                  <a:lnTo>
                    <a:pt x="771" y="233"/>
                  </a:lnTo>
                  <a:lnTo>
                    <a:pt x="771" y="228"/>
                  </a:lnTo>
                  <a:lnTo>
                    <a:pt x="771" y="226"/>
                  </a:lnTo>
                  <a:lnTo>
                    <a:pt x="774" y="222"/>
                  </a:lnTo>
                  <a:lnTo>
                    <a:pt x="776" y="220"/>
                  </a:lnTo>
                  <a:lnTo>
                    <a:pt x="776" y="220"/>
                  </a:lnTo>
                  <a:lnTo>
                    <a:pt x="776" y="220"/>
                  </a:lnTo>
                  <a:lnTo>
                    <a:pt x="778" y="220"/>
                  </a:lnTo>
                  <a:lnTo>
                    <a:pt x="778" y="217"/>
                  </a:lnTo>
                  <a:lnTo>
                    <a:pt x="778" y="217"/>
                  </a:lnTo>
                  <a:lnTo>
                    <a:pt x="778" y="215"/>
                  </a:lnTo>
                  <a:lnTo>
                    <a:pt x="778" y="213"/>
                  </a:lnTo>
                  <a:lnTo>
                    <a:pt x="778" y="211"/>
                  </a:lnTo>
                  <a:lnTo>
                    <a:pt x="778" y="211"/>
                  </a:lnTo>
                  <a:lnTo>
                    <a:pt x="778" y="211"/>
                  </a:lnTo>
                  <a:lnTo>
                    <a:pt x="776" y="211"/>
                  </a:lnTo>
                  <a:lnTo>
                    <a:pt x="776" y="211"/>
                  </a:lnTo>
                  <a:lnTo>
                    <a:pt x="774" y="208"/>
                  </a:lnTo>
                  <a:lnTo>
                    <a:pt x="765" y="208"/>
                  </a:lnTo>
                  <a:lnTo>
                    <a:pt x="763" y="206"/>
                  </a:lnTo>
                  <a:lnTo>
                    <a:pt x="760" y="206"/>
                  </a:lnTo>
                  <a:lnTo>
                    <a:pt x="758" y="206"/>
                  </a:lnTo>
                  <a:lnTo>
                    <a:pt x="756" y="206"/>
                  </a:lnTo>
                  <a:lnTo>
                    <a:pt x="754" y="206"/>
                  </a:lnTo>
                  <a:lnTo>
                    <a:pt x="745" y="204"/>
                  </a:lnTo>
                  <a:lnTo>
                    <a:pt x="743" y="204"/>
                  </a:lnTo>
                  <a:lnTo>
                    <a:pt x="740" y="206"/>
                  </a:lnTo>
                  <a:lnTo>
                    <a:pt x="740" y="204"/>
                  </a:lnTo>
                  <a:lnTo>
                    <a:pt x="740" y="204"/>
                  </a:lnTo>
                  <a:lnTo>
                    <a:pt x="740" y="202"/>
                  </a:lnTo>
                  <a:lnTo>
                    <a:pt x="740" y="202"/>
                  </a:lnTo>
                  <a:lnTo>
                    <a:pt x="738" y="202"/>
                  </a:lnTo>
                  <a:lnTo>
                    <a:pt x="736" y="202"/>
                  </a:lnTo>
                  <a:lnTo>
                    <a:pt x="736" y="204"/>
                  </a:lnTo>
                  <a:lnTo>
                    <a:pt x="734" y="204"/>
                  </a:lnTo>
                  <a:lnTo>
                    <a:pt x="734" y="202"/>
                  </a:lnTo>
                  <a:lnTo>
                    <a:pt x="732" y="202"/>
                  </a:lnTo>
                  <a:lnTo>
                    <a:pt x="729" y="202"/>
                  </a:lnTo>
                  <a:lnTo>
                    <a:pt x="725" y="202"/>
                  </a:lnTo>
                  <a:lnTo>
                    <a:pt x="723" y="202"/>
                  </a:lnTo>
                  <a:lnTo>
                    <a:pt x="723" y="202"/>
                  </a:lnTo>
                  <a:lnTo>
                    <a:pt x="723" y="202"/>
                  </a:lnTo>
                  <a:lnTo>
                    <a:pt x="721" y="202"/>
                  </a:lnTo>
                  <a:lnTo>
                    <a:pt x="721" y="202"/>
                  </a:lnTo>
                  <a:lnTo>
                    <a:pt x="718" y="200"/>
                  </a:lnTo>
                  <a:lnTo>
                    <a:pt x="718" y="200"/>
                  </a:lnTo>
                  <a:lnTo>
                    <a:pt x="718" y="200"/>
                  </a:lnTo>
                  <a:lnTo>
                    <a:pt x="716" y="200"/>
                  </a:lnTo>
                  <a:lnTo>
                    <a:pt x="714" y="200"/>
                  </a:lnTo>
                  <a:lnTo>
                    <a:pt x="714" y="200"/>
                  </a:lnTo>
                  <a:lnTo>
                    <a:pt x="712" y="202"/>
                  </a:lnTo>
                  <a:lnTo>
                    <a:pt x="712" y="202"/>
                  </a:lnTo>
                  <a:lnTo>
                    <a:pt x="709" y="202"/>
                  </a:lnTo>
                  <a:lnTo>
                    <a:pt x="709" y="202"/>
                  </a:lnTo>
                  <a:lnTo>
                    <a:pt x="709" y="202"/>
                  </a:lnTo>
                  <a:lnTo>
                    <a:pt x="709" y="202"/>
                  </a:lnTo>
                  <a:lnTo>
                    <a:pt x="709" y="202"/>
                  </a:lnTo>
                  <a:lnTo>
                    <a:pt x="705" y="204"/>
                  </a:lnTo>
                  <a:lnTo>
                    <a:pt x="703" y="204"/>
                  </a:lnTo>
                  <a:close/>
                  <a:moveTo>
                    <a:pt x="698" y="310"/>
                  </a:moveTo>
                  <a:lnTo>
                    <a:pt x="696" y="310"/>
                  </a:lnTo>
                  <a:lnTo>
                    <a:pt x="696" y="310"/>
                  </a:lnTo>
                  <a:lnTo>
                    <a:pt x="696" y="310"/>
                  </a:lnTo>
                  <a:lnTo>
                    <a:pt x="694" y="310"/>
                  </a:lnTo>
                  <a:lnTo>
                    <a:pt x="694" y="313"/>
                  </a:lnTo>
                  <a:lnTo>
                    <a:pt x="694" y="313"/>
                  </a:lnTo>
                  <a:lnTo>
                    <a:pt x="694" y="315"/>
                  </a:lnTo>
                  <a:lnTo>
                    <a:pt x="694" y="315"/>
                  </a:lnTo>
                  <a:lnTo>
                    <a:pt x="694" y="317"/>
                  </a:lnTo>
                  <a:lnTo>
                    <a:pt x="694" y="317"/>
                  </a:lnTo>
                  <a:lnTo>
                    <a:pt x="696" y="317"/>
                  </a:lnTo>
                  <a:lnTo>
                    <a:pt x="696" y="317"/>
                  </a:lnTo>
                  <a:lnTo>
                    <a:pt x="698" y="315"/>
                  </a:lnTo>
                  <a:lnTo>
                    <a:pt x="701" y="315"/>
                  </a:lnTo>
                  <a:lnTo>
                    <a:pt x="701" y="315"/>
                  </a:lnTo>
                  <a:lnTo>
                    <a:pt x="701" y="313"/>
                  </a:lnTo>
                  <a:lnTo>
                    <a:pt x="701" y="313"/>
                  </a:lnTo>
                  <a:lnTo>
                    <a:pt x="701" y="313"/>
                  </a:lnTo>
                  <a:lnTo>
                    <a:pt x="701" y="310"/>
                  </a:lnTo>
                  <a:lnTo>
                    <a:pt x="698" y="310"/>
                  </a:lnTo>
                  <a:close/>
                  <a:moveTo>
                    <a:pt x="776" y="268"/>
                  </a:moveTo>
                  <a:lnTo>
                    <a:pt x="774" y="268"/>
                  </a:lnTo>
                  <a:lnTo>
                    <a:pt x="774" y="271"/>
                  </a:lnTo>
                  <a:lnTo>
                    <a:pt x="774" y="273"/>
                  </a:lnTo>
                  <a:lnTo>
                    <a:pt x="771" y="273"/>
                  </a:lnTo>
                  <a:lnTo>
                    <a:pt x="771" y="275"/>
                  </a:lnTo>
                  <a:lnTo>
                    <a:pt x="771" y="275"/>
                  </a:lnTo>
                  <a:lnTo>
                    <a:pt x="774" y="275"/>
                  </a:lnTo>
                  <a:lnTo>
                    <a:pt x="774" y="275"/>
                  </a:lnTo>
                  <a:lnTo>
                    <a:pt x="776" y="277"/>
                  </a:lnTo>
                  <a:lnTo>
                    <a:pt x="776" y="277"/>
                  </a:lnTo>
                  <a:lnTo>
                    <a:pt x="776" y="277"/>
                  </a:lnTo>
                  <a:lnTo>
                    <a:pt x="776" y="277"/>
                  </a:lnTo>
                  <a:lnTo>
                    <a:pt x="776" y="277"/>
                  </a:lnTo>
                  <a:lnTo>
                    <a:pt x="778" y="277"/>
                  </a:lnTo>
                  <a:lnTo>
                    <a:pt x="778" y="279"/>
                  </a:lnTo>
                  <a:lnTo>
                    <a:pt x="778" y="277"/>
                  </a:lnTo>
                  <a:lnTo>
                    <a:pt x="780" y="277"/>
                  </a:lnTo>
                  <a:lnTo>
                    <a:pt x="780" y="277"/>
                  </a:lnTo>
                  <a:lnTo>
                    <a:pt x="783" y="277"/>
                  </a:lnTo>
                  <a:lnTo>
                    <a:pt x="783" y="275"/>
                  </a:lnTo>
                  <a:lnTo>
                    <a:pt x="783" y="275"/>
                  </a:lnTo>
                  <a:lnTo>
                    <a:pt x="783" y="275"/>
                  </a:lnTo>
                  <a:lnTo>
                    <a:pt x="785" y="273"/>
                  </a:lnTo>
                  <a:lnTo>
                    <a:pt x="783" y="271"/>
                  </a:lnTo>
                  <a:lnTo>
                    <a:pt x="783" y="268"/>
                  </a:lnTo>
                  <a:lnTo>
                    <a:pt x="780" y="268"/>
                  </a:lnTo>
                  <a:lnTo>
                    <a:pt x="778" y="268"/>
                  </a:lnTo>
                  <a:lnTo>
                    <a:pt x="776" y="268"/>
                  </a:lnTo>
                  <a:close/>
                  <a:moveTo>
                    <a:pt x="825" y="235"/>
                  </a:moveTo>
                  <a:lnTo>
                    <a:pt x="827" y="237"/>
                  </a:lnTo>
                  <a:lnTo>
                    <a:pt x="827" y="240"/>
                  </a:lnTo>
                  <a:lnTo>
                    <a:pt x="827" y="240"/>
                  </a:lnTo>
                  <a:lnTo>
                    <a:pt x="827" y="242"/>
                  </a:lnTo>
                  <a:lnTo>
                    <a:pt x="829" y="242"/>
                  </a:lnTo>
                  <a:lnTo>
                    <a:pt x="831" y="242"/>
                  </a:lnTo>
                  <a:lnTo>
                    <a:pt x="831" y="242"/>
                  </a:lnTo>
                  <a:lnTo>
                    <a:pt x="831" y="240"/>
                  </a:lnTo>
                  <a:lnTo>
                    <a:pt x="831" y="240"/>
                  </a:lnTo>
                  <a:lnTo>
                    <a:pt x="831" y="237"/>
                  </a:lnTo>
                  <a:lnTo>
                    <a:pt x="831" y="237"/>
                  </a:lnTo>
                  <a:lnTo>
                    <a:pt x="831" y="235"/>
                  </a:lnTo>
                  <a:lnTo>
                    <a:pt x="831" y="235"/>
                  </a:lnTo>
                  <a:lnTo>
                    <a:pt x="831" y="233"/>
                  </a:lnTo>
                  <a:lnTo>
                    <a:pt x="831" y="233"/>
                  </a:lnTo>
                  <a:lnTo>
                    <a:pt x="829" y="233"/>
                  </a:lnTo>
                  <a:lnTo>
                    <a:pt x="827" y="233"/>
                  </a:lnTo>
                  <a:lnTo>
                    <a:pt x="827" y="231"/>
                  </a:lnTo>
                  <a:lnTo>
                    <a:pt x="827" y="231"/>
                  </a:lnTo>
                  <a:lnTo>
                    <a:pt x="825" y="228"/>
                  </a:lnTo>
                  <a:lnTo>
                    <a:pt x="825" y="231"/>
                  </a:lnTo>
                  <a:lnTo>
                    <a:pt x="825" y="231"/>
                  </a:lnTo>
                  <a:lnTo>
                    <a:pt x="825" y="231"/>
                  </a:lnTo>
                  <a:lnTo>
                    <a:pt x="822" y="233"/>
                  </a:lnTo>
                  <a:lnTo>
                    <a:pt x="825" y="235"/>
                  </a:lnTo>
                  <a:lnTo>
                    <a:pt x="825" y="235"/>
                  </a:lnTo>
                  <a:close/>
                  <a:moveTo>
                    <a:pt x="809" y="242"/>
                  </a:moveTo>
                  <a:lnTo>
                    <a:pt x="809" y="244"/>
                  </a:lnTo>
                  <a:lnTo>
                    <a:pt x="811" y="242"/>
                  </a:lnTo>
                  <a:lnTo>
                    <a:pt x="814" y="240"/>
                  </a:lnTo>
                  <a:lnTo>
                    <a:pt x="814" y="240"/>
                  </a:lnTo>
                  <a:lnTo>
                    <a:pt x="814" y="237"/>
                  </a:lnTo>
                  <a:lnTo>
                    <a:pt x="811" y="237"/>
                  </a:lnTo>
                  <a:lnTo>
                    <a:pt x="811" y="237"/>
                  </a:lnTo>
                  <a:lnTo>
                    <a:pt x="809" y="237"/>
                  </a:lnTo>
                  <a:lnTo>
                    <a:pt x="809" y="237"/>
                  </a:lnTo>
                  <a:lnTo>
                    <a:pt x="809" y="235"/>
                  </a:lnTo>
                  <a:lnTo>
                    <a:pt x="809" y="235"/>
                  </a:lnTo>
                  <a:lnTo>
                    <a:pt x="807" y="235"/>
                  </a:lnTo>
                  <a:lnTo>
                    <a:pt x="807" y="237"/>
                  </a:lnTo>
                  <a:lnTo>
                    <a:pt x="807" y="237"/>
                  </a:lnTo>
                  <a:lnTo>
                    <a:pt x="807" y="237"/>
                  </a:lnTo>
                  <a:lnTo>
                    <a:pt x="809" y="237"/>
                  </a:lnTo>
                  <a:lnTo>
                    <a:pt x="807" y="237"/>
                  </a:lnTo>
                  <a:lnTo>
                    <a:pt x="807" y="240"/>
                  </a:lnTo>
                  <a:lnTo>
                    <a:pt x="807" y="240"/>
                  </a:lnTo>
                  <a:lnTo>
                    <a:pt x="807" y="240"/>
                  </a:lnTo>
                  <a:lnTo>
                    <a:pt x="809" y="242"/>
                  </a:lnTo>
                  <a:close/>
                  <a:moveTo>
                    <a:pt x="783" y="264"/>
                  </a:moveTo>
                  <a:lnTo>
                    <a:pt x="783" y="264"/>
                  </a:lnTo>
                  <a:lnTo>
                    <a:pt x="785" y="264"/>
                  </a:lnTo>
                  <a:lnTo>
                    <a:pt x="789" y="264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1" y="262"/>
                  </a:lnTo>
                  <a:lnTo>
                    <a:pt x="794" y="257"/>
                  </a:lnTo>
                  <a:lnTo>
                    <a:pt x="794" y="255"/>
                  </a:lnTo>
                  <a:lnTo>
                    <a:pt x="791" y="253"/>
                  </a:lnTo>
                  <a:lnTo>
                    <a:pt x="791" y="253"/>
                  </a:lnTo>
                  <a:lnTo>
                    <a:pt x="794" y="253"/>
                  </a:lnTo>
                  <a:lnTo>
                    <a:pt x="794" y="253"/>
                  </a:lnTo>
                  <a:lnTo>
                    <a:pt x="791" y="251"/>
                  </a:lnTo>
                  <a:lnTo>
                    <a:pt x="787" y="251"/>
                  </a:lnTo>
                  <a:lnTo>
                    <a:pt x="787" y="253"/>
                  </a:lnTo>
                  <a:lnTo>
                    <a:pt x="787" y="253"/>
                  </a:lnTo>
                  <a:lnTo>
                    <a:pt x="785" y="255"/>
                  </a:lnTo>
                  <a:lnTo>
                    <a:pt x="785" y="257"/>
                  </a:lnTo>
                  <a:lnTo>
                    <a:pt x="783" y="259"/>
                  </a:lnTo>
                  <a:lnTo>
                    <a:pt x="783" y="262"/>
                  </a:lnTo>
                  <a:lnTo>
                    <a:pt x="783" y="262"/>
                  </a:lnTo>
                  <a:lnTo>
                    <a:pt x="783" y="264"/>
                  </a:lnTo>
                  <a:close/>
                  <a:moveTo>
                    <a:pt x="514" y="293"/>
                  </a:moveTo>
                  <a:lnTo>
                    <a:pt x="517" y="297"/>
                  </a:lnTo>
                  <a:lnTo>
                    <a:pt x="517" y="297"/>
                  </a:lnTo>
                  <a:lnTo>
                    <a:pt x="519" y="297"/>
                  </a:lnTo>
                  <a:lnTo>
                    <a:pt x="519" y="297"/>
                  </a:lnTo>
                  <a:lnTo>
                    <a:pt x="523" y="297"/>
                  </a:lnTo>
                  <a:lnTo>
                    <a:pt x="526" y="297"/>
                  </a:lnTo>
                  <a:lnTo>
                    <a:pt x="528" y="295"/>
                  </a:lnTo>
                  <a:lnTo>
                    <a:pt x="532" y="293"/>
                  </a:lnTo>
                  <a:lnTo>
                    <a:pt x="534" y="290"/>
                  </a:lnTo>
                  <a:lnTo>
                    <a:pt x="534" y="290"/>
                  </a:lnTo>
                  <a:lnTo>
                    <a:pt x="537" y="290"/>
                  </a:lnTo>
                  <a:lnTo>
                    <a:pt x="537" y="290"/>
                  </a:lnTo>
                  <a:lnTo>
                    <a:pt x="537" y="290"/>
                  </a:lnTo>
                  <a:lnTo>
                    <a:pt x="537" y="288"/>
                  </a:lnTo>
                  <a:lnTo>
                    <a:pt x="537" y="288"/>
                  </a:lnTo>
                  <a:lnTo>
                    <a:pt x="537" y="288"/>
                  </a:lnTo>
                  <a:lnTo>
                    <a:pt x="539" y="288"/>
                  </a:lnTo>
                  <a:lnTo>
                    <a:pt x="539" y="286"/>
                  </a:lnTo>
                  <a:lnTo>
                    <a:pt x="541" y="286"/>
                  </a:lnTo>
                  <a:lnTo>
                    <a:pt x="541" y="286"/>
                  </a:lnTo>
                  <a:lnTo>
                    <a:pt x="541" y="286"/>
                  </a:lnTo>
                  <a:lnTo>
                    <a:pt x="545" y="284"/>
                  </a:lnTo>
                  <a:lnTo>
                    <a:pt x="554" y="277"/>
                  </a:lnTo>
                  <a:lnTo>
                    <a:pt x="554" y="275"/>
                  </a:lnTo>
                  <a:lnTo>
                    <a:pt x="561" y="264"/>
                  </a:lnTo>
                  <a:lnTo>
                    <a:pt x="563" y="264"/>
                  </a:lnTo>
                  <a:lnTo>
                    <a:pt x="565" y="266"/>
                  </a:lnTo>
                  <a:lnTo>
                    <a:pt x="565" y="264"/>
                  </a:lnTo>
                  <a:lnTo>
                    <a:pt x="565" y="264"/>
                  </a:lnTo>
                  <a:lnTo>
                    <a:pt x="568" y="259"/>
                  </a:lnTo>
                  <a:lnTo>
                    <a:pt x="568" y="251"/>
                  </a:lnTo>
                  <a:lnTo>
                    <a:pt x="570" y="248"/>
                  </a:lnTo>
                  <a:lnTo>
                    <a:pt x="574" y="240"/>
                  </a:lnTo>
                  <a:lnTo>
                    <a:pt x="574" y="237"/>
                  </a:lnTo>
                  <a:lnTo>
                    <a:pt x="574" y="237"/>
                  </a:lnTo>
                  <a:lnTo>
                    <a:pt x="574" y="235"/>
                  </a:lnTo>
                  <a:lnTo>
                    <a:pt x="572" y="235"/>
                  </a:lnTo>
                  <a:lnTo>
                    <a:pt x="570" y="233"/>
                  </a:lnTo>
                  <a:lnTo>
                    <a:pt x="570" y="231"/>
                  </a:lnTo>
                  <a:lnTo>
                    <a:pt x="568" y="228"/>
                  </a:lnTo>
                  <a:lnTo>
                    <a:pt x="568" y="228"/>
                  </a:lnTo>
                  <a:lnTo>
                    <a:pt x="563" y="228"/>
                  </a:lnTo>
                  <a:lnTo>
                    <a:pt x="561" y="228"/>
                  </a:lnTo>
                  <a:lnTo>
                    <a:pt x="561" y="228"/>
                  </a:lnTo>
                  <a:lnTo>
                    <a:pt x="561" y="228"/>
                  </a:lnTo>
                  <a:lnTo>
                    <a:pt x="561" y="228"/>
                  </a:lnTo>
                  <a:lnTo>
                    <a:pt x="561" y="231"/>
                  </a:lnTo>
                  <a:lnTo>
                    <a:pt x="561" y="231"/>
                  </a:lnTo>
                  <a:lnTo>
                    <a:pt x="563" y="233"/>
                  </a:lnTo>
                  <a:lnTo>
                    <a:pt x="563" y="233"/>
                  </a:lnTo>
                  <a:lnTo>
                    <a:pt x="563" y="233"/>
                  </a:lnTo>
                  <a:lnTo>
                    <a:pt x="561" y="233"/>
                  </a:lnTo>
                  <a:lnTo>
                    <a:pt x="561" y="231"/>
                  </a:lnTo>
                  <a:lnTo>
                    <a:pt x="561" y="233"/>
                  </a:lnTo>
                  <a:lnTo>
                    <a:pt x="561" y="233"/>
                  </a:lnTo>
                  <a:lnTo>
                    <a:pt x="561" y="231"/>
                  </a:lnTo>
                  <a:lnTo>
                    <a:pt x="559" y="233"/>
                  </a:lnTo>
                  <a:lnTo>
                    <a:pt x="559" y="233"/>
                  </a:lnTo>
                  <a:lnTo>
                    <a:pt x="561" y="233"/>
                  </a:lnTo>
                  <a:lnTo>
                    <a:pt x="561" y="235"/>
                  </a:lnTo>
                  <a:lnTo>
                    <a:pt x="559" y="235"/>
                  </a:lnTo>
                  <a:lnTo>
                    <a:pt x="559" y="237"/>
                  </a:lnTo>
                  <a:lnTo>
                    <a:pt x="557" y="237"/>
                  </a:lnTo>
                  <a:lnTo>
                    <a:pt x="557" y="237"/>
                  </a:lnTo>
                  <a:lnTo>
                    <a:pt x="557" y="237"/>
                  </a:lnTo>
                  <a:lnTo>
                    <a:pt x="559" y="235"/>
                  </a:lnTo>
                  <a:lnTo>
                    <a:pt x="559" y="235"/>
                  </a:lnTo>
                  <a:lnTo>
                    <a:pt x="559" y="235"/>
                  </a:lnTo>
                  <a:lnTo>
                    <a:pt x="559" y="235"/>
                  </a:lnTo>
                  <a:lnTo>
                    <a:pt x="559" y="233"/>
                  </a:lnTo>
                  <a:lnTo>
                    <a:pt x="559" y="233"/>
                  </a:lnTo>
                  <a:lnTo>
                    <a:pt x="559" y="233"/>
                  </a:lnTo>
                  <a:lnTo>
                    <a:pt x="559" y="231"/>
                  </a:lnTo>
                  <a:lnTo>
                    <a:pt x="559" y="228"/>
                  </a:lnTo>
                  <a:lnTo>
                    <a:pt x="561" y="228"/>
                  </a:lnTo>
                  <a:lnTo>
                    <a:pt x="559" y="228"/>
                  </a:lnTo>
                  <a:lnTo>
                    <a:pt x="559" y="228"/>
                  </a:lnTo>
                  <a:lnTo>
                    <a:pt x="554" y="231"/>
                  </a:lnTo>
                  <a:lnTo>
                    <a:pt x="552" y="231"/>
                  </a:lnTo>
                  <a:lnTo>
                    <a:pt x="552" y="231"/>
                  </a:lnTo>
                  <a:lnTo>
                    <a:pt x="548" y="235"/>
                  </a:lnTo>
                  <a:lnTo>
                    <a:pt x="545" y="235"/>
                  </a:lnTo>
                  <a:lnTo>
                    <a:pt x="545" y="237"/>
                  </a:lnTo>
                  <a:lnTo>
                    <a:pt x="543" y="242"/>
                  </a:lnTo>
                  <a:lnTo>
                    <a:pt x="539" y="248"/>
                  </a:lnTo>
                  <a:lnTo>
                    <a:pt x="537" y="251"/>
                  </a:lnTo>
                  <a:lnTo>
                    <a:pt x="534" y="255"/>
                  </a:lnTo>
                  <a:lnTo>
                    <a:pt x="534" y="264"/>
                  </a:lnTo>
                  <a:lnTo>
                    <a:pt x="537" y="266"/>
                  </a:lnTo>
                  <a:lnTo>
                    <a:pt x="534" y="271"/>
                  </a:lnTo>
                  <a:lnTo>
                    <a:pt x="532" y="273"/>
                  </a:lnTo>
                  <a:lnTo>
                    <a:pt x="530" y="273"/>
                  </a:lnTo>
                  <a:lnTo>
                    <a:pt x="528" y="273"/>
                  </a:lnTo>
                  <a:lnTo>
                    <a:pt x="528" y="275"/>
                  </a:lnTo>
                  <a:lnTo>
                    <a:pt x="528" y="275"/>
                  </a:lnTo>
                  <a:lnTo>
                    <a:pt x="528" y="275"/>
                  </a:lnTo>
                  <a:lnTo>
                    <a:pt x="528" y="277"/>
                  </a:lnTo>
                  <a:lnTo>
                    <a:pt x="528" y="277"/>
                  </a:lnTo>
                  <a:lnTo>
                    <a:pt x="526" y="277"/>
                  </a:lnTo>
                  <a:lnTo>
                    <a:pt x="521" y="279"/>
                  </a:lnTo>
                  <a:lnTo>
                    <a:pt x="521" y="282"/>
                  </a:lnTo>
                  <a:lnTo>
                    <a:pt x="521" y="282"/>
                  </a:lnTo>
                  <a:lnTo>
                    <a:pt x="519" y="286"/>
                  </a:lnTo>
                  <a:lnTo>
                    <a:pt x="519" y="286"/>
                  </a:lnTo>
                  <a:lnTo>
                    <a:pt x="519" y="288"/>
                  </a:lnTo>
                  <a:lnTo>
                    <a:pt x="517" y="290"/>
                  </a:lnTo>
                  <a:lnTo>
                    <a:pt x="514" y="293"/>
                  </a:lnTo>
                  <a:close/>
                  <a:moveTo>
                    <a:pt x="652" y="169"/>
                  </a:moveTo>
                  <a:lnTo>
                    <a:pt x="652" y="169"/>
                  </a:lnTo>
                  <a:lnTo>
                    <a:pt x="652" y="166"/>
                  </a:lnTo>
                  <a:lnTo>
                    <a:pt x="652" y="164"/>
                  </a:lnTo>
                  <a:lnTo>
                    <a:pt x="650" y="164"/>
                  </a:lnTo>
                  <a:lnTo>
                    <a:pt x="650" y="166"/>
                  </a:lnTo>
                  <a:lnTo>
                    <a:pt x="645" y="169"/>
                  </a:lnTo>
                  <a:lnTo>
                    <a:pt x="643" y="171"/>
                  </a:lnTo>
                  <a:lnTo>
                    <a:pt x="643" y="171"/>
                  </a:lnTo>
                  <a:lnTo>
                    <a:pt x="647" y="171"/>
                  </a:lnTo>
                  <a:lnTo>
                    <a:pt x="652" y="169"/>
                  </a:lnTo>
                  <a:close/>
                  <a:moveTo>
                    <a:pt x="579" y="251"/>
                  </a:moveTo>
                  <a:lnTo>
                    <a:pt x="579" y="251"/>
                  </a:lnTo>
                  <a:lnTo>
                    <a:pt x="579" y="248"/>
                  </a:lnTo>
                  <a:lnTo>
                    <a:pt x="581" y="248"/>
                  </a:lnTo>
                  <a:lnTo>
                    <a:pt x="583" y="246"/>
                  </a:lnTo>
                  <a:lnTo>
                    <a:pt x="585" y="246"/>
                  </a:lnTo>
                  <a:lnTo>
                    <a:pt x="588" y="246"/>
                  </a:lnTo>
                  <a:lnTo>
                    <a:pt x="590" y="244"/>
                  </a:lnTo>
                  <a:lnTo>
                    <a:pt x="592" y="242"/>
                  </a:lnTo>
                  <a:lnTo>
                    <a:pt x="594" y="242"/>
                  </a:lnTo>
                  <a:lnTo>
                    <a:pt x="596" y="242"/>
                  </a:lnTo>
                  <a:lnTo>
                    <a:pt x="599" y="242"/>
                  </a:lnTo>
                  <a:lnTo>
                    <a:pt x="599" y="240"/>
                  </a:lnTo>
                  <a:lnTo>
                    <a:pt x="599" y="237"/>
                  </a:lnTo>
                  <a:lnTo>
                    <a:pt x="599" y="235"/>
                  </a:lnTo>
                  <a:lnTo>
                    <a:pt x="599" y="233"/>
                  </a:lnTo>
                  <a:lnTo>
                    <a:pt x="599" y="231"/>
                  </a:lnTo>
                  <a:lnTo>
                    <a:pt x="599" y="231"/>
                  </a:lnTo>
                  <a:lnTo>
                    <a:pt x="596" y="231"/>
                  </a:lnTo>
                  <a:lnTo>
                    <a:pt x="596" y="231"/>
                  </a:lnTo>
                  <a:lnTo>
                    <a:pt x="594" y="235"/>
                  </a:lnTo>
                  <a:lnTo>
                    <a:pt x="594" y="235"/>
                  </a:lnTo>
                  <a:lnTo>
                    <a:pt x="594" y="233"/>
                  </a:lnTo>
                  <a:lnTo>
                    <a:pt x="596" y="231"/>
                  </a:lnTo>
                  <a:lnTo>
                    <a:pt x="592" y="233"/>
                  </a:lnTo>
                  <a:lnTo>
                    <a:pt x="590" y="235"/>
                  </a:lnTo>
                  <a:lnTo>
                    <a:pt x="588" y="235"/>
                  </a:lnTo>
                  <a:lnTo>
                    <a:pt x="585" y="240"/>
                  </a:lnTo>
                  <a:lnTo>
                    <a:pt x="583" y="240"/>
                  </a:lnTo>
                  <a:lnTo>
                    <a:pt x="583" y="240"/>
                  </a:lnTo>
                  <a:lnTo>
                    <a:pt x="581" y="240"/>
                  </a:lnTo>
                  <a:lnTo>
                    <a:pt x="581" y="240"/>
                  </a:lnTo>
                  <a:lnTo>
                    <a:pt x="581" y="240"/>
                  </a:lnTo>
                  <a:lnTo>
                    <a:pt x="581" y="240"/>
                  </a:lnTo>
                  <a:lnTo>
                    <a:pt x="581" y="240"/>
                  </a:lnTo>
                  <a:lnTo>
                    <a:pt x="579" y="242"/>
                  </a:lnTo>
                  <a:lnTo>
                    <a:pt x="579" y="244"/>
                  </a:lnTo>
                  <a:lnTo>
                    <a:pt x="576" y="244"/>
                  </a:lnTo>
                  <a:lnTo>
                    <a:pt x="576" y="246"/>
                  </a:lnTo>
                  <a:lnTo>
                    <a:pt x="576" y="248"/>
                  </a:lnTo>
                  <a:lnTo>
                    <a:pt x="579" y="251"/>
                  </a:lnTo>
                  <a:close/>
                  <a:moveTo>
                    <a:pt x="947" y="275"/>
                  </a:moveTo>
                  <a:lnTo>
                    <a:pt x="947" y="275"/>
                  </a:lnTo>
                  <a:lnTo>
                    <a:pt x="949" y="273"/>
                  </a:lnTo>
                  <a:lnTo>
                    <a:pt x="947" y="273"/>
                  </a:lnTo>
                  <a:lnTo>
                    <a:pt x="947" y="271"/>
                  </a:lnTo>
                  <a:lnTo>
                    <a:pt x="947" y="268"/>
                  </a:lnTo>
                  <a:lnTo>
                    <a:pt x="947" y="268"/>
                  </a:lnTo>
                  <a:lnTo>
                    <a:pt x="947" y="268"/>
                  </a:lnTo>
                  <a:lnTo>
                    <a:pt x="944" y="268"/>
                  </a:lnTo>
                  <a:lnTo>
                    <a:pt x="944" y="268"/>
                  </a:lnTo>
                  <a:lnTo>
                    <a:pt x="944" y="268"/>
                  </a:lnTo>
                  <a:lnTo>
                    <a:pt x="944" y="271"/>
                  </a:lnTo>
                  <a:lnTo>
                    <a:pt x="944" y="271"/>
                  </a:lnTo>
                  <a:lnTo>
                    <a:pt x="944" y="273"/>
                  </a:lnTo>
                  <a:lnTo>
                    <a:pt x="942" y="275"/>
                  </a:lnTo>
                  <a:lnTo>
                    <a:pt x="942" y="275"/>
                  </a:lnTo>
                  <a:lnTo>
                    <a:pt x="942" y="275"/>
                  </a:lnTo>
                  <a:lnTo>
                    <a:pt x="942" y="273"/>
                  </a:lnTo>
                  <a:lnTo>
                    <a:pt x="942" y="271"/>
                  </a:lnTo>
                  <a:lnTo>
                    <a:pt x="942" y="271"/>
                  </a:lnTo>
                  <a:lnTo>
                    <a:pt x="942" y="273"/>
                  </a:lnTo>
                  <a:lnTo>
                    <a:pt x="940" y="273"/>
                  </a:lnTo>
                  <a:lnTo>
                    <a:pt x="940" y="275"/>
                  </a:lnTo>
                  <a:lnTo>
                    <a:pt x="938" y="273"/>
                  </a:lnTo>
                  <a:lnTo>
                    <a:pt x="938" y="273"/>
                  </a:lnTo>
                  <a:lnTo>
                    <a:pt x="935" y="273"/>
                  </a:lnTo>
                  <a:lnTo>
                    <a:pt x="935" y="273"/>
                  </a:lnTo>
                  <a:lnTo>
                    <a:pt x="933" y="277"/>
                  </a:lnTo>
                  <a:lnTo>
                    <a:pt x="938" y="268"/>
                  </a:lnTo>
                  <a:lnTo>
                    <a:pt x="935" y="266"/>
                  </a:lnTo>
                  <a:lnTo>
                    <a:pt x="938" y="266"/>
                  </a:lnTo>
                  <a:lnTo>
                    <a:pt x="938" y="266"/>
                  </a:lnTo>
                  <a:lnTo>
                    <a:pt x="938" y="266"/>
                  </a:lnTo>
                  <a:lnTo>
                    <a:pt x="938" y="266"/>
                  </a:lnTo>
                  <a:lnTo>
                    <a:pt x="938" y="266"/>
                  </a:lnTo>
                  <a:lnTo>
                    <a:pt x="938" y="264"/>
                  </a:lnTo>
                  <a:lnTo>
                    <a:pt x="938" y="264"/>
                  </a:lnTo>
                  <a:lnTo>
                    <a:pt x="938" y="264"/>
                  </a:lnTo>
                  <a:lnTo>
                    <a:pt x="938" y="264"/>
                  </a:lnTo>
                  <a:lnTo>
                    <a:pt x="938" y="264"/>
                  </a:lnTo>
                  <a:lnTo>
                    <a:pt x="935" y="264"/>
                  </a:lnTo>
                  <a:lnTo>
                    <a:pt x="938" y="262"/>
                  </a:lnTo>
                  <a:lnTo>
                    <a:pt x="938" y="262"/>
                  </a:lnTo>
                  <a:lnTo>
                    <a:pt x="938" y="259"/>
                  </a:lnTo>
                  <a:lnTo>
                    <a:pt x="940" y="259"/>
                  </a:lnTo>
                  <a:lnTo>
                    <a:pt x="940" y="259"/>
                  </a:lnTo>
                  <a:lnTo>
                    <a:pt x="940" y="257"/>
                  </a:lnTo>
                  <a:lnTo>
                    <a:pt x="938" y="255"/>
                  </a:lnTo>
                  <a:lnTo>
                    <a:pt x="935" y="257"/>
                  </a:lnTo>
                  <a:lnTo>
                    <a:pt x="933" y="257"/>
                  </a:lnTo>
                  <a:lnTo>
                    <a:pt x="933" y="259"/>
                  </a:lnTo>
                  <a:lnTo>
                    <a:pt x="933" y="262"/>
                  </a:lnTo>
                  <a:lnTo>
                    <a:pt x="931" y="262"/>
                  </a:lnTo>
                  <a:lnTo>
                    <a:pt x="931" y="262"/>
                  </a:lnTo>
                  <a:lnTo>
                    <a:pt x="933" y="264"/>
                  </a:lnTo>
                  <a:lnTo>
                    <a:pt x="933" y="264"/>
                  </a:lnTo>
                  <a:lnTo>
                    <a:pt x="931" y="264"/>
                  </a:lnTo>
                  <a:lnTo>
                    <a:pt x="931" y="264"/>
                  </a:lnTo>
                  <a:lnTo>
                    <a:pt x="931" y="266"/>
                  </a:lnTo>
                  <a:lnTo>
                    <a:pt x="933" y="266"/>
                  </a:lnTo>
                  <a:lnTo>
                    <a:pt x="933" y="266"/>
                  </a:lnTo>
                  <a:lnTo>
                    <a:pt x="933" y="268"/>
                  </a:lnTo>
                  <a:lnTo>
                    <a:pt x="933" y="271"/>
                  </a:lnTo>
                  <a:lnTo>
                    <a:pt x="933" y="268"/>
                  </a:lnTo>
                  <a:lnTo>
                    <a:pt x="931" y="266"/>
                  </a:lnTo>
                  <a:lnTo>
                    <a:pt x="931" y="266"/>
                  </a:lnTo>
                  <a:lnTo>
                    <a:pt x="931" y="266"/>
                  </a:lnTo>
                  <a:lnTo>
                    <a:pt x="931" y="266"/>
                  </a:lnTo>
                  <a:lnTo>
                    <a:pt x="931" y="268"/>
                  </a:lnTo>
                  <a:lnTo>
                    <a:pt x="929" y="271"/>
                  </a:lnTo>
                  <a:lnTo>
                    <a:pt x="929" y="271"/>
                  </a:lnTo>
                  <a:lnTo>
                    <a:pt x="929" y="271"/>
                  </a:lnTo>
                  <a:lnTo>
                    <a:pt x="929" y="268"/>
                  </a:lnTo>
                  <a:lnTo>
                    <a:pt x="929" y="268"/>
                  </a:lnTo>
                  <a:lnTo>
                    <a:pt x="929" y="266"/>
                  </a:lnTo>
                  <a:lnTo>
                    <a:pt x="929" y="264"/>
                  </a:lnTo>
                  <a:lnTo>
                    <a:pt x="929" y="264"/>
                  </a:lnTo>
                  <a:lnTo>
                    <a:pt x="927" y="266"/>
                  </a:lnTo>
                  <a:lnTo>
                    <a:pt x="927" y="266"/>
                  </a:lnTo>
                  <a:lnTo>
                    <a:pt x="927" y="268"/>
                  </a:lnTo>
                  <a:lnTo>
                    <a:pt x="927" y="268"/>
                  </a:lnTo>
                  <a:lnTo>
                    <a:pt x="927" y="268"/>
                  </a:lnTo>
                  <a:lnTo>
                    <a:pt x="927" y="266"/>
                  </a:lnTo>
                  <a:lnTo>
                    <a:pt x="927" y="264"/>
                  </a:lnTo>
                  <a:lnTo>
                    <a:pt x="927" y="264"/>
                  </a:lnTo>
                  <a:lnTo>
                    <a:pt x="924" y="264"/>
                  </a:lnTo>
                  <a:lnTo>
                    <a:pt x="924" y="264"/>
                  </a:lnTo>
                  <a:lnTo>
                    <a:pt x="922" y="266"/>
                  </a:lnTo>
                  <a:lnTo>
                    <a:pt x="922" y="266"/>
                  </a:lnTo>
                  <a:lnTo>
                    <a:pt x="922" y="264"/>
                  </a:lnTo>
                  <a:lnTo>
                    <a:pt x="920" y="264"/>
                  </a:lnTo>
                  <a:lnTo>
                    <a:pt x="920" y="264"/>
                  </a:lnTo>
                  <a:lnTo>
                    <a:pt x="920" y="266"/>
                  </a:lnTo>
                  <a:lnTo>
                    <a:pt x="920" y="266"/>
                  </a:lnTo>
                  <a:lnTo>
                    <a:pt x="918" y="266"/>
                  </a:lnTo>
                  <a:lnTo>
                    <a:pt x="918" y="266"/>
                  </a:lnTo>
                  <a:lnTo>
                    <a:pt x="918" y="266"/>
                  </a:lnTo>
                  <a:lnTo>
                    <a:pt x="918" y="264"/>
                  </a:lnTo>
                  <a:lnTo>
                    <a:pt x="918" y="264"/>
                  </a:lnTo>
                  <a:lnTo>
                    <a:pt x="918" y="264"/>
                  </a:lnTo>
                  <a:lnTo>
                    <a:pt x="918" y="262"/>
                  </a:lnTo>
                  <a:lnTo>
                    <a:pt x="918" y="262"/>
                  </a:lnTo>
                  <a:lnTo>
                    <a:pt x="918" y="259"/>
                  </a:lnTo>
                  <a:lnTo>
                    <a:pt x="918" y="259"/>
                  </a:lnTo>
                  <a:lnTo>
                    <a:pt x="918" y="257"/>
                  </a:lnTo>
                  <a:lnTo>
                    <a:pt x="918" y="257"/>
                  </a:lnTo>
                  <a:lnTo>
                    <a:pt x="918" y="255"/>
                  </a:lnTo>
                  <a:lnTo>
                    <a:pt x="920" y="255"/>
                  </a:lnTo>
                  <a:lnTo>
                    <a:pt x="922" y="255"/>
                  </a:lnTo>
                  <a:lnTo>
                    <a:pt x="922" y="255"/>
                  </a:lnTo>
                  <a:lnTo>
                    <a:pt x="922" y="253"/>
                  </a:lnTo>
                  <a:lnTo>
                    <a:pt x="920" y="253"/>
                  </a:lnTo>
                  <a:lnTo>
                    <a:pt x="918" y="253"/>
                  </a:lnTo>
                  <a:lnTo>
                    <a:pt x="918" y="255"/>
                  </a:lnTo>
                  <a:lnTo>
                    <a:pt x="918" y="255"/>
                  </a:lnTo>
                  <a:lnTo>
                    <a:pt x="915" y="255"/>
                  </a:lnTo>
                  <a:lnTo>
                    <a:pt x="915" y="255"/>
                  </a:lnTo>
                  <a:lnTo>
                    <a:pt x="913" y="257"/>
                  </a:lnTo>
                  <a:lnTo>
                    <a:pt x="911" y="257"/>
                  </a:lnTo>
                  <a:lnTo>
                    <a:pt x="911" y="259"/>
                  </a:lnTo>
                  <a:lnTo>
                    <a:pt x="909" y="262"/>
                  </a:lnTo>
                  <a:lnTo>
                    <a:pt x="909" y="259"/>
                  </a:lnTo>
                  <a:lnTo>
                    <a:pt x="907" y="259"/>
                  </a:lnTo>
                  <a:lnTo>
                    <a:pt x="904" y="259"/>
                  </a:lnTo>
                  <a:lnTo>
                    <a:pt x="902" y="259"/>
                  </a:lnTo>
                  <a:lnTo>
                    <a:pt x="902" y="259"/>
                  </a:lnTo>
                  <a:lnTo>
                    <a:pt x="902" y="259"/>
                  </a:lnTo>
                  <a:lnTo>
                    <a:pt x="900" y="262"/>
                  </a:lnTo>
                  <a:lnTo>
                    <a:pt x="898" y="264"/>
                  </a:lnTo>
                  <a:lnTo>
                    <a:pt x="898" y="264"/>
                  </a:lnTo>
                  <a:lnTo>
                    <a:pt x="898" y="262"/>
                  </a:lnTo>
                  <a:lnTo>
                    <a:pt x="898" y="262"/>
                  </a:lnTo>
                  <a:lnTo>
                    <a:pt x="900" y="262"/>
                  </a:lnTo>
                  <a:lnTo>
                    <a:pt x="902" y="259"/>
                  </a:lnTo>
                  <a:lnTo>
                    <a:pt x="902" y="257"/>
                  </a:lnTo>
                  <a:lnTo>
                    <a:pt x="904" y="257"/>
                  </a:lnTo>
                  <a:lnTo>
                    <a:pt x="904" y="257"/>
                  </a:lnTo>
                  <a:lnTo>
                    <a:pt x="904" y="257"/>
                  </a:lnTo>
                  <a:lnTo>
                    <a:pt x="904" y="259"/>
                  </a:lnTo>
                  <a:lnTo>
                    <a:pt x="907" y="259"/>
                  </a:lnTo>
                  <a:lnTo>
                    <a:pt x="907" y="257"/>
                  </a:lnTo>
                  <a:lnTo>
                    <a:pt x="907" y="257"/>
                  </a:lnTo>
                  <a:lnTo>
                    <a:pt x="909" y="257"/>
                  </a:lnTo>
                  <a:lnTo>
                    <a:pt x="907" y="255"/>
                  </a:lnTo>
                  <a:lnTo>
                    <a:pt x="907" y="255"/>
                  </a:lnTo>
                  <a:lnTo>
                    <a:pt x="907" y="255"/>
                  </a:lnTo>
                  <a:lnTo>
                    <a:pt x="907" y="255"/>
                  </a:lnTo>
                  <a:lnTo>
                    <a:pt x="909" y="253"/>
                  </a:lnTo>
                  <a:lnTo>
                    <a:pt x="907" y="248"/>
                  </a:lnTo>
                  <a:lnTo>
                    <a:pt x="907" y="248"/>
                  </a:lnTo>
                  <a:lnTo>
                    <a:pt x="904" y="248"/>
                  </a:lnTo>
                  <a:lnTo>
                    <a:pt x="904" y="248"/>
                  </a:lnTo>
                  <a:lnTo>
                    <a:pt x="907" y="253"/>
                  </a:lnTo>
                  <a:lnTo>
                    <a:pt x="907" y="253"/>
                  </a:lnTo>
                  <a:lnTo>
                    <a:pt x="904" y="253"/>
                  </a:lnTo>
                  <a:lnTo>
                    <a:pt x="904" y="253"/>
                  </a:lnTo>
                  <a:lnTo>
                    <a:pt x="904" y="253"/>
                  </a:lnTo>
                  <a:lnTo>
                    <a:pt x="904" y="251"/>
                  </a:lnTo>
                  <a:lnTo>
                    <a:pt x="904" y="251"/>
                  </a:lnTo>
                  <a:lnTo>
                    <a:pt x="902" y="251"/>
                  </a:lnTo>
                  <a:lnTo>
                    <a:pt x="902" y="251"/>
                  </a:lnTo>
                  <a:lnTo>
                    <a:pt x="902" y="253"/>
                  </a:lnTo>
                  <a:lnTo>
                    <a:pt x="902" y="255"/>
                  </a:lnTo>
                  <a:lnTo>
                    <a:pt x="900" y="255"/>
                  </a:lnTo>
                  <a:lnTo>
                    <a:pt x="898" y="257"/>
                  </a:lnTo>
                  <a:lnTo>
                    <a:pt x="898" y="259"/>
                  </a:lnTo>
                  <a:lnTo>
                    <a:pt x="900" y="255"/>
                  </a:lnTo>
                  <a:lnTo>
                    <a:pt x="900" y="253"/>
                  </a:lnTo>
                  <a:lnTo>
                    <a:pt x="900" y="253"/>
                  </a:lnTo>
                  <a:lnTo>
                    <a:pt x="898" y="251"/>
                  </a:lnTo>
                  <a:lnTo>
                    <a:pt x="898" y="251"/>
                  </a:lnTo>
                  <a:lnTo>
                    <a:pt x="898" y="253"/>
                  </a:lnTo>
                  <a:lnTo>
                    <a:pt x="898" y="253"/>
                  </a:lnTo>
                  <a:lnTo>
                    <a:pt x="896" y="253"/>
                  </a:lnTo>
                  <a:lnTo>
                    <a:pt x="896" y="251"/>
                  </a:lnTo>
                  <a:lnTo>
                    <a:pt x="896" y="251"/>
                  </a:lnTo>
                  <a:lnTo>
                    <a:pt x="896" y="253"/>
                  </a:lnTo>
                  <a:lnTo>
                    <a:pt x="896" y="253"/>
                  </a:lnTo>
                  <a:lnTo>
                    <a:pt x="896" y="255"/>
                  </a:lnTo>
                  <a:lnTo>
                    <a:pt x="896" y="255"/>
                  </a:lnTo>
                  <a:lnTo>
                    <a:pt x="896" y="255"/>
                  </a:lnTo>
                  <a:lnTo>
                    <a:pt x="893" y="253"/>
                  </a:lnTo>
                  <a:lnTo>
                    <a:pt x="893" y="253"/>
                  </a:lnTo>
                  <a:lnTo>
                    <a:pt x="893" y="253"/>
                  </a:lnTo>
                  <a:lnTo>
                    <a:pt x="893" y="253"/>
                  </a:lnTo>
                  <a:lnTo>
                    <a:pt x="896" y="248"/>
                  </a:lnTo>
                  <a:lnTo>
                    <a:pt x="893" y="248"/>
                  </a:lnTo>
                  <a:lnTo>
                    <a:pt x="893" y="248"/>
                  </a:lnTo>
                  <a:lnTo>
                    <a:pt x="893" y="251"/>
                  </a:lnTo>
                  <a:lnTo>
                    <a:pt x="893" y="251"/>
                  </a:lnTo>
                  <a:lnTo>
                    <a:pt x="891" y="251"/>
                  </a:lnTo>
                  <a:lnTo>
                    <a:pt x="893" y="251"/>
                  </a:lnTo>
                  <a:lnTo>
                    <a:pt x="893" y="248"/>
                  </a:lnTo>
                  <a:lnTo>
                    <a:pt x="893" y="248"/>
                  </a:lnTo>
                  <a:lnTo>
                    <a:pt x="891" y="248"/>
                  </a:lnTo>
                  <a:lnTo>
                    <a:pt x="891" y="248"/>
                  </a:lnTo>
                  <a:lnTo>
                    <a:pt x="893" y="248"/>
                  </a:lnTo>
                  <a:lnTo>
                    <a:pt x="893" y="248"/>
                  </a:lnTo>
                  <a:lnTo>
                    <a:pt x="893" y="246"/>
                  </a:lnTo>
                  <a:lnTo>
                    <a:pt x="893" y="246"/>
                  </a:lnTo>
                  <a:lnTo>
                    <a:pt x="893" y="246"/>
                  </a:lnTo>
                  <a:lnTo>
                    <a:pt x="893" y="246"/>
                  </a:lnTo>
                  <a:lnTo>
                    <a:pt x="893" y="246"/>
                  </a:lnTo>
                  <a:lnTo>
                    <a:pt x="893" y="244"/>
                  </a:lnTo>
                  <a:lnTo>
                    <a:pt x="893" y="244"/>
                  </a:lnTo>
                  <a:lnTo>
                    <a:pt x="893" y="244"/>
                  </a:lnTo>
                  <a:lnTo>
                    <a:pt x="893" y="244"/>
                  </a:lnTo>
                  <a:lnTo>
                    <a:pt x="893" y="242"/>
                  </a:lnTo>
                  <a:lnTo>
                    <a:pt x="893" y="242"/>
                  </a:lnTo>
                  <a:lnTo>
                    <a:pt x="893" y="242"/>
                  </a:lnTo>
                  <a:lnTo>
                    <a:pt x="891" y="242"/>
                  </a:lnTo>
                  <a:lnTo>
                    <a:pt x="893" y="242"/>
                  </a:lnTo>
                  <a:lnTo>
                    <a:pt x="893" y="242"/>
                  </a:lnTo>
                  <a:lnTo>
                    <a:pt x="891" y="244"/>
                  </a:lnTo>
                  <a:lnTo>
                    <a:pt x="889" y="246"/>
                  </a:lnTo>
                  <a:lnTo>
                    <a:pt x="889" y="246"/>
                  </a:lnTo>
                  <a:lnTo>
                    <a:pt x="889" y="246"/>
                  </a:lnTo>
                  <a:lnTo>
                    <a:pt x="889" y="246"/>
                  </a:lnTo>
                  <a:lnTo>
                    <a:pt x="891" y="248"/>
                  </a:lnTo>
                  <a:lnTo>
                    <a:pt x="891" y="248"/>
                  </a:lnTo>
                  <a:lnTo>
                    <a:pt x="889" y="248"/>
                  </a:lnTo>
                  <a:lnTo>
                    <a:pt x="889" y="248"/>
                  </a:lnTo>
                  <a:lnTo>
                    <a:pt x="889" y="248"/>
                  </a:lnTo>
                  <a:lnTo>
                    <a:pt x="889" y="248"/>
                  </a:lnTo>
                  <a:lnTo>
                    <a:pt x="889" y="248"/>
                  </a:lnTo>
                  <a:lnTo>
                    <a:pt x="889" y="248"/>
                  </a:lnTo>
                  <a:lnTo>
                    <a:pt x="889" y="248"/>
                  </a:lnTo>
                  <a:lnTo>
                    <a:pt x="887" y="248"/>
                  </a:lnTo>
                  <a:lnTo>
                    <a:pt x="887" y="246"/>
                  </a:lnTo>
                  <a:lnTo>
                    <a:pt x="887" y="251"/>
                  </a:lnTo>
                  <a:lnTo>
                    <a:pt x="887" y="251"/>
                  </a:lnTo>
                  <a:lnTo>
                    <a:pt x="887" y="251"/>
                  </a:lnTo>
                  <a:lnTo>
                    <a:pt x="887" y="253"/>
                  </a:lnTo>
                  <a:lnTo>
                    <a:pt x="887" y="253"/>
                  </a:lnTo>
                  <a:lnTo>
                    <a:pt x="884" y="253"/>
                  </a:lnTo>
                  <a:lnTo>
                    <a:pt x="882" y="253"/>
                  </a:lnTo>
                  <a:lnTo>
                    <a:pt x="882" y="253"/>
                  </a:lnTo>
                  <a:lnTo>
                    <a:pt x="882" y="255"/>
                  </a:lnTo>
                  <a:lnTo>
                    <a:pt x="882" y="255"/>
                  </a:lnTo>
                  <a:lnTo>
                    <a:pt x="882" y="255"/>
                  </a:lnTo>
                  <a:lnTo>
                    <a:pt x="882" y="255"/>
                  </a:lnTo>
                  <a:lnTo>
                    <a:pt x="882" y="253"/>
                  </a:lnTo>
                  <a:lnTo>
                    <a:pt x="882" y="253"/>
                  </a:lnTo>
                  <a:lnTo>
                    <a:pt x="882" y="251"/>
                  </a:lnTo>
                  <a:lnTo>
                    <a:pt x="884" y="251"/>
                  </a:lnTo>
                  <a:lnTo>
                    <a:pt x="884" y="251"/>
                  </a:lnTo>
                  <a:lnTo>
                    <a:pt x="884" y="251"/>
                  </a:lnTo>
                  <a:lnTo>
                    <a:pt x="884" y="251"/>
                  </a:lnTo>
                  <a:lnTo>
                    <a:pt x="884" y="251"/>
                  </a:lnTo>
                  <a:lnTo>
                    <a:pt x="884" y="251"/>
                  </a:lnTo>
                  <a:lnTo>
                    <a:pt x="884" y="251"/>
                  </a:lnTo>
                  <a:lnTo>
                    <a:pt x="884" y="248"/>
                  </a:lnTo>
                  <a:lnTo>
                    <a:pt x="884" y="248"/>
                  </a:lnTo>
                  <a:lnTo>
                    <a:pt x="882" y="248"/>
                  </a:lnTo>
                  <a:lnTo>
                    <a:pt x="882" y="248"/>
                  </a:lnTo>
                  <a:lnTo>
                    <a:pt x="884" y="246"/>
                  </a:lnTo>
                  <a:lnTo>
                    <a:pt x="882" y="246"/>
                  </a:lnTo>
                  <a:lnTo>
                    <a:pt x="882" y="246"/>
                  </a:lnTo>
                  <a:lnTo>
                    <a:pt x="882" y="246"/>
                  </a:lnTo>
                  <a:lnTo>
                    <a:pt x="882" y="246"/>
                  </a:lnTo>
                  <a:lnTo>
                    <a:pt x="882" y="244"/>
                  </a:lnTo>
                  <a:lnTo>
                    <a:pt x="882" y="242"/>
                  </a:lnTo>
                  <a:lnTo>
                    <a:pt x="882" y="240"/>
                  </a:lnTo>
                  <a:lnTo>
                    <a:pt x="880" y="244"/>
                  </a:lnTo>
                  <a:lnTo>
                    <a:pt x="880" y="244"/>
                  </a:lnTo>
                  <a:lnTo>
                    <a:pt x="880" y="246"/>
                  </a:lnTo>
                  <a:lnTo>
                    <a:pt x="878" y="246"/>
                  </a:lnTo>
                  <a:lnTo>
                    <a:pt x="878" y="246"/>
                  </a:lnTo>
                  <a:lnTo>
                    <a:pt x="878" y="246"/>
                  </a:lnTo>
                  <a:lnTo>
                    <a:pt x="878" y="248"/>
                  </a:lnTo>
                  <a:lnTo>
                    <a:pt x="878" y="248"/>
                  </a:lnTo>
                  <a:lnTo>
                    <a:pt x="878" y="246"/>
                  </a:lnTo>
                  <a:lnTo>
                    <a:pt x="876" y="248"/>
                  </a:lnTo>
                  <a:lnTo>
                    <a:pt x="876" y="248"/>
                  </a:lnTo>
                  <a:lnTo>
                    <a:pt x="876" y="248"/>
                  </a:lnTo>
                  <a:lnTo>
                    <a:pt x="876" y="251"/>
                  </a:lnTo>
                  <a:lnTo>
                    <a:pt x="876" y="253"/>
                  </a:lnTo>
                  <a:lnTo>
                    <a:pt x="876" y="253"/>
                  </a:lnTo>
                  <a:lnTo>
                    <a:pt x="876" y="253"/>
                  </a:lnTo>
                  <a:lnTo>
                    <a:pt x="873" y="251"/>
                  </a:lnTo>
                  <a:lnTo>
                    <a:pt x="873" y="251"/>
                  </a:lnTo>
                  <a:lnTo>
                    <a:pt x="873" y="248"/>
                  </a:lnTo>
                  <a:lnTo>
                    <a:pt x="876" y="248"/>
                  </a:lnTo>
                  <a:lnTo>
                    <a:pt x="876" y="248"/>
                  </a:lnTo>
                  <a:lnTo>
                    <a:pt x="876" y="248"/>
                  </a:lnTo>
                  <a:lnTo>
                    <a:pt x="873" y="246"/>
                  </a:lnTo>
                  <a:lnTo>
                    <a:pt x="873" y="246"/>
                  </a:lnTo>
                  <a:lnTo>
                    <a:pt x="873" y="244"/>
                  </a:lnTo>
                  <a:lnTo>
                    <a:pt x="873" y="246"/>
                  </a:lnTo>
                  <a:lnTo>
                    <a:pt x="873" y="244"/>
                  </a:lnTo>
                  <a:lnTo>
                    <a:pt x="873" y="244"/>
                  </a:lnTo>
                  <a:lnTo>
                    <a:pt x="873" y="242"/>
                  </a:lnTo>
                  <a:lnTo>
                    <a:pt x="873" y="242"/>
                  </a:lnTo>
                  <a:lnTo>
                    <a:pt x="873" y="242"/>
                  </a:lnTo>
                  <a:lnTo>
                    <a:pt x="873" y="242"/>
                  </a:lnTo>
                  <a:lnTo>
                    <a:pt x="873" y="242"/>
                  </a:lnTo>
                  <a:lnTo>
                    <a:pt x="873" y="240"/>
                  </a:lnTo>
                  <a:lnTo>
                    <a:pt x="873" y="240"/>
                  </a:lnTo>
                  <a:lnTo>
                    <a:pt x="873" y="240"/>
                  </a:lnTo>
                  <a:lnTo>
                    <a:pt x="873" y="237"/>
                  </a:lnTo>
                  <a:lnTo>
                    <a:pt x="873" y="237"/>
                  </a:lnTo>
                  <a:lnTo>
                    <a:pt x="871" y="237"/>
                  </a:lnTo>
                  <a:lnTo>
                    <a:pt x="871" y="240"/>
                  </a:lnTo>
                  <a:lnTo>
                    <a:pt x="871" y="240"/>
                  </a:lnTo>
                  <a:lnTo>
                    <a:pt x="871" y="242"/>
                  </a:lnTo>
                  <a:lnTo>
                    <a:pt x="871" y="242"/>
                  </a:lnTo>
                  <a:lnTo>
                    <a:pt x="871" y="242"/>
                  </a:lnTo>
                  <a:lnTo>
                    <a:pt x="871" y="244"/>
                  </a:lnTo>
                  <a:lnTo>
                    <a:pt x="871" y="244"/>
                  </a:lnTo>
                  <a:lnTo>
                    <a:pt x="871" y="244"/>
                  </a:lnTo>
                  <a:lnTo>
                    <a:pt x="871" y="244"/>
                  </a:lnTo>
                  <a:lnTo>
                    <a:pt x="871" y="244"/>
                  </a:lnTo>
                  <a:lnTo>
                    <a:pt x="869" y="244"/>
                  </a:lnTo>
                  <a:lnTo>
                    <a:pt x="869" y="244"/>
                  </a:lnTo>
                  <a:lnTo>
                    <a:pt x="869" y="244"/>
                  </a:lnTo>
                  <a:lnTo>
                    <a:pt x="869" y="246"/>
                  </a:lnTo>
                  <a:lnTo>
                    <a:pt x="869" y="246"/>
                  </a:lnTo>
                  <a:lnTo>
                    <a:pt x="869" y="248"/>
                  </a:lnTo>
                  <a:lnTo>
                    <a:pt x="869" y="246"/>
                  </a:lnTo>
                  <a:lnTo>
                    <a:pt x="869" y="246"/>
                  </a:lnTo>
                  <a:lnTo>
                    <a:pt x="867" y="246"/>
                  </a:lnTo>
                  <a:lnTo>
                    <a:pt x="867" y="246"/>
                  </a:lnTo>
                  <a:lnTo>
                    <a:pt x="867" y="246"/>
                  </a:lnTo>
                  <a:lnTo>
                    <a:pt x="867" y="246"/>
                  </a:lnTo>
                  <a:lnTo>
                    <a:pt x="865" y="246"/>
                  </a:lnTo>
                  <a:lnTo>
                    <a:pt x="865" y="246"/>
                  </a:lnTo>
                  <a:lnTo>
                    <a:pt x="865" y="244"/>
                  </a:lnTo>
                  <a:lnTo>
                    <a:pt x="867" y="244"/>
                  </a:lnTo>
                  <a:lnTo>
                    <a:pt x="867" y="244"/>
                  </a:lnTo>
                  <a:lnTo>
                    <a:pt x="867" y="244"/>
                  </a:lnTo>
                  <a:lnTo>
                    <a:pt x="867" y="242"/>
                  </a:lnTo>
                  <a:lnTo>
                    <a:pt x="867" y="242"/>
                  </a:lnTo>
                  <a:lnTo>
                    <a:pt x="867" y="240"/>
                  </a:lnTo>
                  <a:lnTo>
                    <a:pt x="867" y="240"/>
                  </a:lnTo>
                  <a:lnTo>
                    <a:pt x="867" y="240"/>
                  </a:lnTo>
                  <a:lnTo>
                    <a:pt x="867" y="242"/>
                  </a:lnTo>
                  <a:lnTo>
                    <a:pt x="867" y="242"/>
                  </a:lnTo>
                  <a:lnTo>
                    <a:pt x="865" y="242"/>
                  </a:lnTo>
                  <a:lnTo>
                    <a:pt x="865" y="242"/>
                  </a:lnTo>
                  <a:lnTo>
                    <a:pt x="862" y="242"/>
                  </a:lnTo>
                  <a:lnTo>
                    <a:pt x="862" y="242"/>
                  </a:lnTo>
                  <a:lnTo>
                    <a:pt x="862" y="242"/>
                  </a:lnTo>
                  <a:lnTo>
                    <a:pt x="860" y="242"/>
                  </a:lnTo>
                  <a:lnTo>
                    <a:pt x="860" y="240"/>
                  </a:lnTo>
                  <a:lnTo>
                    <a:pt x="862" y="240"/>
                  </a:lnTo>
                  <a:lnTo>
                    <a:pt x="862" y="240"/>
                  </a:lnTo>
                  <a:lnTo>
                    <a:pt x="862" y="240"/>
                  </a:lnTo>
                  <a:lnTo>
                    <a:pt x="862" y="240"/>
                  </a:lnTo>
                  <a:lnTo>
                    <a:pt x="862" y="240"/>
                  </a:lnTo>
                  <a:lnTo>
                    <a:pt x="865" y="240"/>
                  </a:lnTo>
                  <a:lnTo>
                    <a:pt x="865" y="240"/>
                  </a:lnTo>
                  <a:lnTo>
                    <a:pt x="865" y="237"/>
                  </a:lnTo>
                  <a:lnTo>
                    <a:pt x="865" y="237"/>
                  </a:lnTo>
                  <a:lnTo>
                    <a:pt x="862" y="235"/>
                  </a:lnTo>
                  <a:lnTo>
                    <a:pt x="862" y="237"/>
                  </a:lnTo>
                  <a:lnTo>
                    <a:pt x="862" y="237"/>
                  </a:lnTo>
                  <a:lnTo>
                    <a:pt x="862" y="237"/>
                  </a:lnTo>
                  <a:lnTo>
                    <a:pt x="860" y="240"/>
                  </a:lnTo>
                  <a:lnTo>
                    <a:pt x="860" y="237"/>
                  </a:lnTo>
                  <a:lnTo>
                    <a:pt x="860" y="237"/>
                  </a:lnTo>
                  <a:lnTo>
                    <a:pt x="860" y="237"/>
                  </a:lnTo>
                  <a:lnTo>
                    <a:pt x="860" y="237"/>
                  </a:lnTo>
                  <a:lnTo>
                    <a:pt x="858" y="237"/>
                  </a:lnTo>
                  <a:lnTo>
                    <a:pt x="858" y="235"/>
                  </a:lnTo>
                  <a:lnTo>
                    <a:pt x="858" y="235"/>
                  </a:lnTo>
                  <a:lnTo>
                    <a:pt x="858" y="233"/>
                  </a:lnTo>
                  <a:lnTo>
                    <a:pt x="858" y="233"/>
                  </a:lnTo>
                  <a:lnTo>
                    <a:pt x="856" y="233"/>
                  </a:lnTo>
                  <a:lnTo>
                    <a:pt x="856" y="235"/>
                  </a:lnTo>
                  <a:lnTo>
                    <a:pt x="856" y="235"/>
                  </a:lnTo>
                  <a:lnTo>
                    <a:pt x="853" y="235"/>
                  </a:lnTo>
                  <a:lnTo>
                    <a:pt x="853" y="235"/>
                  </a:lnTo>
                  <a:lnTo>
                    <a:pt x="856" y="235"/>
                  </a:lnTo>
                  <a:lnTo>
                    <a:pt x="856" y="237"/>
                  </a:lnTo>
                  <a:lnTo>
                    <a:pt x="856" y="237"/>
                  </a:lnTo>
                  <a:lnTo>
                    <a:pt x="853" y="237"/>
                  </a:lnTo>
                  <a:lnTo>
                    <a:pt x="853" y="235"/>
                  </a:lnTo>
                  <a:lnTo>
                    <a:pt x="851" y="235"/>
                  </a:lnTo>
                  <a:lnTo>
                    <a:pt x="851" y="237"/>
                  </a:lnTo>
                  <a:lnTo>
                    <a:pt x="851" y="237"/>
                  </a:lnTo>
                  <a:lnTo>
                    <a:pt x="851" y="240"/>
                  </a:lnTo>
                  <a:lnTo>
                    <a:pt x="851" y="240"/>
                  </a:lnTo>
                  <a:lnTo>
                    <a:pt x="851" y="240"/>
                  </a:lnTo>
                  <a:lnTo>
                    <a:pt x="851" y="240"/>
                  </a:lnTo>
                  <a:lnTo>
                    <a:pt x="851" y="240"/>
                  </a:lnTo>
                  <a:lnTo>
                    <a:pt x="851" y="237"/>
                  </a:lnTo>
                  <a:lnTo>
                    <a:pt x="851" y="237"/>
                  </a:lnTo>
                  <a:lnTo>
                    <a:pt x="849" y="237"/>
                  </a:lnTo>
                  <a:lnTo>
                    <a:pt x="849" y="237"/>
                  </a:lnTo>
                  <a:lnTo>
                    <a:pt x="849" y="240"/>
                  </a:lnTo>
                  <a:lnTo>
                    <a:pt x="849" y="240"/>
                  </a:lnTo>
                  <a:lnTo>
                    <a:pt x="849" y="237"/>
                  </a:lnTo>
                  <a:lnTo>
                    <a:pt x="849" y="235"/>
                  </a:lnTo>
                  <a:lnTo>
                    <a:pt x="849" y="235"/>
                  </a:lnTo>
                  <a:lnTo>
                    <a:pt x="849" y="235"/>
                  </a:lnTo>
                  <a:lnTo>
                    <a:pt x="849" y="233"/>
                  </a:lnTo>
                  <a:lnTo>
                    <a:pt x="849" y="233"/>
                  </a:lnTo>
                  <a:lnTo>
                    <a:pt x="849" y="233"/>
                  </a:lnTo>
                  <a:lnTo>
                    <a:pt x="847" y="233"/>
                  </a:lnTo>
                  <a:lnTo>
                    <a:pt x="847" y="233"/>
                  </a:lnTo>
                  <a:lnTo>
                    <a:pt x="845" y="233"/>
                  </a:lnTo>
                  <a:lnTo>
                    <a:pt x="847" y="235"/>
                  </a:lnTo>
                  <a:lnTo>
                    <a:pt x="845" y="235"/>
                  </a:lnTo>
                  <a:lnTo>
                    <a:pt x="845" y="235"/>
                  </a:lnTo>
                  <a:lnTo>
                    <a:pt x="845" y="244"/>
                  </a:lnTo>
                  <a:lnTo>
                    <a:pt x="845" y="242"/>
                  </a:lnTo>
                  <a:lnTo>
                    <a:pt x="847" y="242"/>
                  </a:lnTo>
                  <a:lnTo>
                    <a:pt x="847" y="242"/>
                  </a:lnTo>
                  <a:lnTo>
                    <a:pt x="847" y="240"/>
                  </a:lnTo>
                  <a:lnTo>
                    <a:pt x="847" y="242"/>
                  </a:lnTo>
                  <a:lnTo>
                    <a:pt x="849" y="244"/>
                  </a:lnTo>
                  <a:lnTo>
                    <a:pt x="851" y="244"/>
                  </a:lnTo>
                  <a:lnTo>
                    <a:pt x="851" y="244"/>
                  </a:lnTo>
                  <a:lnTo>
                    <a:pt x="851" y="246"/>
                  </a:lnTo>
                  <a:lnTo>
                    <a:pt x="851" y="246"/>
                  </a:lnTo>
                  <a:lnTo>
                    <a:pt x="851" y="246"/>
                  </a:lnTo>
                  <a:lnTo>
                    <a:pt x="851" y="246"/>
                  </a:lnTo>
                  <a:lnTo>
                    <a:pt x="851" y="248"/>
                  </a:lnTo>
                  <a:lnTo>
                    <a:pt x="851" y="248"/>
                  </a:lnTo>
                  <a:lnTo>
                    <a:pt x="851" y="248"/>
                  </a:lnTo>
                  <a:lnTo>
                    <a:pt x="849" y="248"/>
                  </a:lnTo>
                  <a:lnTo>
                    <a:pt x="849" y="246"/>
                  </a:lnTo>
                  <a:lnTo>
                    <a:pt x="849" y="246"/>
                  </a:lnTo>
                  <a:lnTo>
                    <a:pt x="842" y="246"/>
                  </a:lnTo>
                  <a:lnTo>
                    <a:pt x="842" y="244"/>
                  </a:lnTo>
                  <a:lnTo>
                    <a:pt x="842" y="244"/>
                  </a:lnTo>
                  <a:lnTo>
                    <a:pt x="842" y="242"/>
                  </a:lnTo>
                  <a:lnTo>
                    <a:pt x="842" y="240"/>
                  </a:lnTo>
                  <a:lnTo>
                    <a:pt x="840" y="240"/>
                  </a:lnTo>
                  <a:lnTo>
                    <a:pt x="840" y="240"/>
                  </a:lnTo>
                  <a:lnTo>
                    <a:pt x="840" y="237"/>
                  </a:lnTo>
                  <a:lnTo>
                    <a:pt x="840" y="237"/>
                  </a:lnTo>
                  <a:lnTo>
                    <a:pt x="840" y="237"/>
                  </a:lnTo>
                  <a:lnTo>
                    <a:pt x="840" y="235"/>
                  </a:lnTo>
                  <a:lnTo>
                    <a:pt x="840" y="235"/>
                  </a:lnTo>
                  <a:lnTo>
                    <a:pt x="838" y="233"/>
                  </a:lnTo>
                  <a:lnTo>
                    <a:pt x="838" y="233"/>
                  </a:lnTo>
                  <a:lnTo>
                    <a:pt x="836" y="233"/>
                  </a:lnTo>
                  <a:lnTo>
                    <a:pt x="836" y="235"/>
                  </a:lnTo>
                  <a:lnTo>
                    <a:pt x="836" y="235"/>
                  </a:lnTo>
                  <a:lnTo>
                    <a:pt x="836" y="237"/>
                  </a:lnTo>
                  <a:lnTo>
                    <a:pt x="836" y="240"/>
                  </a:lnTo>
                  <a:lnTo>
                    <a:pt x="834" y="240"/>
                  </a:lnTo>
                  <a:lnTo>
                    <a:pt x="834" y="242"/>
                  </a:lnTo>
                  <a:lnTo>
                    <a:pt x="831" y="242"/>
                  </a:lnTo>
                  <a:lnTo>
                    <a:pt x="825" y="244"/>
                  </a:lnTo>
                  <a:lnTo>
                    <a:pt x="825" y="246"/>
                  </a:lnTo>
                  <a:lnTo>
                    <a:pt x="825" y="244"/>
                  </a:lnTo>
                  <a:lnTo>
                    <a:pt x="825" y="244"/>
                  </a:lnTo>
                  <a:lnTo>
                    <a:pt x="827" y="242"/>
                  </a:lnTo>
                  <a:lnTo>
                    <a:pt x="827" y="242"/>
                  </a:lnTo>
                  <a:lnTo>
                    <a:pt x="827" y="240"/>
                  </a:lnTo>
                  <a:lnTo>
                    <a:pt x="827" y="237"/>
                  </a:lnTo>
                  <a:lnTo>
                    <a:pt x="825" y="235"/>
                  </a:lnTo>
                  <a:lnTo>
                    <a:pt x="822" y="237"/>
                  </a:lnTo>
                  <a:lnTo>
                    <a:pt x="822" y="235"/>
                  </a:lnTo>
                  <a:lnTo>
                    <a:pt x="822" y="233"/>
                  </a:lnTo>
                  <a:lnTo>
                    <a:pt x="820" y="233"/>
                  </a:lnTo>
                  <a:lnTo>
                    <a:pt x="820" y="231"/>
                  </a:lnTo>
                  <a:lnTo>
                    <a:pt x="820" y="231"/>
                  </a:lnTo>
                  <a:lnTo>
                    <a:pt x="820" y="233"/>
                  </a:lnTo>
                  <a:lnTo>
                    <a:pt x="818" y="235"/>
                  </a:lnTo>
                  <a:lnTo>
                    <a:pt x="818" y="237"/>
                  </a:lnTo>
                  <a:lnTo>
                    <a:pt x="818" y="237"/>
                  </a:lnTo>
                  <a:lnTo>
                    <a:pt x="820" y="240"/>
                  </a:lnTo>
                  <a:lnTo>
                    <a:pt x="820" y="240"/>
                  </a:lnTo>
                  <a:lnTo>
                    <a:pt x="818" y="240"/>
                  </a:lnTo>
                  <a:lnTo>
                    <a:pt x="816" y="240"/>
                  </a:lnTo>
                  <a:lnTo>
                    <a:pt x="816" y="240"/>
                  </a:lnTo>
                  <a:lnTo>
                    <a:pt x="816" y="242"/>
                  </a:lnTo>
                  <a:lnTo>
                    <a:pt x="809" y="244"/>
                  </a:lnTo>
                  <a:lnTo>
                    <a:pt x="809" y="246"/>
                  </a:lnTo>
                  <a:lnTo>
                    <a:pt x="807" y="246"/>
                  </a:lnTo>
                  <a:lnTo>
                    <a:pt x="805" y="244"/>
                  </a:lnTo>
                  <a:lnTo>
                    <a:pt x="805" y="244"/>
                  </a:lnTo>
                  <a:lnTo>
                    <a:pt x="805" y="244"/>
                  </a:lnTo>
                  <a:lnTo>
                    <a:pt x="805" y="242"/>
                  </a:lnTo>
                  <a:lnTo>
                    <a:pt x="805" y="242"/>
                  </a:lnTo>
                  <a:lnTo>
                    <a:pt x="805" y="242"/>
                  </a:lnTo>
                  <a:lnTo>
                    <a:pt x="805" y="242"/>
                  </a:lnTo>
                  <a:lnTo>
                    <a:pt x="805" y="240"/>
                  </a:lnTo>
                  <a:lnTo>
                    <a:pt x="805" y="240"/>
                  </a:lnTo>
                  <a:lnTo>
                    <a:pt x="805" y="240"/>
                  </a:lnTo>
                  <a:lnTo>
                    <a:pt x="802" y="237"/>
                  </a:lnTo>
                  <a:lnTo>
                    <a:pt x="798" y="242"/>
                  </a:lnTo>
                  <a:lnTo>
                    <a:pt x="794" y="246"/>
                  </a:lnTo>
                  <a:lnTo>
                    <a:pt x="794" y="248"/>
                  </a:lnTo>
                  <a:lnTo>
                    <a:pt x="794" y="248"/>
                  </a:lnTo>
                  <a:lnTo>
                    <a:pt x="794" y="251"/>
                  </a:lnTo>
                  <a:lnTo>
                    <a:pt x="794" y="251"/>
                  </a:lnTo>
                  <a:lnTo>
                    <a:pt x="796" y="251"/>
                  </a:lnTo>
                  <a:lnTo>
                    <a:pt x="796" y="251"/>
                  </a:lnTo>
                  <a:lnTo>
                    <a:pt x="796" y="253"/>
                  </a:lnTo>
                  <a:lnTo>
                    <a:pt x="796" y="255"/>
                  </a:lnTo>
                  <a:lnTo>
                    <a:pt x="796" y="255"/>
                  </a:lnTo>
                  <a:lnTo>
                    <a:pt x="796" y="255"/>
                  </a:lnTo>
                  <a:lnTo>
                    <a:pt x="796" y="255"/>
                  </a:lnTo>
                  <a:lnTo>
                    <a:pt x="796" y="257"/>
                  </a:lnTo>
                  <a:lnTo>
                    <a:pt x="794" y="257"/>
                  </a:lnTo>
                  <a:lnTo>
                    <a:pt x="794" y="257"/>
                  </a:lnTo>
                  <a:lnTo>
                    <a:pt x="794" y="257"/>
                  </a:lnTo>
                  <a:lnTo>
                    <a:pt x="794" y="259"/>
                  </a:lnTo>
                  <a:lnTo>
                    <a:pt x="794" y="259"/>
                  </a:lnTo>
                  <a:lnTo>
                    <a:pt x="794" y="262"/>
                  </a:lnTo>
                  <a:lnTo>
                    <a:pt x="794" y="262"/>
                  </a:lnTo>
                  <a:lnTo>
                    <a:pt x="791" y="262"/>
                  </a:lnTo>
                  <a:lnTo>
                    <a:pt x="791" y="262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89" y="266"/>
                  </a:lnTo>
                  <a:lnTo>
                    <a:pt x="789" y="266"/>
                  </a:lnTo>
                  <a:lnTo>
                    <a:pt x="785" y="266"/>
                  </a:lnTo>
                  <a:lnTo>
                    <a:pt x="785" y="266"/>
                  </a:lnTo>
                  <a:lnTo>
                    <a:pt x="785" y="266"/>
                  </a:lnTo>
                  <a:lnTo>
                    <a:pt x="785" y="268"/>
                  </a:lnTo>
                  <a:lnTo>
                    <a:pt x="785" y="271"/>
                  </a:lnTo>
                  <a:lnTo>
                    <a:pt x="785" y="271"/>
                  </a:lnTo>
                  <a:lnTo>
                    <a:pt x="787" y="271"/>
                  </a:lnTo>
                  <a:lnTo>
                    <a:pt x="789" y="271"/>
                  </a:lnTo>
                  <a:lnTo>
                    <a:pt x="789" y="271"/>
                  </a:lnTo>
                  <a:lnTo>
                    <a:pt x="789" y="271"/>
                  </a:lnTo>
                  <a:lnTo>
                    <a:pt x="787" y="273"/>
                  </a:lnTo>
                  <a:lnTo>
                    <a:pt x="787" y="273"/>
                  </a:lnTo>
                  <a:lnTo>
                    <a:pt x="785" y="271"/>
                  </a:lnTo>
                  <a:lnTo>
                    <a:pt x="785" y="273"/>
                  </a:lnTo>
                  <a:lnTo>
                    <a:pt x="785" y="273"/>
                  </a:lnTo>
                  <a:lnTo>
                    <a:pt x="785" y="273"/>
                  </a:lnTo>
                  <a:lnTo>
                    <a:pt x="787" y="275"/>
                  </a:lnTo>
                  <a:lnTo>
                    <a:pt x="787" y="275"/>
                  </a:lnTo>
                  <a:lnTo>
                    <a:pt x="787" y="277"/>
                  </a:lnTo>
                  <a:lnTo>
                    <a:pt x="785" y="275"/>
                  </a:lnTo>
                  <a:lnTo>
                    <a:pt x="783" y="277"/>
                  </a:lnTo>
                  <a:lnTo>
                    <a:pt x="783" y="279"/>
                  </a:lnTo>
                  <a:lnTo>
                    <a:pt x="783" y="284"/>
                  </a:lnTo>
                  <a:lnTo>
                    <a:pt x="780" y="284"/>
                  </a:lnTo>
                  <a:lnTo>
                    <a:pt x="780" y="286"/>
                  </a:lnTo>
                  <a:lnTo>
                    <a:pt x="780" y="286"/>
                  </a:lnTo>
                  <a:lnTo>
                    <a:pt x="776" y="284"/>
                  </a:lnTo>
                  <a:lnTo>
                    <a:pt x="774" y="284"/>
                  </a:lnTo>
                  <a:lnTo>
                    <a:pt x="774" y="282"/>
                  </a:lnTo>
                  <a:lnTo>
                    <a:pt x="774" y="279"/>
                  </a:lnTo>
                  <a:lnTo>
                    <a:pt x="774" y="279"/>
                  </a:lnTo>
                  <a:lnTo>
                    <a:pt x="771" y="282"/>
                  </a:lnTo>
                  <a:lnTo>
                    <a:pt x="769" y="284"/>
                  </a:lnTo>
                  <a:lnTo>
                    <a:pt x="769" y="286"/>
                  </a:lnTo>
                  <a:lnTo>
                    <a:pt x="769" y="293"/>
                  </a:lnTo>
                  <a:lnTo>
                    <a:pt x="769" y="295"/>
                  </a:lnTo>
                  <a:lnTo>
                    <a:pt x="769" y="295"/>
                  </a:lnTo>
                  <a:lnTo>
                    <a:pt x="769" y="297"/>
                  </a:lnTo>
                  <a:lnTo>
                    <a:pt x="771" y="297"/>
                  </a:lnTo>
                  <a:lnTo>
                    <a:pt x="771" y="297"/>
                  </a:lnTo>
                  <a:lnTo>
                    <a:pt x="774" y="297"/>
                  </a:lnTo>
                  <a:lnTo>
                    <a:pt x="776" y="297"/>
                  </a:lnTo>
                  <a:lnTo>
                    <a:pt x="776" y="297"/>
                  </a:lnTo>
                  <a:lnTo>
                    <a:pt x="776" y="297"/>
                  </a:lnTo>
                  <a:lnTo>
                    <a:pt x="778" y="297"/>
                  </a:lnTo>
                  <a:lnTo>
                    <a:pt x="778" y="297"/>
                  </a:lnTo>
                  <a:lnTo>
                    <a:pt x="778" y="297"/>
                  </a:lnTo>
                  <a:lnTo>
                    <a:pt x="780" y="297"/>
                  </a:lnTo>
                  <a:lnTo>
                    <a:pt x="783" y="297"/>
                  </a:lnTo>
                  <a:lnTo>
                    <a:pt x="780" y="299"/>
                  </a:lnTo>
                  <a:lnTo>
                    <a:pt x="780" y="299"/>
                  </a:lnTo>
                  <a:lnTo>
                    <a:pt x="778" y="299"/>
                  </a:lnTo>
                  <a:lnTo>
                    <a:pt x="774" y="302"/>
                  </a:lnTo>
                  <a:lnTo>
                    <a:pt x="774" y="302"/>
                  </a:lnTo>
                  <a:lnTo>
                    <a:pt x="771" y="302"/>
                  </a:lnTo>
                  <a:lnTo>
                    <a:pt x="769" y="299"/>
                  </a:lnTo>
                  <a:lnTo>
                    <a:pt x="771" y="302"/>
                  </a:lnTo>
                  <a:lnTo>
                    <a:pt x="774" y="304"/>
                  </a:lnTo>
                  <a:lnTo>
                    <a:pt x="774" y="306"/>
                  </a:lnTo>
                  <a:lnTo>
                    <a:pt x="774" y="306"/>
                  </a:lnTo>
                  <a:lnTo>
                    <a:pt x="774" y="308"/>
                  </a:lnTo>
                  <a:lnTo>
                    <a:pt x="776" y="310"/>
                  </a:lnTo>
                  <a:lnTo>
                    <a:pt x="774" y="310"/>
                  </a:lnTo>
                  <a:lnTo>
                    <a:pt x="774" y="310"/>
                  </a:lnTo>
                  <a:lnTo>
                    <a:pt x="774" y="308"/>
                  </a:lnTo>
                  <a:lnTo>
                    <a:pt x="771" y="308"/>
                  </a:lnTo>
                  <a:lnTo>
                    <a:pt x="771" y="308"/>
                  </a:lnTo>
                  <a:lnTo>
                    <a:pt x="769" y="308"/>
                  </a:lnTo>
                  <a:lnTo>
                    <a:pt x="769" y="308"/>
                  </a:lnTo>
                  <a:lnTo>
                    <a:pt x="767" y="306"/>
                  </a:lnTo>
                  <a:lnTo>
                    <a:pt x="767" y="306"/>
                  </a:lnTo>
                  <a:lnTo>
                    <a:pt x="765" y="304"/>
                  </a:lnTo>
                  <a:lnTo>
                    <a:pt x="765" y="302"/>
                  </a:lnTo>
                  <a:lnTo>
                    <a:pt x="765" y="302"/>
                  </a:lnTo>
                  <a:lnTo>
                    <a:pt x="763" y="299"/>
                  </a:lnTo>
                  <a:lnTo>
                    <a:pt x="760" y="297"/>
                  </a:lnTo>
                  <a:lnTo>
                    <a:pt x="760" y="295"/>
                  </a:lnTo>
                  <a:lnTo>
                    <a:pt x="760" y="293"/>
                  </a:lnTo>
                  <a:lnTo>
                    <a:pt x="758" y="290"/>
                  </a:lnTo>
                  <a:lnTo>
                    <a:pt x="758" y="290"/>
                  </a:lnTo>
                  <a:lnTo>
                    <a:pt x="756" y="293"/>
                  </a:lnTo>
                  <a:lnTo>
                    <a:pt x="754" y="297"/>
                  </a:lnTo>
                  <a:lnTo>
                    <a:pt x="754" y="297"/>
                  </a:lnTo>
                  <a:lnTo>
                    <a:pt x="754" y="297"/>
                  </a:lnTo>
                  <a:lnTo>
                    <a:pt x="754" y="299"/>
                  </a:lnTo>
                  <a:lnTo>
                    <a:pt x="754" y="299"/>
                  </a:lnTo>
                  <a:lnTo>
                    <a:pt x="752" y="299"/>
                  </a:lnTo>
                  <a:lnTo>
                    <a:pt x="752" y="299"/>
                  </a:lnTo>
                  <a:lnTo>
                    <a:pt x="752" y="299"/>
                  </a:lnTo>
                  <a:lnTo>
                    <a:pt x="752" y="299"/>
                  </a:lnTo>
                  <a:lnTo>
                    <a:pt x="752" y="299"/>
                  </a:lnTo>
                  <a:lnTo>
                    <a:pt x="752" y="299"/>
                  </a:lnTo>
                  <a:lnTo>
                    <a:pt x="747" y="308"/>
                  </a:lnTo>
                  <a:lnTo>
                    <a:pt x="747" y="308"/>
                  </a:lnTo>
                  <a:lnTo>
                    <a:pt x="747" y="308"/>
                  </a:lnTo>
                  <a:lnTo>
                    <a:pt x="745" y="310"/>
                  </a:lnTo>
                  <a:lnTo>
                    <a:pt x="745" y="310"/>
                  </a:lnTo>
                  <a:lnTo>
                    <a:pt x="745" y="310"/>
                  </a:lnTo>
                  <a:lnTo>
                    <a:pt x="745" y="310"/>
                  </a:lnTo>
                  <a:lnTo>
                    <a:pt x="745" y="310"/>
                  </a:lnTo>
                  <a:lnTo>
                    <a:pt x="743" y="310"/>
                  </a:lnTo>
                  <a:lnTo>
                    <a:pt x="743" y="310"/>
                  </a:lnTo>
                  <a:lnTo>
                    <a:pt x="743" y="310"/>
                  </a:lnTo>
                  <a:lnTo>
                    <a:pt x="743" y="310"/>
                  </a:lnTo>
                  <a:lnTo>
                    <a:pt x="743" y="310"/>
                  </a:lnTo>
                  <a:lnTo>
                    <a:pt x="743" y="313"/>
                  </a:lnTo>
                  <a:lnTo>
                    <a:pt x="740" y="313"/>
                  </a:lnTo>
                  <a:lnTo>
                    <a:pt x="740" y="313"/>
                  </a:lnTo>
                  <a:lnTo>
                    <a:pt x="740" y="313"/>
                  </a:lnTo>
                  <a:lnTo>
                    <a:pt x="740" y="315"/>
                  </a:lnTo>
                  <a:lnTo>
                    <a:pt x="740" y="315"/>
                  </a:lnTo>
                  <a:lnTo>
                    <a:pt x="740" y="315"/>
                  </a:lnTo>
                  <a:lnTo>
                    <a:pt x="740" y="317"/>
                  </a:lnTo>
                  <a:lnTo>
                    <a:pt x="738" y="317"/>
                  </a:lnTo>
                  <a:lnTo>
                    <a:pt x="738" y="319"/>
                  </a:lnTo>
                  <a:lnTo>
                    <a:pt x="738" y="319"/>
                  </a:lnTo>
                  <a:lnTo>
                    <a:pt x="736" y="322"/>
                  </a:lnTo>
                  <a:lnTo>
                    <a:pt x="734" y="322"/>
                  </a:lnTo>
                  <a:lnTo>
                    <a:pt x="734" y="324"/>
                  </a:lnTo>
                  <a:lnTo>
                    <a:pt x="732" y="324"/>
                  </a:lnTo>
                  <a:lnTo>
                    <a:pt x="732" y="324"/>
                  </a:lnTo>
                  <a:lnTo>
                    <a:pt x="729" y="324"/>
                  </a:lnTo>
                  <a:lnTo>
                    <a:pt x="729" y="324"/>
                  </a:lnTo>
                  <a:lnTo>
                    <a:pt x="732" y="324"/>
                  </a:lnTo>
                  <a:lnTo>
                    <a:pt x="732" y="322"/>
                  </a:lnTo>
                  <a:lnTo>
                    <a:pt x="732" y="322"/>
                  </a:lnTo>
                  <a:lnTo>
                    <a:pt x="734" y="319"/>
                  </a:lnTo>
                  <a:lnTo>
                    <a:pt x="736" y="319"/>
                  </a:lnTo>
                  <a:lnTo>
                    <a:pt x="736" y="317"/>
                  </a:lnTo>
                  <a:lnTo>
                    <a:pt x="736" y="315"/>
                  </a:lnTo>
                  <a:lnTo>
                    <a:pt x="736" y="315"/>
                  </a:lnTo>
                  <a:lnTo>
                    <a:pt x="736" y="315"/>
                  </a:lnTo>
                  <a:lnTo>
                    <a:pt x="736" y="313"/>
                  </a:lnTo>
                  <a:lnTo>
                    <a:pt x="738" y="313"/>
                  </a:lnTo>
                  <a:lnTo>
                    <a:pt x="738" y="313"/>
                  </a:lnTo>
                  <a:lnTo>
                    <a:pt x="740" y="310"/>
                  </a:lnTo>
                  <a:lnTo>
                    <a:pt x="740" y="308"/>
                  </a:lnTo>
                  <a:lnTo>
                    <a:pt x="740" y="306"/>
                  </a:lnTo>
                  <a:lnTo>
                    <a:pt x="740" y="306"/>
                  </a:lnTo>
                  <a:lnTo>
                    <a:pt x="743" y="304"/>
                  </a:lnTo>
                  <a:lnTo>
                    <a:pt x="743" y="304"/>
                  </a:lnTo>
                  <a:lnTo>
                    <a:pt x="743" y="304"/>
                  </a:lnTo>
                  <a:lnTo>
                    <a:pt x="740" y="304"/>
                  </a:lnTo>
                  <a:lnTo>
                    <a:pt x="740" y="306"/>
                  </a:lnTo>
                  <a:lnTo>
                    <a:pt x="738" y="306"/>
                  </a:lnTo>
                  <a:lnTo>
                    <a:pt x="734" y="306"/>
                  </a:lnTo>
                  <a:lnTo>
                    <a:pt x="734" y="308"/>
                  </a:lnTo>
                  <a:lnTo>
                    <a:pt x="732" y="313"/>
                  </a:lnTo>
                  <a:lnTo>
                    <a:pt x="729" y="315"/>
                  </a:lnTo>
                  <a:lnTo>
                    <a:pt x="725" y="317"/>
                  </a:lnTo>
                  <a:lnTo>
                    <a:pt x="723" y="319"/>
                  </a:lnTo>
                  <a:lnTo>
                    <a:pt x="723" y="322"/>
                  </a:lnTo>
                  <a:lnTo>
                    <a:pt x="723" y="324"/>
                  </a:lnTo>
                  <a:lnTo>
                    <a:pt x="723" y="326"/>
                  </a:lnTo>
                  <a:lnTo>
                    <a:pt x="721" y="326"/>
                  </a:lnTo>
                  <a:lnTo>
                    <a:pt x="721" y="326"/>
                  </a:lnTo>
                  <a:lnTo>
                    <a:pt x="721" y="328"/>
                  </a:lnTo>
                  <a:lnTo>
                    <a:pt x="718" y="328"/>
                  </a:lnTo>
                  <a:lnTo>
                    <a:pt x="716" y="333"/>
                  </a:lnTo>
                  <a:lnTo>
                    <a:pt x="709" y="341"/>
                  </a:lnTo>
                  <a:lnTo>
                    <a:pt x="709" y="344"/>
                  </a:lnTo>
                  <a:lnTo>
                    <a:pt x="709" y="346"/>
                  </a:lnTo>
                  <a:lnTo>
                    <a:pt x="709" y="348"/>
                  </a:lnTo>
                  <a:lnTo>
                    <a:pt x="707" y="350"/>
                  </a:lnTo>
                  <a:lnTo>
                    <a:pt x="701" y="364"/>
                  </a:lnTo>
                  <a:lnTo>
                    <a:pt x="701" y="364"/>
                  </a:lnTo>
                  <a:lnTo>
                    <a:pt x="701" y="366"/>
                  </a:lnTo>
                  <a:lnTo>
                    <a:pt x="701" y="368"/>
                  </a:lnTo>
                  <a:lnTo>
                    <a:pt x="701" y="370"/>
                  </a:lnTo>
                  <a:lnTo>
                    <a:pt x="701" y="372"/>
                  </a:lnTo>
                  <a:lnTo>
                    <a:pt x="698" y="372"/>
                  </a:lnTo>
                  <a:lnTo>
                    <a:pt x="698" y="375"/>
                  </a:lnTo>
                  <a:lnTo>
                    <a:pt x="696" y="375"/>
                  </a:lnTo>
                  <a:lnTo>
                    <a:pt x="696" y="377"/>
                  </a:lnTo>
                  <a:lnTo>
                    <a:pt x="696" y="377"/>
                  </a:lnTo>
                  <a:lnTo>
                    <a:pt x="696" y="377"/>
                  </a:lnTo>
                  <a:lnTo>
                    <a:pt x="694" y="377"/>
                  </a:lnTo>
                  <a:lnTo>
                    <a:pt x="694" y="379"/>
                  </a:lnTo>
                  <a:lnTo>
                    <a:pt x="694" y="379"/>
                  </a:lnTo>
                  <a:lnTo>
                    <a:pt x="694" y="381"/>
                  </a:lnTo>
                  <a:lnTo>
                    <a:pt x="694" y="381"/>
                  </a:lnTo>
                  <a:lnTo>
                    <a:pt x="692" y="384"/>
                  </a:lnTo>
                  <a:lnTo>
                    <a:pt x="687" y="384"/>
                  </a:lnTo>
                  <a:lnTo>
                    <a:pt x="683" y="386"/>
                  </a:lnTo>
                  <a:lnTo>
                    <a:pt x="683" y="384"/>
                  </a:lnTo>
                  <a:lnTo>
                    <a:pt x="683" y="384"/>
                  </a:lnTo>
                  <a:lnTo>
                    <a:pt x="683" y="381"/>
                  </a:lnTo>
                  <a:lnTo>
                    <a:pt x="685" y="381"/>
                  </a:lnTo>
                  <a:lnTo>
                    <a:pt x="687" y="381"/>
                  </a:lnTo>
                  <a:lnTo>
                    <a:pt x="687" y="379"/>
                  </a:lnTo>
                  <a:lnTo>
                    <a:pt x="692" y="372"/>
                  </a:lnTo>
                  <a:lnTo>
                    <a:pt x="692" y="372"/>
                  </a:lnTo>
                  <a:lnTo>
                    <a:pt x="692" y="368"/>
                  </a:lnTo>
                  <a:lnTo>
                    <a:pt x="692" y="366"/>
                  </a:lnTo>
                  <a:lnTo>
                    <a:pt x="692" y="366"/>
                  </a:lnTo>
                  <a:lnTo>
                    <a:pt x="692" y="366"/>
                  </a:lnTo>
                  <a:lnTo>
                    <a:pt x="694" y="364"/>
                  </a:lnTo>
                  <a:lnTo>
                    <a:pt x="694" y="364"/>
                  </a:lnTo>
                  <a:lnTo>
                    <a:pt x="694" y="361"/>
                  </a:lnTo>
                  <a:lnTo>
                    <a:pt x="694" y="361"/>
                  </a:lnTo>
                  <a:lnTo>
                    <a:pt x="694" y="359"/>
                  </a:lnTo>
                  <a:lnTo>
                    <a:pt x="694" y="359"/>
                  </a:lnTo>
                  <a:lnTo>
                    <a:pt x="696" y="359"/>
                  </a:lnTo>
                  <a:lnTo>
                    <a:pt x="696" y="359"/>
                  </a:lnTo>
                  <a:lnTo>
                    <a:pt x="696" y="355"/>
                  </a:lnTo>
                  <a:lnTo>
                    <a:pt x="696" y="355"/>
                  </a:lnTo>
                  <a:lnTo>
                    <a:pt x="696" y="355"/>
                  </a:lnTo>
                  <a:lnTo>
                    <a:pt x="698" y="350"/>
                  </a:lnTo>
                  <a:lnTo>
                    <a:pt x="698" y="350"/>
                  </a:lnTo>
                  <a:lnTo>
                    <a:pt x="698" y="350"/>
                  </a:lnTo>
                  <a:lnTo>
                    <a:pt x="701" y="348"/>
                  </a:lnTo>
                  <a:lnTo>
                    <a:pt x="701" y="348"/>
                  </a:lnTo>
                  <a:lnTo>
                    <a:pt x="701" y="346"/>
                  </a:lnTo>
                  <a:lnTo>
                    <a:pt x="701" y="346"/>
                  </a:lnTo>
                  <a:lnTo>
                    <a:pt x="701" y="339"/>
                  </a:lnTo>
                  <a:lnTo>
                    <a:pt x="701" y="339"/>
                  </a:lnTo>
                  <a:lnTo>
                    <a:pt x="703" y="337"/>
                  </a:lnTo>
                  <a:lnTo>
                    <a:pt x="703" y="337"/>
                  </a:lnTo>
                  <a:lnTo>
                    <a:pt x="705" y="335"/>
                  </a:lnTo>
                  <a:lnTo>
                    <a:pt x="703" y="335"/>
                  </a:lnTo>
                  <a:lnTo>
                    <a:pt x="703" y="335"/>
                  </a:lnTo>
                  <a:lnTo>
                    <a:pt x="705" y="335"/>
                  </a:lnTo>
                  <a:lnTo>
                    <a:pt x="705" y="333"/>
                  </a:lnTo>
                  <a:lnTo>
                    <a:pt x="705" y="330"/>
                  </a:lnTo>
                  <a:lnTo>
                    <a:pt x="705" y="330"/>
                  </a:lnTo>
                  <a:lnTo>
                    <a:pt x="705" y="328"/>
                  </a:lnTo>
                  <a:lnTo>
                    <a:pt x="705" y="328"/>
                  </a:lnTo>
                  <a:lnTo>
                    <a:pt x="703" y="328"/>
                  </a:lnTo>
                  <a:lnTo>
                    <a:pt x="701" y="326"/>
                  </a:lnTo>
                  <a:lnTo>
                    <a:pt x="701" y="326"/>
                  </a:lnTo>
                  <a:lnTo>
                    <a:pt x="698" y="326"/>
                  </a:lnTo>
                  <a:lnTo>
                    <a:pt x="698" y="324"/>
                  </a:lnTo>
                  <a:lnTo>
                    <a:pt x="698" y="324"/>
                  </a:lnTo>
                  <a:lnTo>
                    <a:pt x="701" y="322"/>
                  </a:lnTo>
                  <a:lnTo>
                    <a:pt x="701" y="319"/>
                  </a:lnTo>
                  <a:lnTo>
                    <a:pt x="701" y="319"/>
                  </a:lnTo>
                  <a:lnTo>
                    <a:pt x="698" y="322"/>
                  </a:lnTo>
                  <a:lnTo>
                    <a:pt x="698" y="322"/>
                  </a:lnTo>
                  <a:lnTo>
                    <a:pt x="698" y="319"/>
                  </a:lnTo>
                  <a:lnTo>
                    <a:pt x="698" y="319"/>
                  </a:lnTo>
                  <a:lnTo>
                    <a:pt x="696" y="319"/>
                  </a:lnTo>
                  <a:lnTo>
                    <a:pt x="694" y="319"/>
                  </a:lnTo>
                  <a:lnTo>
                    <a:pt x="694" y="322"/>
                  </a:lnTo>
                  <a:lnTo>
                    <a:pt x="694" y="326"/>
                  </a:lnTo>
                  <a:lnTo>
                    <a:pt x="692" y="324"/>
                  </a:lnTo>
                  <a:lnTo>
                    <a:pt x="689" y="324"/>
                  </a:lnTo>
                  <a:lnTo>
                    <a:pt x="685" y="326"/>
                  </a:lnTo>
                  <a:lnTo>
                    <a:pt x="685" y="328"/>
                  </a:lnTo>
                  <a:lnTo>
                    <a:pt x="685" y="328"/>
                  </a:lnTo>
                  <a:lnTo>
                    <a:pt x="685" y="330"/>
                  </a:lnTo>
                  <a:lnTo>
                    <a:pt x="685" y="328"/>
                  </a:lnTo>
                  <a:lnTo>
                    <a:pt x="689" y="333"/>
                  </a:lnTo>
                  <a:lnTo>
                    <a:pt x="689" y="335"/>
                  </a:lnTo>
                  <a:lnTo>
                    <a:pt x="689" y="337"/>
                  </a:lnTo>
                  <a:lnTo>
                    <a:pt x="689" y="335"/>
                  </a:lnTo>
                  <a:lnTo>
                    <a:pt x="687" y="333"/>
                  </a:lnTo>
                  <a:lnTo>
                    <a:pt x="687" y="333"/>
                  </a:lnTo>
                  <a:lnTo>
                    <a:pt x="685" y="330"/>
                  </a:lnTo>
                  <a:lnTo>
                    <a:pt x="683" y="328"/>
                  </a:lnTo>
                  <a:lnTo>
                    <a:pt x="681" y="328"/>
                  </a:lnTo>
                  <a:lnTo>
                    <a:pt x="681" y="330"/>
                  </a:lnTo>
                  <a:lnTo>
                    <a:pt x="681" y="328"/>
                  </a:lnTo>
                  <a:lnTo>
                    <a:pt x="678" y="328"/>
                  </a:lnTo>
                  <a:lnTo>
                    <a:pt x="678" y="328"/>
                  </a:lnTo>
                  <a:lnTo>
                    <a:pt x="678" y="330"/>
                  </a:lnTo>
                  <a:lnTo>
                    <a:pt x="678" y="330"/>
                  </a:lnTo>
                  <a:lnTo>
                    <a:pt x="678" y="328"/>
                  </a:lnTo>
                  <a:lnTo>
                    <a:pt x="676" y="328"/>
                  </a:lnTo>
                  <a:lnTo>
                    <a:pt x="674" y="328"/>
                  </a:lnTo>
                  <a:lnTo>
                    <a:pt x="672" y="328"/>
                  </a:lnTo>
                  <a:lnTo>
                    <a:pt x="672" y="330"/>
                  </a:lnTo>
                  <a:lnTo>
                    <a:pt x="672" y="330"/>
                  </a:lnTo>
                  <a:lnTo>
                    <a:pt x="672" y="333"/>
                  </a:lnTo>
                  <a:lnTo>
                    <a:pt x="672" y="330"/>
                  </a:lnTo>
                  <a:lnTo>
                    <a:pt x="672" y="328"/>
                  </a:lnTo>
                  <a:lnTo>
                    <a:pt x="670" y="328"/>
                  </a:lnTo>
                  <a:lnTo>
                    <a:pt x="670" y="328"/>
                  </a:lnTo>
                  <a:lnTo>
                    <a:pt x="672" y="330"/>
                  </a:lnTo>
                  <a:lnTo>
                    <a:pt x="672" y="337"/>
                  </a:lnTo>
                  <a:lnTo>
                    <a:pt x="672" y="339"/>
                  </a:lnTo>
                  <a:lnTo>
                    <a:pt x="672" y="344"/>
                  </a:lnTo>
                  <a:lnTo>
                    <a:pt x="672" y="344"/>
                  </a:lnTo>
                  <a:lnTo>
                    <a:pt x="672" y="341"/>
                  </a:lnTo>
                  <a:lnTo>
                    <a:pt x="670" y="339"/>
                  </a:lnTo>
                  <a:lnTo>
                    <a:pt x="670" y="339"/>
                  </a:lnTo>
                  <a:lnTo>
                    <a:pt x="670" y="339"/>
                  </a:lnTo>
                  <a:lnTo>
                    <a:pt x="667" y="341"/>
                  </a:lnTo>
                  <a:lnTo>
                    <a:pt x="667" y="341"/>
                  </a:lnTo>
                  <a:lnTo>
                    <a:pt x="667" y="341"/>
                  </a:lnTo>
                  <a:lnTo>
                    <a:pt x="670" y="337"/>
                  </a:lnTo>
                  <a:lnTo>
                    <a:pt x="670" y="337"/>
                  </a:lnTo>
                  <a:lnTo>
                    <a:pt x="670" y="335"/>
                  </a:lnTo>
                  <a:lnTo>
                    <a:pt x="670" y="333"/>
                  </a:lnTo>
                  <a:lnTo>
                    <a:pt x="670" y="333"/>
                  </a:lnTo>
                  <a:lnTo>
                    <a:pt x="670" y="330"/>
                  </a:lnTo>
                  <a:lnTo>
                    <a:pt x="667" y="333"/>
                  </a:lnTo>
                  <a:lnTo>
                    <a:pt x="667" y="333"/>
                  </a:lnTo>
                  <a:lnTo>
                    <a:pt x="667" y="330"/>
                  </a:lnTo>
                  <a:lnTo>
                    <a:pt x="670" y="328"/>
                  </a:lnTo>
                  <a:lnTo>
                    <a:pt x="670" y="328"/>
                  </a:lnTo>
                  <a:lnTo>
                    <a:pt x="667" y="326"/>
                  </a:lnTo>
                  <a:lnTo>
                    <a:pt x="663" y="324"/>
                  </a:lnTo>
                  <a:lnTo>
                    <a:pt x="663" y="324"/>
                  </a:lnTo>
                  <a:lnTo>
                    <a:pt x="661" y="324"/>
                  </a:lnTo>
                  <a:lnTo>
                    <a:pt x="658" y="324"/>
                  </a:lnTo>
                  <a:lnTo>
                    <a:pt x="656" y="324"/>
                  </a:lnTo>
                  <a:lnTo>
                    <a:pt x="652" y="324"/>
                  </a:lnTo>
                  <a:lnTo>
                    <a:pt x="650" y="326"/>
                  </a:lnTo>
                  <a:lnTo>
                    <a:pt x="647" y="328"/>
                  </a:lnTo>
                  <a:lnTo>
                    <a:pt x="647" y="330"/>
                  </a:lnTo>
                  <a:lnTo>
                    <a:pt x="645" y="328"/>
                  </a:lnTo>
                  <a:lnTo>
                    <a:pt x="643" y="328"/>
                  </a:lnTo>
                  <a:lnTo>
                    <a:pt x="643" y="328"/>
                  </a:lnTo>
                  <a:lnTo>
                    <a:pt x="641" y="328"/>
                  </a:lnTo>
                  <a:lnTo>
                    <a:pt x="639" y="328"/>
                  </a:lnTo>
                  <a:lnTo>
                    <a:pt x="636" y="328"/>
                  </a:lnTo>
                  <a:lnTo>
                    <a:pt x="634" y="330"/>
                  </a:lnTo>
                  <a:lnTo>
                    <a:pt x="632" y="333"/>
                  </a:lnTo>
                  <a:lnTo>
                    <a:pt x="632" y="335"/>
                  </a:lnTo>
                  <a:lnTo>
                    <a:pt x="632" y="335"/>
                  </a:lnTo>
                  <a:lnTo>
                    <a:pt x="632" y="335"/>
                  </a:lnTo>
                  <a:lnTo>
                    <a:pt x="632" y="337"/>
                  </a:lnTo>
                  <a:lnTo>
                    <a:pt x="632" y="337"/>
                  </a:lnTo>
                  <a:lnTo>
                    <a:pt x="630" y="337"/>
                  </a:lnTo>
                  <a:lnTo>
                    <a:pt x="630" y="339"/>
                  </a:lnTo>
                  <a:lnTo>
                    <a:pt x="630" y="339"/>
                  </a:lnTo>
                  <a:lnTo>
                    <a:pt x="627" y="341"/>
                  </a:lnTo>
                  <a:lnTo>
                    <a:pt x="627" y="339"/>
                  </a:lnTo>
                  <a:lnTo>
                    <a:pt x="627" y="339"/>
                  </a:lnTo>
                  <a:lnTo>
                    <a:pt x="627" y="337"/>
                  </a:lnTo>
                  <a:lnTo>
                    <a:pt x="625" y="335"/>
                  </a:lnTo>
                  <a:lnTo>
                    <a:pt x="625" y="335"/>
                  </a:lnTo>
                  <a:lnTo>
                    <a:pt x="625" y="335"/>
                  </a:lnTo>
                  <a:lnTo>
                    <a:pt x="625" y="333"/>
                  </a:lnTo>
                  <a:lnTo>
                    <a:pt x="627" y="333"/>
                  </a:lnTo>
                  <a:lnTo>
                    <a:pt x="627" y="333"/>
                  </a:lnTo>
                  <a:lnTo>
                    <a:pt x="627" y="330"/>
                  </a:lnTo>
                  <a:lnTo>
                    <a:pt x="625" y="333"/>
                  </a:lnTo>
                  <a:lnTo>
                    <a:pt x="625" y="333"/>
                  </a:lnTo>
                  <a:lnTo>
                    <a:pt x="623" y="335"/>
                  </a:lnTo>
                  <a:lnTo>
                    <a:pt x="623" y="333"/>
                  </a:lnTo>
                  <a:lnTo>
                    <a:pt x="625" y="333"/>
                  </a:lnTo>
                  <a:lnTo>
                    <a:pt x="625" y="330"/>
                  </a:lnTo>
                  <a:lnTo>
                    <a:pt x="625" y="330"/>
                  </a:lnTo>
                  <a:lnTo>
                    <a:pt x="623" y="330"/>
                  </a:lnTo>
                  <a:lnTo>
                    <a:pt x="623" y="330"/>
                  </a:lnTo>
                  <a:lnTo>
                    <a:pt x="621" y="330"/>
                  </a:lnTo>
                  <a:lnTo>
                    <a:pt x="621" y="330"/>
                  </a:lnTo>
                  <a:lnTo>
                    <a:pt x="619" y="328"/>
                  </a:lnTo>
                  <a:lnTo>
                    <a:pt x="616" y="328"/>
                  </a:lnTo>
                  <a:lnTo>
                    <a:pt x="616" y="324"/>
                  </a:lnTo>
                  <a:lnTo>
                    <a:pt x="614" y="322"/>
                  </a:lnTo>
                  <a:lnTo>
                    <a:pt x="612" y="322"/>
                  </a:lnTo>
                  <a:lnTo>
                    <a:pt x="610" y="322"/>
                  </a:lnTo>
                  <a:lnTo>
                    <a:pt x="610" y="322"/>
                  </a:lnTo>
                  <a:lnTo>
                    <a:pt x="610" y="324"/>
                  </a:lnTo>
                  <a:lnTo>
                    <a:pt x="608" y="324"/>
                  </a:lnTo>
                  <a:lnTo>
                    <a:pt x="608" y="326"/>
                  </a:lnTo>
                  <a:lnTo>
                    <a:pt x="608" y="326"/>
                  </a:lnTo>
                  <a:lnTo>
                    <a:pt x="608" y="328"/>
                  </a:lnTo>
                  <a:lnTo>
                    <a:pt x="608" y="328"/>
                  </a:lnTo>
                  <a:lnTo>
                    <a:pt x="608" y="330"/>
                  </a:lnTo>
                  <a:lnTo>
                    <a:pt x="605" y="330"/>
                  </a:lnTo>
                  <a:lnTo>
                    <a:pt x="601" y="330"/>
                  </a:lnTo>
                  <a:lnTo>
                    <a:pt x="599" y="330"/>
                  </a:lnTo>
                  <a:lnTo>
                    <a:pt x="599" y="330"/>
                  </a:lnTo>
                  <a:lnTo>
                    <a:pt x="599" y="333"/>
                  </a:lnTo>
                  <a:lnTo>
                    <a:pt x="599" y="333"/>
                  </a:lnTo>
                  <a:lnTo>
                    <a:pt x="599" y="333"/>
                  </a:lnTo>
                  <a:lnTo>
                    <a:pt x="596" y="333"/>
                  </a:lnTo>
                  <a:lnTo>
                    <a:pt x="596" y="330"/>
                  </a:lnTo>
                  <a:lnTo>
                    <a:pt x="596" y="328"/>
                  </a:lnTo>
                  <a:lnTo>
                    <a:pt x="594" y="328"/>
                  </a:lnTo>
                  <a:lnTo>
                    <a:pt x="594" y="328"/>
                  </a:lnTo>
                  <a:lnTo>
                    <a:pt x="594" y="326"/>
                  </a:lnTo>
                  <a:lnTo>
                    <a:pt x="594" y="326"/>
                  </a:lnTo>
                  <a:lnTo>
                    <a:pt x="594" y="326"/>
                  </a:lnTo>
                  <a:lnTo>
                    <a:pt x="596" y="326"/>
                  </a:lnTo>
                  <a:lnTo>
                    <a:pt x="596" y="328"/>
                  </a:lnTo>
                  <a:lnTo>
                    <a:pt x="599" y="328"/>
                  </a:lnTo>
                  <a:lnTo>
                    <a:pt x="601" y="328"/>
                  </a:lnTo>
                  <a:lnTo>
                    <a:pt x="603" y="328"/>
                  </a:lnTo>
                  <a:lnTo>
                    <a:pt x="603" y="326"/>
                  </a:lnTo>
                  <a:lnTo>
                    <a:pt x="603" y="324"/>
                  </a:lnTo>
                  <a:lnTo>
                    <a:pt x="605" y="324"/>
                  </a:lnTo>
                  <a:lnTo>
                    <a:pt x="605" y="324"/>
                  </a:lnTo>
                  <a:lnTo>
                    <a:pt x="608" y="322"/>
                  </a:lnTo>
                  <a:lnTo>
                    <a:pt x="605" y="319"/>
                  </a:lnTo>
                  <a:lnTo>
                    <a:pt x="605" y="319"/>
                  </a:lnTo>
                  <a:lnTo>
                    <a:pt x="605" y="317"/>
                  </a:lnTo>
                  <a:lnTo>
                    <a:pt x="608" y="319"/>
                  </a:lnTo>
                  <a:lnTo>
                    <a:pt x="610" y="319"/>
                  </a:lnTo>
                  <a:lnTo>
                    <a:pt x="612" y="317"/>
                  </a:lnTo>
                  <a:lnTo>
                    <a:pt x="610" y="315"/>
                  </a:lnTo>
                  <a:lnTo>
                    <a:pt x="610" y="313"/>
                  </a:lnTo>
                  <a:lnTo>
                    <a:pt x="610" y="308"/>
                  </a:lnTo>
                  <a:lnTo>
                    <a:pt x="608" y="308"/>
                  </a:lnTo>
                  <a:lnTo>
                    <a:pt x="603" y="304"/>
                  </a:lnTo>
                  <a:lnTo>
                    <a:pt x="603" y="302"/>
                  </a:lnTo>
                  <a:lnTo>
                    <a:pt x="601" y="299"/>
                  </a:lnTo>
                  <a:lnTo>
                    <a:pt x="599" y="297"/>
                  </a:lnTo>
                  <a:lnTo>
                    <a:pt x="599" y="295"/>
                  </a:lnTo>
                  <a:lnTo>
                    <a:pt x="599" y="293"/>
                  </a:lnTo>
                  <a:lnTo>
                    <a:pt x="599" y="293"/>
                  </a:lnTo>
                  <a:lnTo>
                    <a:pt x="601" y="293"/>
                  </a:lnTo>
                  <a:lnTo>
                    <a:pt x="599" y="290"/>
                  </a:lnTo>
                  <a:lnTo>
                    <a:pt x="599" y="290"/>
                  </a:lnTo>
                  <a:lnTo>
                    <a:pt x="599" y="290"/>
                  </a:lnTo>
                  <a:lnTo>
                    <a:pt x="599" y="290"/>
                  </a:lnTo>
                  <a:lnTo>
                    <a:pt x="599" y="286"/>
                  </a:lnTo>
                  <a:lnTo>
                    <a:pt x="599" y="282"/>
                  </a:lnTo>
                  <a:lnTo>
                    <a:pt x="599" y="279"/>
                  </a:lnTo>
                  <a:lnTo>
                    <a:pt x="599" y="279"/>
                  </a:lnTo>
                  <a:lnTo>
                    <a:pt x="596" y="277"/>
                  </a:lnTo>
                  <a:lnTo>
                    <a:pt x="590" y="273"/>
                  </a:lnTo>
                  <a:lnTo>
                    <a:pt x="592" y="273"/>
                  </a:lnTo>
                  <a:lnTo>
                    <a:pt x="592" y="273"/>
                  </a:lnTo>
                  <a:lnTo>
                    <a:pt x="592" y="271"/>
                  </a:lnTo>
                  <a:lnTo>
                    <a:pt x="594" y="271"/>
                  </a:lnTo>
                  <a:lnTo>
                    <a:pt x="594" y="268"/>
                  </a:lnTo>
                  <a:lnTo>
                    <a:pt x="596" y="268"/>
                  </a:lnTo>
                  <a:lnTo>
                    <a:pt x="596" y="268"/>
                  </a:lnTo>
                  <a:lnTo>
                    <a:pt x="599" y="266"/>
                  </a:lnTo>
                  <a:lnTo>
                    <a:pt x="599" y="266"/>
                  </a:lnTo>
                  <a:lnTo>
                    <a:pt x="599" y="266"/>
                  </a:lnTo>
                  <a:lnTo>
                    <a:pt x="599" y="262"/>
                  </a:lnTo>
                  <a:lnTo>
                    <a:pt x="599" y="259"/>
                  </a:lnTo>
                  <a:lnTo>
                    <a:pt x="599" y="257"/>
                  </a:lnTo>
                  <a:lnTo>
                    <a:pt x="599" y="257"/>
                  </a:lnTo>
                  <a:lnTo>
                    <a:pt x="596" y="257"/>
                  </a:lnTo>
                  <a:lnTo>
                    <a:pt x="596" y="257"/>
                  </a:lnTo>
                  <a:lnTo>
                    <a:pt x="594" y="257"/>
                  </a:lnTo>
                  <a:lnTo>
                    <a:pt x="590" y="255"/>
                  </a:lnTo>
                  <a:lnTo>
                    <a:pt x="590" y="255"/>
                  </a:lnTo>
                  <a:lnTo>
                    <a:pt x="590" y="257"/>
                  </a:lnTo>
                  <a:lnTo>
                    <a:pt x="590" y="257"/>
                  </a:lnTo>
                  <a:lnTo>
                    <a:pt x="590" y="259"/>
                  </a:lnTo>
                  <a:lnTo>
                    <a:pt x="590" y="259"/>
                  </a:lnTo>
                  <a:lnTo>
                    <a:pt x="590" y="259"/>
                  </a:lnTo>
                  <a:lnTo>
                    <a:pt x="588" y="259"/>
                  </a:lnTo>
                  <a:lnTo>
                    <a:pt x="588" y="257"/>
                  </a:lnTo>
                  <a:lnTo>
                    <a:pt x="585" y="257"/>
                  </a:lnTo>
                  <a:lnTo>
                    <a:pt x="585" y="257"/>
                  </a:lnTo>
                  <a:lnTo>
                    <a:pt x="585" y="259"/>
                  </a:lnTo>
                  <a:lnTo>
                    <a:pt x="585" y="262"/>
                  </a:lnTo>
                  <a:lnTo>
                    <a:pt x="585" y="262"/>
                  </a:lnTo>
                  <a:lnTo>
                    <a:pt x="585" y="264"/>
                  </a:lnTo>
                  <a:lnTo>
                    <a:pt x="583" y="266"/>
                  </a:lnTo>
                  <a:lnTo>
                    <a:pt x="574" y="271"/>
                  </a:lnTo>
                  <a:lnTo>
                    <a:pt x="572" y="271"/>
                  </a:lnTo>
                  <a:lnTo>
                    <a:pt x="570" y="273"/>
                  </a:lnTo>
                  <a:lnTo>
                    <a:pt x="570" y="275"/>
                  </a:lnTo>
                  <a:lnTo>
                    <a:pt x="568" y="277"/>
                  </a:lnTo>
                  <a:lnTo>
                    <a:pt x="565" y="279"/>
                  </a:lnTo>
                  <a:lnTo>
                    <a:pt x="565" y="279"/>
                  </a:lnTo>
                  <a:lnTo>
                    <a:pt x="563" y="282"/>
                  </a:lnTo>
                  <a:lnTo>
                    <a:pt x="561" y="282"/>
                  </a:lnTo>
                  <a:lnTo>
                    <a:pt x="561" y="282"/>
                  </a:lnTo>
                  <a:lnTo>
                    <a:pt x="561" y="282"/>
                  </a:lnTo>
                  <a:lnTo>
                    <a:pt x="561" y="282"/>
                  </a:lnTo>
                  <a:lnTo>
                    <a:pt x="561" y="279"/>
                  </a:lnTo>
                  <a:lnTo>
                    <a:pt x="561" y="279"/>
                  </a:lnTo>
                  <a:lnTo>
                    <a:pt x="561" y="279"/>
                  </a:lnTo>
                  <a:lnTo>
                    <a:pt x="559" y="279"/>
                  </a:lnTo>
                  <a:lnTo>
                    <a:pt x="557" y="282"/>
                  </a:lnTo>
                  <a:lnTo>
                    <a:pt x="557" y="282"/>
                  </a:lnTo>
                  <a:lnTo>
                    <a:pt x="554" y="284"/>
                  </a:lnTo>
                  <a:lnTo>
                    <a:pt x="554" y="286"/>
                  </a:lnTo>
                  <a:lnTo>
                    <a:pt x="552" y="286"/>
                  </a:lnTo>
                  <a:lnTo>
                    <a:pt x="550" y="288"/>
                  </a:lnTo>
                  <a:lnTo>
                    <a:pt x="545" y="290"/>
                  </a:lnTo>
                  <a:lnTo>
                    <a:pt x="543" y="290"/>
                  </a:lnTo>
                  <a:lnTo>
                    <a:pt x="541" y="290"/>
                  </a:lnTo>
                  <a:lnTo>
                    <a:pt x="537" y="293"/>
                  </a:lnTo>
                  <a:lnTo>
                    <a:pt x="519" y="304"/>
                  </a:lnTo>
                  <a:lnTo>
                    <a:pt x="514" y="306"/>
                  </a:lnTo>
                  <a:lnTo>
                    <a:pt x="512" y="306"/>
                  </a:lnTo>
                  <a:lnTo>
                    <a:pt x="510" y="308"/>
                  </a:lnTo>
                  <a:lnTo>
                    <a:pt x="510" y="306"/>
                  </a:lnTo>
                  <a:lnTo>
                    <a:pt x="508" y="306"/>
                  </a:lnTo>
                  <a:lnTo>
                    <a:pt x="508" y="308"/>
                  </a:lnTo>
                  <a:lnTo>
                    <a:pt x="508" y="308"/>
                  </a:lnTo>
                  <a:lnTo>
                    <a:pt x="506" y="308"/>
                  </a:lnTo>
                  <a:lnTo>
                    <a:pt x="503" y="308"/>
                  </a:lnTo>
                  <a:lnTo>
                    <a:pt x="501" y="308"/>
                  </a:lnTo>
                  <a:lnTo>
                    <a:pt x="501" y="308"/>
                  </a:lnTo>
                  <a:lnTo>
                    <a:pt x="497" y="313"/>
                  </a:lnTo>
                  <a:lnTo>
                    <a:pt x="497" y="313"/>
                  </a:lnTo>
                  <a:lnTo>
                    <a:pt x="497" y="313"/>
                  </a:lnTo>
                  <a:lnTo>
                    <a:pt x="497" y="313"/>
                  </a:lnTo>
                  <a:lnTo>
                    <a:pt x="497" y="313"/>
                  </a:lnTo>
                  <a:lnTo>
                    <a:pt x="497" y="313"/>
                  </a:lnTo>
                  <a:lnTo>
                    <a:pt x="495" y="315"/>
                  </a:lnTo>
                  <a:lnTo>
                    <a:pt x="492" y="313"/>
                  </a:lnTo>
                  <a:lnTo>
                    <a:pt x="492" y="313"/>
                  </a:lnTo>
                  <a:lnTo>
                    <a:pt x="492" y="310"/>
                  </a:lnTo>
                  <a:lnTo>
                    <a:pt x="495" y="310"/>
                  </a:lnTo>
                  <a:lnTo>
                    <a:pt x="495" y="308"/>
                  </a:lnTo>
                  <a:lnTo>
                    <a:pt x="495" y="308"/>
                  </a:lnTo>
                  <a:lnTo>
                    <a:pt x="495" y="306"/>
                  </a:lnTo>
                  <a:lnTo>
                    <a:pt x="495" y="306"/>
                  </a:lnTo>
                  <a:lnTo>
                    <a:pt x="495" y="306"/>
                  </a:lnTo>
                  <a:lnTo>
                    <a:pt x="495" y="304"/>
                  </a:lnTo>
                  <a:lnTo>
                    <a:pt x="495" y="302"/>
                  </a:lnTo>
                  <a:lnTo>
                    <a:pt x="492" y="302"/>
                  </a:lnTo>
                  <a:lnTo>
                    <a:pt x="492" y="302"/>
                  </a:lnTo>
                  <a:lnTo>
                    <a:pt x="490" y="302"/>
                  </a:lnTo>
                  <a:lnTo>
                    <a:pt x="488" y="302"/>
                  </a:lnTo>
                  <a:lnTo>
                    <a:pt x="488" y="304"/>
                  </a:lnTo>
                  <a:lnTo>
                    <a:pt x="481" y="304"/>
                  </a:lnTo>
                  <a:lnTo>
                    <a:pt x="468" y="304"/>
                  </a:lnTo>
                  <a:lnTo>
                    <a:pt x="463" y="306"/>
                  </a:lnTo>
                  <a:lnTo>
                    <a:pt x="461" y="306"/>
                  </a:lnTo>
                  <a:lnTo>
                    <a:pt x="461" y="306"/>
                  </a:lnTo>
                  <a:lnTo>
                    <a:pt x="461" y="306"/>
                  </a:lnTo>
                  <a:lnTo>
                    <a:pt x="459" y="306"/>
                  </a:lnTo>
                  <a:lnTo>
                    <a:pt x="459" y="306"/>
                  </a:lnTo>
                  <a:lnTo>
                    <a:pt x="459" y="304"/>
                  </a:lnTo>
                  <a:lnTo>
                    <a:pt x="459" y="304"/>
                  </a:lnTo>
                  <a:lnTo>
                    <a:pt x="461" y="304"/>
                  </a:lnTo>
                  <a:lnTo>
                    <a:pt x="461" y="304"/>
                  </a:lnTo>
                  <a:lnTo>
                    <a:pt x="461" y="302"/>
                  </a:lnTo>
                  <a:lnTo>
                    <a:pt x="466" y="302"/>
                  </a:lnTo>
                  <a:lnTo>
                    <a:pt x="470" y="302"/>
                  </a:lnTo>
                  <a:lnTo>
                    <a:pt x="470" y="302"/>
                  </a:lnTo>
                  <a:lnTo>
                    <a:pt x="477" y="297"/>
                  </a:lnTo>
                  <a:lnTo>
                    <a:pt x="479" y="297"/>
                  </a:lnTo>
                  <a:lnTo>
                    <a:pt x="479" y="297"/>
                  </a:lnTo>
                  <a:lnTo>
                    <a:pt x="479" y="295"/>
                  </a:lnTo>
                  <a:lnTo>
                    <a:pt x="481" y="295"/>
                  </a:lnTo>
                  <a:lnTo>
                    <a:pt x="483" y="293"/>
                  </a:lnTo>
                  <a:lnTo>
                    <a:pt x="488" y="293"/>
                  </a:lnTo>
                  <a:lnTo>
                    <a:pt x="490" y="290"/>
                  </a:lnTo>
                  <a:lnTo>
                    <a:pt x="490" y="290"/>
                  </a:lnTo>
                  <a:lnTo>
                    <a:pt x="492" y="290"/>
                  </a:lnTo>
                  <a:lnTo>
                    <a:pt x="495" y="288"/>
                  </a:lnTo>
                  <a:lnTo>
                    <a:pt x="495" y="288"/>
                  </a:lnTo>
                  <a:lnTo>
                    <a:pt x="497" y="288"/>
                  </a:lnTo>
                  <a:lnTo>
                    <a:pt x="497" y="288"/>
                  </a:lnTo>
                  <a:lnTo>
                    <a:pt x="499" y="288"/>
                  </a:lnTo>
                  <a:lnTo>
                    <a:pt x="499" y="290"/>
                  </a:lnTo>
                  <a:lnTo>
                    <a:pt x="501" y="290"/>
                  </a:lnTo>
                  <a:lnTo>
                    <a:pt x="506" y="293"/>
                  </a:lnTo>
                  <a:lnTo>
                    <a:pt x="508" y="293"/>
                  </a:lnTo>
                  <a:lnTo>
                    <a:pt x="512" y="293"/>
                  </a:lnTo>
                  <a:lnTo>
                    <a:pt x="512" y="293"/>
                  </a:lnTo>
                  <a:lnTo>
                    <a:pt x="514" y="288"/>
                  </a:lnTo>
                  <a:lnTo>
                    <a:pt x="517" y="288"/>
                  </a:lnTo>
                  <a:lnTo>
                    <a:pt x="519" y="286"/>
                  </a:lnTo>
                  <a:lnTo>
                    <a:pt x="519" y="286"/>
                  </a:lnTo>
                  <a:lnTo>
                    <a:pt x="517" y="279"/>
                  </a:lnTo>
                  <a:lnTo>
                    <a:pt x="517" y="275"/>
                  </a:lnTo>
                  <a:lnTo>
                    <a:pt x="519" y="275"/>
                  </a:lnTo>
                  <a:lnTo>
                    <a:pt x="519" y="275"/>
                  </a:lnTo>
                  <a:lnTo>
                    <a:pt x="519" y="275"/>
                  </a:lnTo>
                  <a:lnTo>
                    <a:pt x="517" y="273"/>
                  </a:lnTo>
                  <a:lnTo>
                    <a:pt x="517" y="273"/>
                  </a:lnTo>
                  <a:lnTo>
                    <a:pt x="517" y="273"/>
                  </a:lnTo>
                  <a:lnTo>
                    <a:pt x="517" y="273"/>
                  </a:lnTo>
                  <a:lnTo>
                    <a:pt x="517" y="275"/>
                  </a:lnTo>
                  <a:lnTo>
                    <a:pt x="517" y="275"/>
                  </a:lnTo>
                  <a:lnTo>
                    <a:pt x="514" y="275"/>
                  </a:lnTo>
                  <a:lnTo>
                    <a:pt x="514" y="273"/>
                  </a:lnTo>
                  <a:lnTo>
                    <a:pt x="514" y="273"/>
                  </a:lnTo>
                  <a:lnTo>
                    <a:pt x="514" y="273"/>
                  </a:lnTo>
                  <a:lnTo>
                    <a:pt x="512" y="273"/>
                  </a:lnTo>
                  <a:lnTo>
                    <a:pt x="512" y="275"/>
                  </a:lnTo>
                  <a:lnTo>
                    <a:pt x="512" y="275"/>
                  </a:lnTo>
                  <a:lnTo>
                    <a:pt x="512" y="275"/>
                  </a:lnTo>
                  <a:lnTo>
                    <a:pt x="512" y="275"/>
                  </a:lnTo>
                  <a:lnTo>
                    <a:pt x="512" y="275"/>
                  </a:lnTo>
                  <a:lnTo>
                    <a:pt x="512" y="275"/>
                  </a:lnTo>
                  <a:lnTo>
                    <a:pt x="510" y="275"/>
                  </a:lnTo>
                  <a:lnTo>
                    <a:pt x="510" y="275"/>
                  </a:lnTo>
                  <a:lnTo>
                    <a:pt x="510" y="275"/>
                  </a:lnTo>
                  <a:lnTo>
                    <a:pt x="510" y="275"/>
                  </a:lnTo>
                  <a:lnTo>
                    <a:pt x="510" y="275"/>
                  </a:lnTo>
                  <a:lnTo>
                    <a:pt x="508" y="275"/>
                  </a:lnTo>
                  <a:lnTo>
                    <a:pt x="508" y="275"/>
                  </a:lnTo>
                  <a:lnTo>
                    <a:pt x="508" y="275"/>
                  </a:lnTo>
                  <a:lnTo>
                    <a:pt x="508" y="277"/>
                  </a:lnTo>
                  <a:lnTo>
                    <a:pt x="508" y="277"/>
                  </a:lnTo>
                  <a:lnTo>
                    <a:pt x="508" y="277"/>
                  </a:lnTo>
                  <a:lnTo>
                    <a:pt x="508" y="277"/>
                  </a:lnTo>
                  <a:lnTo>
                    <a:pt x="508" y="279"/>
                  </a:lnTo>
                  <a:lnTo>
                    <a:pt x="508" y="279"/>
                  </a:lnTo>
                  <a:lnTo>
                    <a:pt x="508" y="279"/>
                  </a:lnTo>
                  <a:lnTo>
                    <a:pt x="506" y="279"/>
                  </a:lnTo>
                  <a:lnTo>
                    <a:pt x="506" y="277"/>
                  </a:lnTo>
                  <a:lnTo>
                    <a:pt x="506" y="275"/>
                  </a:lnTo>
                  <a:lnTo>
                    <a:pt x="506" y="275"/>
                  </a:lnTo>
                  <a:lnTo>
                    <a:pt x="503" y="275"/>
                  </a:lnTo>
                  <a:lnTo>
                    <a:pt x="503" y="275"/>
                  </a:lnTo>
                  <a:lnTo>
                    <a:pt x="503" y="275"/>
                  </a:lnTo>
                  <a:lnTo>
                    <a:pt x="503" y="273"/>
                  </a:lnTo>
                  <a:lnTo>
                    <a:pt x="495" y="273"/>
                  </a:lnTo>
                  <a:lnTo>
                    <a:pt x="495" y="273"/>
                  </a:lnTo>
                  <a:lnTo>
                    <a:pt x="492" y="273"/>
                  </a:lnTo>
                  <a:lnTo>
                    <a:pt x="492" y="273"/>
                  </a:lnTo>
                  <a:lnTo>
                    <a:pt x="492" y="273"/>
                  </a:lnTo>
                  <a:lnTo>
                    <a:pt x="490" y="271"/>
                  </a:lnTo>
                  <a:lnTo>
                    <a:pt x="488" y="268"/>
                  </a:lnTo>
                  <a:lnTo>
                    <a:pt x="488" y="268"/>
                  </a:lnTo>
                  <a:lnTo>
                    <a:pt x="488" y="268"/>
                  </a:lnTo>
                  <a:lnTo>
                    <a:pt x="486" y="268"/>
                  </a:lnTo>
                  <a:lnTo>
                    <a:pt x="486" y="268"/>
                  </a:lnTo>
                  <a:lnTo>
                    <a:pt x="486" y="268"/>
                  </a:lnTo>
                  <a:lnTo>
                    <a:pt x="486" y="266"/>
                  </a:lnTo>
                  <a:lnTo>
                    <a:pt x="486" y="264"/>
                  </a:lnTo>
                  <a:lnTo>
                    <a:pt x="486" y="264"/>
                  </a:lnTo>
                  <a:lnTo>
                    <a:pt x="483" y="264"/>
                  </a:lnTo>
                  <a:lnTo>
                    <a:pt x="483" y="262"/>
                  </a:lnTo>
                  <a:lnTo>
                    <a:pt x="483" y="259"/>
                  </a:lnTo>
                  <a:lnTo>
                    <a:pt x="483" y="259"/>
                  </a:lnTo>
                  <a:lnTo>
                    <a:pt x="483" y="259"/>
                  </a:lnTo>
                  <a:lnTo>
                    <a:pt x="486" y="257"/>
                  </a:lnTo>
                  <a:lnTo>
                    <a:pt x="486" y="257"/>
                  </a:lnTo>
                  <a:lnTo>
                    <a:pt x="486" y="257"/>
                  </a:lnTo>
                  <a:lnTo>
                    <a:pt x="486" y="257"/>
                  </a:lnTo>
                  <a:lnTo>
                    <a:pt x="486" y="257"/>
                  </a:lnTo>
                  <a:lnTo>
                    <a:pt x="486" y="255"/>
                  </a:lnTo>
                  <a:lnTo>
                    <a:pt x="483" y="255"/>
                  </a:lnTo>
                  <a:lnTo>
                    <a:pt x="483" y="255"/>
                  </a:lnTo>
                  <a:lnTo>
                    <a:pt x="483" y="253"/>
                  </a:lnTo>
                  <a:lnTo>
                    <a:pt x="483" y="253"/>
                  </a:lnTo>
                  <a:lnTo>
                    <a:pt x="481" y="253"/>
                  </a:lnTo>
                  <a:lnTo>
                    <a:pt x="481" y="253"/>
                  </a:lnTo>
                  <a:lnTo>
                    <a:pt x="481" y="253"/>
                  </a:lnTo>
                  <a:lnTo>
                    <a:pt x="481" y="253"/>
                  </a:lnTo>
                  <a:lnTo>
                    <a:pt x="481" y="253"/>
                  </a:lnTo>
                  <a:lnTo>
                    <a:pt x="479" y="253"/>
                  </a:lnTo>
                  <a:lnTo>
                    <a:pt x="475" y="255"/>
                  </a:lnTo>
                  <a:lnTo>
                    <a:pt x="475" y="255"/>
                  </a:lnTo>
                  <a:lnTo>
                    <a:pt x="475" y="255"/>
                  </a:lnTo>
                  <a:lnTo>
                    <a:pt x="475" y="255"/>
                  </a:lnTo>
                  <a:lnTo>
                    <a:pt x="475" y="253"/>
                  </a:lnTo>
                  <a:lnTo>
                    <a:pt x="475" y="253"/>
                  </a:lnTo>
                  <a:lnTo>
                    <a:pt x="475" y="253"/>
                  </a:lnTo>
                  <a:lnTo>
                    <a:pt x="475" y="253"/>
                  </a:lnTo>
                  <a:lnTo>
                    <a:pt x="475" y="251"/>
                  </a:lnTo>
                  <a:lnTo>
                    <a:pt x="475" y="251"/>
                  </a:lnTo>
                  <a:lnTo>
                    <a:pt x="475" y="251"/>
                  </a:lnTo>
                  <a:lnTo>
                    <a:pt x="475" y="251"/>
                  </a:lnTo>
                  <a:lnTo>
                    <a:pt x="475" y="251"/>
                  </a:lnTo>
                  <a:lnTo>
                    <a:pt x="475" y="248"/>
                  </a:lnTo>
                  <a:lnTo>
                    <a:pt x="475" y="248"/>
                  </a:lnTo>
                  <a:lnTo>
                    <a:pt x="475" y="248"/>
                  </a:lnTo>
                  <a:lnTo>
                    <a:pt x="475" y="248"/>
                  </a:lnTo>
                  <a:lnTo>
                    <a:pt x="475" y="246"/>
                  </a:lnTo>
                  <a:lnTo>
                    <a:pt x="475" y="246"/>
                  </a:lnTo>
                  <a:lnTo>
                    <a:pt x="475" y="244"/>
                  </a:lnTo>
                  <a:lnTo>
                    <a:pt x="475" y="244"/>
                  </a:lnTo>
                  <a:lnTo>
                    <a:pt x="475" y="244"/>
                  </a:lnTo>
                  <a:lnTo>
                    <a:pt x="475" y="244"/>
                  </a:lnTo>
                  <a:lnTo>
                    <a:pt x="475" y="242"/>
                  </a:lnTo>
                  <a:lnTo>
                    <a:pt x="475" y="240"/>
                  </a:lnTo>
                  <a:lnTo>
                    <a:pt x="475" y="237"/>
                  </a:lnTo>
                  <a:lnTo>
                    <a:pt x="472" y="237"/>
                  </a:lnTo>
                  <a:lnTo>
                    <a:pt x="472" y="237"/>
                  </a:lnTo>
                  <a:lnTo>
                    <a:pt x="472" y="235"/>
                  </a:lnTo>
                  <a:lnTo>
                    <a:pt x="472" y="235"/>
                  </a:lnTo>
                  <a:lnTo>
                    <a:pt x="470" y="235"/>
                  </a:lnTo>
                  <a:lnTo>
                    <a:pt x="470" y="235"/>
                  </a:lnTo>
                  <a:lnTo>
                    <a:pt x="468" y="235"/>
                  </a:lnTo>
                  <a:lnTo>
                    <a:pt x="468" y="235"/>
                  </a:lnTo>
                  <a:lnTo>
                    <a:pt x="468" y="235"/>
                  </a:lnTo>
                  <a:lnTo>
                    <a:pt x="468" y="235"/>
                  </a:lnTo>
                  <a:lnTo>
                    <a:pt x="468" y="233"/>
                  </a:lnTo>
                  <a:lnTo>
                    <a:pt x="468" y="233"/>
                  </a:lnTo>
                  <a:lnTo>
                    <a:pt x="466" y="231"/>
                  </a:lnTo>
                  <a:lnTo>
                    <a:pt x="466" y="231"/>
                  </a:lnTo>
                  <a:lnTo>
                    <a:pt x="466" y="228"/>
                  </a:lnTo>
                  <a:lnTo>
                    <a:pt x="466" y="228"/>
                  </a:lnTo>
                  <a:lnTo>
                    <a:pt x="466" y="226"/>
                  </a:lnTo>
                  <a:lnTo>
                    <a:pt x="466" y="226"/>
                  </a:lnTo>
                  <a:lnTo>
                    <a:pt x="466" y="224"/>
                  </a:lnTo>
                  <a:lnTo>
                    <a:pt x="466" y="220"/>
                  </a:lnTo>
                  <a:lnTo>
                    <a:pt x="466" y="217"/>
                  </a:lnTo>
                  <a:lnTo>
                    <a:pt x="466" y="217"/>
                  </a:lnTo>
                  <a:lnTo>
                    <a:pt x="463" y="215"/>
                  </a:lnTo>
                  <a:lnTo>
                    <a:pt x="461" y="215"/>
                  </a:lnTo>
                  <a:lnTo>
                    <a:pt x="461" y="215"/>
                  </a:lnTo>
                  <a:lnTo>
                    <a:pt x="461" y="213"/>
                  </a:lnTo>
                  <a:lnTo>
                    <a:pt x="461" y="213"/>
                  </a:lnTo>
                  <a:lnTo>
                    <a:pt x="455" y="206"/>
                  </a:lnTo>
                  <a:lnTo>
                    <a:pt x="455" y="204"/>
                  </a:lnTo>
                  <a:lnTo>
                    <a:pt x="455" y="204"/>
                  </a:lnTo>
                  <a:lnTo>
                    <a:pt x="455" y="204"/>
                  </a:lnTo>
                  <a:lnTo>
                    <a:pt x="452" y="204"/>
                  </a:lnTo>
                  <a:lnTo>
                    <a:pt x="452" y="204"/>
                  </a:lnTo>
                  <a:lnTo>
                    <a:pt x="452" y="202"/>
                  </a:lnTo>
                  <a:lnTo>
                    <a:pt x="452" y="202"/>
                  </a:lnTo>
                  <a:lnTo>
                    <a:pt x="448" y="204"/>
                  </a:lnTo>
                  <a:lnTo>
                    <a:pt x="448" y="204"/>
                  </a:lnTo>
                  <a:lnTo>
                    <a:pt x="448" y="204"/>
                  </a:lnTo>
                  <a:lnTo>
                    <a:pt x="448" y="204"/>
                  </a:lnTo>
                  <a:lnTo>
                    <a:pt x="448" y="204"/>
                  </a:lnTo>
                  <a:lnTo>
                    <a:pt x="446" y="204"/>
                  </a:lnTo>
                  <a:lnTo>
                    <a:pt x="446" y="204"/>
                  </a:lnTo>
                  <a:lnTo>
                    <a:pt x="444" y="202"/>
                  </a:lnTo>
                  <a:lnTo>
                    <a:pt x="441" y="191"/>
                  </a:lnTo>
                  <a:lnTo>
                    <a:pt x="439" y="191"/>
                  </a:lnTo>
                  <a:lnTo>
                    <a:pt x="437" y="186"/>
                  </a:lnTo>
                  <a:lnTo>
                    <a:pt x="437" y="186"/>
                  </a:lnTo>
                  <a:lnTo>
                    <a:pt x="437" y="186"/>
                  </a:lnTo>
                  <a:lnTo>
                    <a:pt x="439" y="182"/>
                  </a:lnTo>
                  <a:lnTo>
                    <a:pt x="439" y="182"/>
                  </a:lnTo>
                  <a:lnTo>
                    <a:pt x="439" y="180"/>
                  </a:lnTo>
                  <a:lnTo>
                    <a:pt x="439" y="180"/>
                  </a:lnTo>
                  <a:lnTo>
                    <a:pt x="437" y="177"/>
                  </a:lnTo>
                  <a:lnTo>
                    <a:pt x="437" y="175"/>
                  </a:lnTo>
                  <a:lnTo>
                    <a:pt x="437" y="173"/>
                  </a:lnTo>
                  <a:lnTo>
                    <a:pt x="435" y="173"/>
                  </a:lnTo>
                  <a:lnTo>
                    <a:pt x="435" y="171"/>
                  </a:lnTo>
                  <a:lnTo>
                    <a:pt x="435" y="171"/>
                  </a:lnTo>
                  <a:lnTo>
                    <a:pt x="435" y="171"/>
                  </a:lnTo>
                  <a:lnTo>
                    <a:pt x="432" y="169"/>
                  </a:lnTo>
                  <a:lnTo>
                    <a:pt x="432" y="169"/>
                  </a:lnTo>
                  <a:lnTo>
                    <a:pt x="432" y="169"/>
                  </a:lnTo>
                  <a:lnTo>
                    <a:pt x="430" y="162"/>
                  </a:lnTo>
                  <a:lnTo>
                    <a:pt x="428" y="160"/>
                  </a:lnTo>
                  <a:lnTo>
                    <a:pt x="430" y="158"/>
                  </a:lnTo>
                  <a:lnTo>
                    <a:pt x="428" y="155"/>
                  </a:lnTo>
                  <a:lnTo>
                    <a:pt x="428" y="153"/>
                  </a:lnTo>
                  <a:lnTo>
                    <a:pt x="428" y="153"/>
                  </a:lnTo>
                  <a:lnTo>
                    <a:pt x="428" y="151"/>
                  </a:lnTo>
                  <a:lnTo>
                    <a:pt x="428" y="151"/>
                  </a:lnTo>
                  <a:lnTo>
                    <a:pt x="428" y="151"/>
                  </a:lnTo>
                  <a:lnTo>
                    <a:pt x="428" y="149"/>
                  </a:lnTo>
                  <a:lnTo>
                    <a:pt x="428" y="149"/>
                  </a:lnTo>
                  <a:lnTo>
                    <a:pt x="428" y="146"/>
                  </a:lnTo>
                  <a:lnTo>
                    <a:pt x="430" y="144"/>
                  </a:lnTo>
                  <a:lnTo>
                    <a:pt x="430" y="140"/>
                  </a:lnTo>
                  <a:lnTo>
                    <a:pt x="430" y="140"/>
                  </a:lnTo>
                  <a:lnTo>
                    <a:pt x="430" y="138"/>
                  </a:lnTo>
                  <a:lnTo>
                    <a:pt x="430" y="135"/>
                  </a:lnTo>
                  <a:lnTo>
                    <a:pt x="430" y="135"/>
                  </a:lnTo>
                  <a:lnTo>
                    <a:pt x="430" y="135"/>
                  </a:lnTo>
                  <a:lnTo>
                    <a:pt x="430" y="135"/>
                  </a:lnTo>
                  <a:lnTo>
                    <a:pt x="428" y="135"/>
                  </a:lnTo>
                  <a:lnTo>
                    <a:pt x="421" y="133"/>
                  </a:lnTo>
                  <a:lnTo>
                    <a:pt x="419" y="133"/>
                  </a:lnTo>
                  <a:lnTo>
                    <a:pt x="417" y="133"/>
                  </a:lnTo>
                  <a:lnTo>
                    <a:pt x="417" y="131"/>
                  </a:lnTo>
                  <a:lnTo>
                    <a:pt x="415" y="131"/>
                  </a:lnTo>
                  <a:lnTo>
                    <a:pt x="415" y="129"/>
                  </a:lnTo>
                  <a:lnTo>
                    <a:pt x="415" y="126"/>
                  </a:lnTo>
                  <a:lnTo>
                    <a:pt x="413" y="126"/>
                  </a:lnTo>
                  <a:lnTo>
                    <a:pt x="413" y="124"/>
                  </a:lnTo>
                  <a:lnTo>
                    <a:pt x="413" y="124"/>
                  </a:lnTo>
                  <a:lnTo>
                    <a:pt x="410" y="122"/>
                  </a:lnTo>
                  <a:lnTo>
                    <a:pt x="408" y="122"/>
                  </a:lnTo>
                  <a:lnTo>
                    <a:pt x="408" y="122"/>
                  </a:lnTo>
                  <a:lnTo>
                    <a:pt x="408" y="120"/>
                  </a:lnTo>
                  <a:lnTo>
                    <a:pt x="408" y="120"/>
                  </a:lnTo>
                  <a:lnTo>
                    <a:pt x="408" y="118"/>
                  </a:lnTo>
                  <a:lnTo>
                    <a:pt x="408" y="118"/>
                  </a:lnTo>
                  <a:lnTo>
                    <a:pt x="406" y="115"/>
                  </a:lnTo>
                  <a:lnTo>
                    <a:pt x="406" y="115"/>
                  </a:lnTo>
                  <a:lnTo>
                    <a:pt x="406" y="115"/>
                  </a:lnTo>
                  <a:lnTo>
                    <a:pt x="406" y="113"/>
                  </a:lnTo>
                  <a:lnTo>
                    <a:pt x="408" y="113"/>
                  </a:lnTo>
                  <a:lnTo>
                    <a:pt x="406" y="113"/>
                  </a:lnTo>
                  <a:lnTo>
                    <a:pt x="406" y="109"/>
                  </a:lnTo>
                  <a:lnTo>
                    <a:pt x="404" y="109"/>
                  </a:lnTo>
                  <a:lnTo>
                    <a:pt x="404" y="107"/>
                  </a:lnTo>
                  <a:lnTo>
                    <a:pt x="404" y="107"/>
                  </a:lnTo>
                  <a:lnTo>
                    <a:pt x="404" y="107"/>
                  </a:lnTo>
                  <a:lnTo>
                    <a:pt x="404" y="104"/>
                  </a:lnTo>
                  <a:lnTo>
                    <a:pt x="404" y="104"/>
                  </a:lnTo>
                  <a:lnTo>
                    <a:pt x="406" y="104"/>
                  </a:lnTo>
                  <a:lnTo>
                    <a:pt x="406" y="104"/>
                  </a:lnTo>
                  <a:lnTo>
                    <a:pt x="406" y="104"/>
                  </a:lnTo>
                  <a:lnTo>
                    <a:pt x="408" y="104"/>
                  </a:lnTo>
                  <a:lnTo>
                    <a:pt x="408" y="104"/>
                  </a:lnTo>
                  <a:lnTo>
                    <a:pt x="408" y="104"/>
                  </a:lnTo>
                  <a:lnTo>
                    <a:pt x="408" y="102"/>
                  </a:lnTo>
                  <a:lnTo>
                    <a:pt x="408" y="102"/>
                  </a:lnTo>
                  <a:lnTo>
                    <a:pt x="408" y="102"/>
                  </a:lnTo>
                  <a:lnTo>
                    <a:pt x="408" y="100"/>
                  </a:lnTo>
                  <a:lnTo>
                    <a:pt x="408" y="100"/>
                  </a:lnTo>
                  <a:lnTo>
                    <a:pt x="408" y="100"/>
                  </a:lnTo>
                  <a:lnTo>
                    <a:pt x="408" y="100"/>
                  </a:lnTo>
                  <a:lnTo>
                    <a:pt x="408" y="98"/>
                  </a:lnTo>
                  <a:lnTo>
                    <a:pt x="406" y="98"/>
                  </a:lnTo>
                  <a:lnTo>
                    <a:pt x="406" y="98"/>
                  </a:lnTo>
                  <a:lnTo>
                    <a:pt x="406" y="98"/>
                  </a:lnTo>
                  <a:lnTo>
                    <a:pt x="406" y="98"/>
                  </a:lnTo>
                  <a:lnTo>
                    <a:pt x="404" y="98"/>
                  </a:lnTo>
                  <a:lnTo>
                    <a:pt x="404" y="98"/>
                  </a:lnTo>
                  <a:lnTo>
                    <a:pt x="399" y="100"/>
                  </a:lnTo>
                  <a:lnTo>
                    <a:pt x="399" y="100"/>
                  </a:lnTo>
                  <a:lnTo>
                    <a:pt x="399" y="100"/>
                  </a:lnTo>
                  <a:lnTo>
                    <a:pt x="399" y="100"/>
                  </a:lnTo>
                  <a:lnTo>
                    <a:pt x="399" y="98"/>
                  </a:lnTo>
                  <a:lnTo>
                    <a:pt x="399" y="98"/>
                  </a:lnTo>
                  <a:lnTo>
                    <a:pt x="399" y="98"/>
                  </a:lnTo>
                  <a:lnTo>
                    <a:pt x="399" y="98"/>
                  </a:lnTo>
                  <a:lnTo>
                    <a:pt x="399" y="98"/>
                  </a:lnTo>
                  <a:lnTo>
                    <a:pt x="399" y="95"/>
                  </a:lnTo>
                  <a:lnTo>
                    <a:pt x="399" y="95"/>
                  </a:lnTo>
                  <a:lnTo>
                    <a:pt x="399" y="95"/>
                  </a:lnTo>
                  <a:lnTo>
                    <a:pt x="397" y="93"/>
                  </a:lnTo>
                  <a:lnTo>
                    <a:pt x="397" y="93"/>
                  </a:lnTo>
                  <a:lnTo>
                    <a:pt x="397" y="93"/>
                  </a:lnTo>
                  <a:lnTo>
                    <a:pt x="397" y="93"/>
                  </a:lnTo>
                  <a:lnTo>
                    <a:pt x="397" y="93"/>
                  </a:lnTo>
                  <a:lnTo>
                    <a:pt x="397" y="93"/>
                  </a:lnTo>
                  <a:lnTo>
                    <a:pt x="399" y="91"/>
                  </a:lnTo>
                  <a:lnTo>
                    <a:pt x="399" y="91"/>
                  </a:lnTo>
                  <a:lnTo>
                    <a:pt x="399" y="91"/>
                  </a:lnTo>
                  <a:lnTo>
                    <a:pt x="399" y="91"/>
                  </a:lnTo>
                  <a:lnTo>
                    <a:pt x="399" y="91"/>
                  </a:lnTo>
                  <a:lnTo>
                    <a:pt x="397" y="91"/>
                  </a:lnTo>
                  <a:lnTo>
                    <a:pt x="397" y="91"/>
                  </a:lnTo>
                  <a:lnTo>
                    <a:pt x="397" y="91"/>
                  </a:lnTo>
                  <a:lnTo>
                    <a:pt x="397" y="91"/>
                  </a:lnTo>
                  <a:lnTo>
                    <a:pt x="395" y="89"/>
                  </a:lnTo>
                  <a:lnTo>
                    <a:pt x="395" y="89"/>
                  </a:lnTo>
                  <a:lnTo>
                    <a:pt x="395" y="89"/>
                  </a:lnTo>
                  <a:lnTo>
                    <a:pt x="395" y="89"/>
                  </a:lnTo>
                  <a:lnTo>
                    <a:pt x="393" y="89"/>
                  </a:lnTo>
                  <a:lnTo>
                    <a:pt x="393" y="89"/>
                  </a:lnTo>
                  <a:lnTo>
                    <a:pt x="393" y="91"/>
                  </a:lnTo>
                  <a:lnTo>
                    <a:pt x="393" y="91"/>
                  </a:lnTo>
                  <a:lnTo>
                    <a:pt x="390" y="91"/>
                  </a:lnTo>
                  <a:lnTo>
                    <a:pt x="390" y="91"/>
                  </a:lnTo>
                  <a:lnTo>
                    <a:pt x="390" y="91"/>
                  </a:lnTo>
                  <a:lnTo>
                    <a:pt x="390" y="89"/>
                  </a:lnTo>
                  <a:lnTo>
                    <a:pt x="390" y="89"/>
                  </a:lnTo>
                  <a:lnTo>
                    <a:pt x="390" y="89"/>
                  </a:lnTo>
                  <a:lnTo>
                    <a:pt x="390" y="89"/>
                  </a:lnTo>
                  <a:lnTo>
                    <a:pt x="390" y="87"/>
                  </a:lnTo>
                  <a:lnTo>
                    <a:pt x="390" y="87"/>
                  </a:lnTo>
                  <a:lnTo>
                    <a:pt x="390" y="87"/>
                  </a:lnTo>
                  <a:lnTo>
                    <a:pt x="390" y="87"/>
                  </a:lnTo>
                  <a:lnTo>
                    <a:pt x="390" y="87"/>
                  </a:lnTo>
                  <a:lnTo>
                    <a:pt x="390" y="87"/>
                  </a:lnTo>
                  <a:lnTo>
                    <a:pt x="388" y="87"/>
                  </a:lnTo>
                  <a:lnTo>
                    <a:pt x="388" y="87"/>
                  </a:lnTo>
                  <a:lnTo>
                    <a:pt x="388" y="87"/>
                  </a:lnTo>
                  <a:lnTo>
                    <a:pt x="388" y="87"/>
                  </a:lnTo>
                  <a:lnTo>
                    <a:pt x="388" y="87"/>
                  </a:lnTo>
                  <a:lnTo>
                    <a:pt x="388" y="87"/>
                  </a:lnTo>
                  <a:lnTo>
                    <a:pt x="388" y="87"/>
                  </a:lnTo>
                  <a:lnTo>
                    <a:pt x="386" y="87"/>
                  </a:lnTo>
                  <a:lnTo>
                    <a:pt x="386" y="87"/>
                  </a:lnTo>
                  <a:lnTo>
                    <a:pt x="386" y="87"/>
                  </a:lnTo>
                  <a:lnTo>
                    <a:pt x="386" y="87"/>
                  </a:lnTo>
                  <a:lnTo>
                    <a:pt x="386" y="87"/>
                  </a:lnTo>
                  <a:lnTo>
                    <a:pt x="386" y="84"/>
                  </a:lnTo>
                  <a:lnTo>
                    <a:pt x="386" y="84"/>
                  </a:lnTo>
                  <a:lnTo>
                    <a:pt x="386" y="84"/>
                  </a:lnTo>
                  <a:lnTo>
                    <a:pt x="386" y="84"/>
                  </a:lnTo>
                  <a:lnTo>
                    <a:pt x="384" y="84"/>
                  </a:lnTo>
                  <a:lnTo>
                    <a:pt x="384" y="84"/>
                  </a:lnTo>
                  <a:lnTo>
                    <a:pt x="384" y="87"/>
                  </a:lnTo>
                  <a:lnTo>
                    <a:pt x="384" y="87"/>
                  </a:lnTo>
                  <a:lnTo>
                    <a:pt x="384" y="87"/>
                  </a:lnTo>
                  <a:lnTo>
                    <a:pt x="384" y="87"/>
                  </a:lnTo>
                  <a:lnTo>
                    <a:pt x="384" y="87"/>
                  </a:lnTo>
                  <a:lnTo>
                    <a:pt x="384" y="89"/>
                  </a:lnTo>
                  <a:lnTo>
                    <a:pt x="384" y="89"/>
                  </a:lnTo>
                  <a:lnTo>
                    <a:pt x="384" y="89"/>
                  </a:lnTo>
                  <a:lnTo>
                    <a:pt x="382" y="89"/>
                  </a:lnTo>
                  <a:lnTo>
                    <a:pt x="382" y="89"/>
                  </a:lnTo>
                  <a:lnTo>
                    <a:pt x="382" y="87"/>
                  </a:lnTo>
                  <a:lnTo>
                    <a:pt x="379" y="87"/>
                  </a:lnTo>
                  <a:lnTo>
                    <a:pt x="379" y="87"/>
                  </a:lnTo>
                  <a:lnTo>
                    <a:pt x="379" y="87"/>
                  </a:lnTo>
                  <a:lnTo>
                    <a:pt x="377" y="87"/>
                  </a:lnTo>
                  <a:lnTo>
                    <a:pt x="377" y="87"/>
                  </a:lnTo>
                  <a:lnTo>
                    <a:pt x="377" y="87"/>
                  </a:lnTo>
                  <a:lnTo>
                    <a:pt x="377" y="87"/>
                  </a:lnTo>
                  <a:lnTo>
                    <a:pt x="377" y="89"/>
                  </a:lnTo>
                  <a:lnTo>
                    <a:pt x="379" y="89"/>
                  </a:lnTo>
                  <a:lnTo>
                    <a:pt x="377" y="89"/>
                  </a:lnTo>
                  <a:lnTo>
                    <a:pt x="377" y="89"/>
                  </a:lnTo>
                  <a:lnTo>
                    <a:pt x="377" y="89"/>
                  </a:lnTo>
                  <a:lnTo>
                    <a:pt x="377" y="89"/>
                  </a:lnTo>
                  <a:lnTo>
                    <a:pt x="375" y="89"/>
                  </a:lnTo>
                  <a:lnTo>
                    <a:pt x="375" y="89"/>
                  </a:lnTo>
                  <a:lnTo>
                    <a:pt x="375" y="89"/>
                  </a:lnTo>
                  <a:lnTo>
                    <a:pt x="375" y="89"/>
                  </a:lnTo>
                  <a:lnTo>
                    <a:pt x="375" y="87"/>
                  </a:lnTo>
                  <a:lnTo>
                    <a:pt x="375" y="87"/>
                  </a:lnTo>
                  <a:lnTo>
                    <a:pt x="375" y="87"/>
                  </a:lnTo>
                  <a:lnTo>
                    <a:pt x="373" y="87"/>
                  </a:lnTo>
                  <a:lnTo>
                    <a:pt x="373" y="87"/>
                  </a:lnTo>
                  <a:lnTo>
                    <a:pt x="373" y="87"/>
                  </a:lnTo>
                  <a:lnTo>
                    <a:pt x="373" y="87"/>
                  </a:lnTo>
                  <a:lnTo>
                    <a:pt x="373" y="87"/>
                  </a:lnTo>
                  <a:lnTo>
                    <a:pt x="373" y="84"/>
                  </a:lnTo>
                  <a:lnTo>
                    <a:pt x="370" y="84"/>
                  </a:lnTo>
                  <a:lnTo>
                    <a:pt x="370" y="84"/>
                  </a:lnTo>
                  <a:lnTo>
                    <a:pt x="370" y="84"/>
                  </a:lnTo>
                  <a:lnTo>
                    <a:pt x="370" y="84"/>
                  </a:lnTo>
                  <a:lnTo>
                    <a:pt x="370" y="82"/>
                  </a:lnTo>
                  <a:lnTo>
                    <a:pt x="370" y="82"/>
                  </a:lnTo>
                  <a:lnTo>
                    <a:pt x="370" y="82"/>
                  </a:lnTo>
                  <a:lnTo>
                    <a:pt x="370" y="82"/>
                  </a:lnTo>
                  <a:lnTo>
                    <a:pt x="370" y="82"/>
                  </a:lnTo>
                  <a:lnTo>
                    <a:pt x="368" y="82"/>
                  </a:lnTo>
                  <a:lnTo>
                    <a:pt x="368" y="82"/>
                  </a:lnTo>
                  <a:lnTo>
                    <a:pt x="368" y="80"/>
                  </a:lnTo>
                  <a:lnTo>
                    <a:pt x="368" y="80"/>
                  </a:lnTo>
                  <a:lnTo>
                    <a:pt x="366" y="80"/>
                  </a:lnTo>
                  <a:lnTo>
                    <a:pt x="366" y="80"/>
                  </a:lnTo>
                  <a:lnTo>
                    <a:pt x="366" y="80"/>
                  </a:lnTo>
                  <a:lnTo>
                    <a:pt x="366" y="78"/>
                  </a:lnTo>
                  <a:lnTo>
                    <a:pt x="366" y="78"/>
                  </a:lnTo>
                  <a:lnTo>
                    <a:pt x="364" y="78"/>
                  </a:lnTo>
                  <a:lnTo>
                    <a:pt x="364" y="78"/>
                  </a:lnTo>
                  <a:lnTo>
                    <a:pt x="364" y="80"/>
                  </a:lnTo>
                  <a:lnTo>
                    <a:pt x="364" y="80"/>
                  </a:lnTo>
                  <a:lnTo>
                    <a:pt x="364" y="80"/>
                  </a:lnTo>
                  <a:lnTo>
                    <a:pt x="362" y="80"/>
                  </a:lnTo>
                  <a:lnTo>
                    <a:pt x="362" y="80"/>
                  </a:lnTo>
                  <a:lnTo>
                    <a:pt x="359" y="80"/>
                  </a:lnTo>
                  <a:lnTo>
                    <a:pt x="359" y="80"/>
                  </a:lnTo>
                  <a:lnTo>
                    <a:pt x="359" y="80"/>
                  </a:lnTo>
                  <a:lnTo>
                    <a:pt x="359" y="80"/>
                  </a:lnTo>
                  <a:lnTo>
                    <a:pt x="359" y="78"/>
                  </a:lnTo>
                  <a:lnTo>
                    <a:pt x="359" y="78"/>
                  </a:lnTo>
                  <a:lnTo>
                    <a:pt x="359" y="78"/>
                  </a:lnTo>
                  <a:lnTo>
                    <a:pt x="359" y="78"/>
                  </a:lnTo>
                  <a:lnTo>
                    <a:pt x="359" y="78"/>
                  </a:lnTo>
                  <a:lnTo>
                    <a:pt x="359" y="76"/>
                  </a:lnTo>
                  <a:lnTo>
                    <a:pt x="357" y="76"/>
                  </a:lnTo>
                  <a:lnTo>
                    <a:pt x="357" y="76"/>
                  </a:lnTo>
                  <a:lnTo>
                    <a:pt x="357" y="73"/>
                  </a:lnTo>
                  <a:lnTo>
                    <a:pt x="357" y="73"/>
                  </a:lnTo>
                  <a:lnTo>
                    <a:pt x="357" y="73"/>
                  </a:lnTo>
                  <a:lnTo>
                    <a:pt x="357" y="73"/>
                  </a:lnTo>
                  <a:lnTo>
                    <a:pt x="357" y="73"/>
                  </a:lnTo>
                  <a:lnTo>
                    <a:pt x="357" y="73"/>
                  </a:lnTo>
                  <a:lnTo>
                    <a:pt x="357" y="73"/>
                  </a:lnTo>
                  <a:lnTo>
                    <a:pt x="357" y="73"/>
                  </a:lnTo>
                  <a:lnTo>
                    <a:pt x="357" y="73"/>
                  </a:lnTo>
                  <a:lnTo>
                    <a:pt x="355" y="73"/>
                  </a:lnTo>
                  <a:lnTo>
                    <a:pt x="355" y="71"/>
                  </a:lnTo>
                  <a:lnTo>
                    <a:pt x="355" y="71"/>
                  </a:lnTo>
                  <a:lnTo>
                    <a:pt x="355" y="71"/>
                  </a:lnTo>
                  <a:lnTo>
                    <a:pt x="355" y="71"/>
                  </a:lnTo>
                  <a:lnTo>
                    <a:pt x="355" y="69"/>
                  </a:lnTo>
                  <a:lnTo>
                    <a:pt x="353" y="69"/>
                  </a:lnTo>
                  <a:lnTo>
                    <a:pt x="353" y="69"/>
                  </a:lnTo>
                  <a:lnTo>
                    <a:pt x="353" y="69"/>
                  </a:lnTo>
                  <a:lnTo>
                    <a:pt x="350" y="69"/>
                  </a:lnTo>
                  <a:lnTo>
                    <a:pt x="350" y="69"/>
                  </a:lnTo>
                  <a:lnTo>
                    <a:pt x="350" y="69"/>
                  </a:lnTo>
                  <a:lnTo>
                    <a:pt x="350" y="69"/>
                  </a:lnTo>
                  <a:lnTo>
                    <a:pt x="348" y="67"/>
                  </a:lnTo>
                  <a:lnTo>
                    <a:pt x="348" y="67"/>
                  </a:lnTo>
                  <a:lnTo>
                    <a:pt x="348" y="67"/>
                  </a:lnTo>
                  <a:lnTo>
                    <a:pt x="346" y="67"/>
                  </a:lnTo>
                  <a:lnTo>
                    <a:pt x="346" y="67"/>
                  </a:lnTo>
                  <a:lnTo>
                    <a:pt x="346" y="67"/>
                  </a:lnTo>
                  <a:lnTo>
                    <a:pt x="346" y="67"/>
                  </a:lnTo>
                  <a:lnTo>
                    <a:pt x="346" y="64"/>
                  </a:lnTo>
                  <a:lnTo>
                    <a:pt x="346" y="64"/>
                  </a:lnTo>
                  <a:lnTo>
                    <a:pt x="344" y="64"/>
                  </a:lnTo>
                  <a:lnTo>
                    <a:pt x="344" y="64"/>
                  </a:lnTo>
                  <a:lnTo>
                    <a:pt x="344" y="64"/>
                  </a:lnTo>
                  <a:lnTo>
                    <a:pt x="344" y="64"/>
                  </a:lnTo>
                  <a:lnTo>
                    <a:pt x="342" y="64"/>
                  </a:lnTo>
                  <a:lnTo>
                    <a:pt x="342" y="62"/>
                  </a:lnTo>
                  <a:lnTo>
                    <a:pt x="342" y="62"/>
                  </a:lnTo>
                  <a:lnTo>
                    <a:pt x="342" y="62"/>
                  </a:lnTo>
                  <a:lnTo>
                    <a:pt x="339" y="62"/>
                  </a:lnTo>
                  <a:lnTo>
                    <a:pt x="339" y="62"/>
                  </a:lnTo>
                  <a:lnTo>
                    <a:pt x="339" y="62"/>
                  </a:lnTo>
                  <a:lnTo>
                    <a:pt x="339" y="62"/>
                  </a:lnTo>
                  <a:lnTo>
                    <a:pt x="339" y="62"/>
                  </a:lnTo>
                  <a:lnTo>
                    <a:pt x="337" y="62"/>
                  </a:lnTo>
                  <a:lnTo>
                    <a:pt x="337" y="62"/>
                  </a:lnTo>
                  <a:lnTo>
                    <a:pt x="337" y="62"/>
                  </a:lnTo>
                  <a:lnTo>
                    <a:pt x="337" y="62"/>
                  </a:lnTo>
                  <a:lnTo>
                    <a:pt x="337" y="62"/>
                  </a:lnTo>
                  <a:lnTo>
                    <a:pt x="335" y="62"/>
                  </a:lnTo>
                  <a:lnTo>
                    <a:pt x="335" y="62"/>
                  </a:lnTo>
                  <a:lnTo>
                    <a:pt x="335" y="62"/>
                  </a:lnTo>
                  <a:lnTo>
                    <a:pt x="333" y="62"/>
                  </a:lnTo>
                  <a:lnTo>
                    <a:pt x="333" y="62"/>
                  </a:lnTo>
                  <a:lnTo>
                    <a:pt x="333" y="62"/>
                  </a:lnTo>
                  <a:lnTo>
                    <a:pt x="333" y="62"/>
                  </a:lnTo>
                  <a:lnTo>
                    <a:pt x="333" y="62"/>
                  </a:lnTo>
                  <a:lnTo>
                    <a:pt x="333" y="62"/>
                  </a:lnTo>
                  <a:lnTo>
                    <a:pt x="331" y="62"/>
                  </a:lnTo>
                  <a:lnTo>
                    <a:pt x="331" y="62"/>
                  </a:lnTo>
                  <a:lnTo>
                    <a:pt x="328" y="62"/>
                  </a:lnTo>
                  <a:lnTo>
                    <a:pt x="328" y="62"/>
                  </a:lnTo>
                  <a:lnTo>
                    <a:pt x="328" y="62"/>
                  </a:lnTo>
                  <a:lnTo>
                    <a:pt x="328" y="62"/>
                  </a:lnTo>
                  <a:lnTo>
                    <a:pt x="328" y="62"/>
                  </a:lnTo>
                  <a:lnTo>
                    <a:pt x="328" y="62"/>
                  </a:lnTo>
                  <a:lnTo>
                    <a:pt x="326" y="62"/>
                  </a:lnTo>
                  <a:lnTo>
                    <a:pt x="324" y="60"/>
                  </a:lnTo>
                  <a:lnTo>
                    <a:pt x="324" y="60"/>
                  </a:lnTo>
                  <a:lnTo>
                    <a:pt x="324" y="60"/>
                  </a:lnTo>
                  <a:lnTo>
                    <a:pt x="322" y="60"/>
                  </a:lnTo>
                  <a:lnTo>
                    <a:pt x="322" y="60"/>
                  </a:lnTo>
                  <a:lnTo>
                    <a:pt x="322" y="60"/>
                  </a:lnTo>
                  <a:lnTo>
                    <a:pt x="319" y="60"/>
                  </a:lnTo>
                  <a:lnTo>
                    <a:pt x="317" y="60"/>
                  </a:lnTo>
                  <a:lnTo>
                    <a:pt x="317" y="60"/>
                  </a:lnTo>
                  <a:lnTo>
                    <a:pt x="317" y="60"/>
                  </a:lnTo>
                  <a:lnTo>
                    <a:pt x="315" y="62"/>
                  </a:lnTo>
                  <a:lnTo>
                    <a:pt x="315" y="62"/>
                  </a:lnTo>
                  <a:lnTo>
                    <a:pt x="315" y="60"/>
                  </a:lnTo>
                  <a:lnTo>
                    <a:pt x="313" y="60"/>
                  </a:lnTo>
                  <a:lnTo>
                    <a:pt x="313" y="60"/>
                  </a:lnTo>
                  <a:lnTo>
                    <a:pt x="313" y="60"/>
                  </a:lnTo>
                  <a:lnTo>
                    <a:pt x="313" y="60"/>
                  </a:lnTo>
                  <a:lnTo>
                    <a:pt x="311" y="60"/>
                  </a:lnTo>
                  <a:lnTo>
                    <a:pt x="311" y="60"/>
                  </a:lnTo>
                  <a:lnTo>
                    <a:pt x="311" y="60"/>
                  </a:lnTo>
                  <a:lnTo>
                    <a:pt x="311" y="58"/>
                  </a:lnTo>
                  <a:lnTo>
                    <a:pt x="311" y="58"/>
                  </a:lnTo>
                  <a:lnTo>
                    <a:pt x="308" y="53"/>
                  </a:lnTo>
                  <a:lnTo>
                    <a:pt x="308" y="51"/>
                  </a:lnTo>
                  <a:lnTo>
                    <a:pt x="308" y="51"/>
                  </a:lnTo>
                  <a:lnTo>
                    <a:pt x="308" y="47"/>
                  </a:lnTo>
                  <a:lnTo>
                    <a:pt x="308" y="45"/>
                  </a:lnTo>
                  <a:lnTo>
                    <a:pt x="308" y="45"/>
                  </a:lnTo>
                  <a:lnTo>
                    <a:pt x="308" y="45"/>
                  </a:lnTo>
                  <a:lnTo>
                    <a:pt x="308" y="45"/>
                  </a:lnTo>
                  <a:lnTo>
                    <a:pt x="308" y="45"/>
                  </a:lnTo>
                  <a:lnTo>
                    <a:pt x="306" y="42"/>
                  </a:lnTo>
                  <a:lnTo>
                    <a:pt x="306" y="42"/>
                  </a:lnTo>
                  <a:lnTo>
                    <a:pt x="306" y="42"/>
                  </a:lnTo>
                  <a:lnTo>
                    <a:pt x="306" y="42"/>
                  </a:lnTo>
                  <a:lnTo>
                    <a:pt x="306" y="42"/>
                  </a:lnTo>
                  <a:lnTo>
                    <a:pt x="308" y="42"/>
                  </a:lnTo>
                  <a:lnTo>
                    <a:pt x="308" y="40"/>
                  </a:lnTo>
                  <a:lnTo>
                    <a:pt x="311" y="40"/>
                  </a:lnTo>
                  <a:lnTo>
                    <a:pt x="311" y="40"/>
                  </a:lnTo>
                  <a:lnTo>
                    <a:pt x="311" y="40"/>
                  </a:lnTo>
                  <a:lnTo>
                    <a:pt x="311" y="38"/>
                  </a:lnTo>
                  <a:lnTo>
                    <a:pt x="311" y="38"/>
                  </a:lnTo>
                  <a:lnTo>
                    <a:pt x="311" y="38"/>
                  </a:lnTo>
                  <a:lnTo>
                    <a:pt x="308" y="36"/>
                  </a:lnTo>
                  <a:lnTo>
                    <a:pt x="308" y="36"/>
                  </a:lnTo>
                  <a:lnTo>
                    <a:pt x="308" y="36"/>
                  </a:lnTo>
                  <a:lnTo>
                    <a:pt x="308" y="36"/>
                  </a:lnTo>
                  <a:lnTo>
                    <a:pt x="308" y="36"/>
                  </a:lnTo>
                  <a:lnTo>
                    <a:pt x="308" y="36"/>
                  </a:lnTo>
                  <a:lnTo>
                    <a:pt x="308" y="33"/>
                  </a:lnTo>
                  <a:lnTo>
                    <a:pt x="308" y="33"/>
                  </a:lnTo>
                  <a:lnTo>
                    <a:pt x="308" y="31"/>
                  </a:lnTo>
                  <a:lnTo>
                    <a:pt x="308" y="31"/>
                  </a:lnTo>
                  <a:lnTo>
                    <a:pt x="308" y="31"/>
                  </a:lnTo>
                  <a:lnTo>
                    <a:pt x="308" y="31"/>
                  </a:lnTo>
                  <a:lnTo>
                    <a:pt x="311" y="31"/>
                  </a:lnTo>
                  <a:lnTo>
                    <a:pt x="311" y="31"/>
                  </a:lnTo>
                  <a:lnTo>
                    <a:pt x="311" y="29"/>
                  </a:lnTo>
                  <a:lnTo>
                    <a:pt x="311" y="29"/>
                  </a:lnTo>
                  <a:lnTo>
                    <a:pt x="311" y="27"/>
                  </a:lnTo>
                  <a:lnTo>
                    <a:pt x="313" y="27"/>
                  </a:lnTo>
                  <a:lnTo>
                    <a:pt x="313" y="25"/>
                  </a:lnTo>
                  <a:lnTo>
                    <a:pt x="313" y="25"/>
                  </a:lnTo>
                  <a:lnTo>
                    <a:pt x="313" y="22"/>
                  </a:lnTo>
                  <a:lnTo>
                    <a:pt x="311" y="18"/>
                  </a:lnTo>
                  <a:lnTo>
                    <a:pt x="311" y="16"/>
                  </a:lnTo>
                  <a:lnTo>
                    <a:pt x="311" y="13"/>
                  </a:lnTo>
                  <a:lnTo>
                    <a:pt x="311" y="13"/>
                  </a:lnTo>
                  <a:lnTo>
                    <a:pt x="308" y="11"/>
                  </a:lnTo>
                  <a:lnTo>
                    <a:pt x="308" y="11"/>
                  </a:lnTo>
                  <a:lnTo>
                    <a:pt x="306" y="11"/>
                  </a:lnTo>
                  <a:lnTo>
                    <a:pt x="304" y="11"/>
                  </a:lnTo>
                  <a:lnTo>
                    <a:pt x="302" y="11"/>
                  </a:lnTo>
                  <a:lnTo>
                    <a:pt x="293" y="5"/>
                  </a:lnTo>
                  <a:lnTo>
                    <a:pt x="293" y="5"/>
                  </a:lnTo>
                  <a:lnTo>
                    <a:pt x="293" y="2"/>
                  </a:lnTo>
                  <a:lnTo>
                    <a:pt x="295" y="0"/>
                  </a:lnTo>
                  <a:lnTo>
                    <a:pt x="295" y="0"/>
                  </a:lnTo>
                  <a:lnTo>
                    <a:pt x="295" y="0"/>
                  </a:lnTo>
                  <a:lnTo>
                    <a:pt x="293" y="0"/>
                  </a:lnTo>
                  <a:lnTo>
                    <a:pt x="291" y="0"/>
                  </a:lnTo>
                  <a:lnTo>
                    <a:pt x="288" y="2"/>
                  </a:lnTo>
                  <a:lnTo>
                    <a:pt x="286" y="5"/>
                  </a:lnTo>
                  <a:lnTo>
                    <a:pt x="284" y="5"/>
                  </a:lnTo>
                  <a:lnTo>
                    <a:pt x="284" y="5"/>
                  </a:lnTo>
                  <a:lnTo>
                    <a:pt x="282" y="5"/>
                  </a:lnTo>
                  <a:lnTo>
                    <a:pt x="282" y="5"/>
                  </a:lnTo>
                  <a:lnTo>
                    <a:pt x="282" y="5"/>
                  </a:lnTo>
                  <a:lnTo>
                    <a:pt x="282" y="2"/>
                  </a:lnTo>
                  <a:lnTo>
                    <a:pt x="280" y="2"/>
                  </a:lnTo>
                  <a:lnTo>
                    <a:pt x="273" y="7"/>
                  </a:lnTo>
                  <a:lnTo>
                    <a:pt x="271" y="7"/>
                  </a:lnTo>
                  <a:lnTo>
                    <a:pt x="271" y="7"/>
                  </a:lnTo>
                  <a:lnTo>
                    <a:pt x="271" y="7"/>
                  </a:lnTo>
                  <a:lnTo>
                    <a:pt x="269" y="7"/>
                  </a:lnTo>
                  <a:lnTo>
                    <a:pt x="266" y="7"/>
                  </a:lnTo>
                  <a:lnTo>
                    <a:pt x="266" y="7"/>
                  </a:lnTo>
                  <a:lnTo>
                    <a:pt x="266" y="9"/>
                  </a:lnTo>
                  <a:lnTo>
                    <a:pt x="266" y="11"/>
                  </a:lnTo>
                  <a:lnTo>
                    <a:pt x="264" y="11"/>
                  </a:lnTo>
                  <a:lnTo>
                    <a:pt x="262" y="13"/>
                  </a:lnTo>
                  <a:lnTo>
                    <a:pt x="260" y="13"/>
                  </a:lnTo>
                  <a:lnTo>
                    <a:pt x="257" y="11"/>
                  </a:lnTo>
                  <a:lnTo>
                    <a:pt x="255" y="11"/>
                  </a:lnTo>
                  <a:lnTo>
                    <a:pt x="251" y="13"/>
                  </a:lnTo>
                  <a:lnTo>
                    <a:pt x="249" y="11"/>
                  </a:lnTo>
                  <a:lnTo>
                    <a:pt x="246" y="11"/>
                  </a:lnTo>
                  <a:lnTo>
                    <a:pt x="244" y="13"/>
                  </a:lnTo>
                  <a:lnTo>
                    <a:pt x="240" y="16"/>
                  </a:lnTo>
                  <a:lnTo>
                    <a:pt x="237" y="16"/>
                  </a:lnTo>
                  <a:lnTo>
                    <a:pt x="237" y="13"/>
                  </a:lnTo>
                  <a:lnTo>
                    <a:pt x="235" y="13"/>
                  </a:lnTo>
                  <a:lnTo>
                    <a:pt x="235" y="11"/>
                  </a:lnTo>
                  <a:lnTo>
                    <a:pt x="235" y="11"/>
                  </a:lnTo>
                  <a:lnTo>
                    <a:pt x="229" y="11"/>
                  </a:lnTo>
                  <a:lnTo>
                    <a:pt x="229" y="9"/>
                  </a:lnTo>
                  <a:lnTo>
                    <a:pt x="224" y="7"/>
                  </a:lnTo>
                  <a:lnTo>
                    <a:pt x="222" y="5"/>
                  </a:lnTo>
                  <a:lnTo>
                    <a:pt x="220" y="5"/>
                  </a:lnTo>
                  <a:lnTo>
                    <a:pt x="220" y="5"/>
                  </a:lnTo>
                  <a:lnTo>
                    <a:pt x="220" y="7"/>
                  </a:lnTo>
                  <a:lnTo>
                    <a:pt x="220" y="7"/>
                  </a:lnTo>
                  <a:lnTo>
                    <a:pt x="218" y="11"/>
                  </a:lnTo>
                  <a:lnTo>
                    <a:pt x="218" y="13"/>
                  </a:lnTo>
                  <a:lnTo>
                    <a:pt x="218" y="16"/>
                  </a:lnTo>
                  <a:lnTo>
                    <a:pt x="215" y="18"/>
                  </a:lnTo>
                  <a:lnTo>
                    <a:pt x="215" y="18"/>
                  </a:lnTo>
                  <a:lnTo>
                    <a:pt x="213" y="18"/>
                  </a:lnTo>
                  <a:lnTo>
                    <a:pt x="213" y="18"/>
                  </a:lnTo>
                  <a:lnTo>
                    <a:pt x="213" y="18"/>
                  </a:lnTo>
                  <a:lnTo>
                    <a:pt x="211" y="18"/>
                  </a:lnTo>
                  <a:lnTo>
                    <a:pt x="211" y="18"/>
                  </a:lnTo>
                  <a:lnTo>
                    <a:pt x="211" y="20"/>
                  </a:lnTo>
                  <a:lnTo>
                    <a:pt x="209" y="22"/>
                  </a:lnTo>
                  <a:lnTo>
                    <a:pt x="209" y="25"/>
                  </a:lnTo>
                  <a:lnTo>
                    <a:pt x="209" y="25"/>
                  </a:lnTo>
                  <a:lnTo>
                    <a:pt x="209" y="27"/>
                  </a:lnTo>
                  <a:lnTo>
                    <a:pt x="211" y="27"/>
                  </a:lnTo>
                  <a:lnTo>
                    <a:pt x="213" y="27"/>
                  </a:lnTo>
                  <a:lnTo>
                    <a:pt x="215" y="27"/>
                  </a:lnTo>
                  <a:lnTo>
                    <a:pt x="215" y="31"/>
                  </a:lnTo>
                  <a:lnTo>
                    <a:pt x="215" y="31"/>
                  </a:lnTo>
                  <a:lnTo>
                    <a:pt x="218" y="33"/>
                  </a:lnTo>
                  <a:lnTo>
                    <a:pt x="220" y="33"/>
                  </a:lnTo>
                  <a:lnTo>
                    <a:pt x="222" y="38"/>
                  </a:lnTo>
                  <a:lnTo>
                    <a:pt x="224" y="40"/>
                  </a:lnTo>
                  <a:lnTo>
                    <a:pt x="224" y="40"/>
                  </a:lnTo>
                  <a:lnTo>
                    <a:pt x="224" y="42"/>
                  </a:lnTo>
                  <a:lnTo>
                    <a:pt x="224" y="42"/>
                  </a:lnTo>
                  <a:lnTo>
                    <a:pt x="224" y="42"/>
                  </a:lnTo>
                  <a:lnTo>
                    <a:pt x="224" y="45"/>
                  </a:lnTo>
                  <a:lnTo>
                    <a:pt x="224" y="47"/>
                  </a:lnTo>
                  <a:lnTo>
                    <a:pt x="224" y="49"/>
                  </a:lnTo>
                  <a:lnTo>
                    <a:pt x="224" y="51"/>
                  </a:lnTo>
                  <a:lnTo>
                    <a:pt x="222" y="56"/>
                  </a:lnTo>
                  <a:lnTo>
                    <a:pt x="218" y="56"/>
                  </a:lnTo>
                  <a:lnTo>
                    <a:pt x="213" y="56"/>
                  </a:lnTo>
                  <a:lnTo>
                    <a:pt x="209" y="53"/>
                  </a:lnTo>
                  <a:lnTo>
                    <a:pt x="202" y="51"/>
                  </a:lnTo>
                  <a:lnTo>
                    <a:pt x="200" y="53"/>
                  </a:lnTo>
                  <a:lnTo>
                    <a:pt x="198" y="51"/>
                  </a:lnTo>
                  <a:lnTo>
                    <a:pt x="198" y="51"/>
                  </a:lnTo>
                  <a:lnTo>
                    <a:pt x="195" y="49"/>
                  </a:lnTo>
                  <a:lnTo>
                    <a:pt x="193" y="49"/>
                  </a:lnTo>
                  <a:lnTo>
                    <a:pt x="191" y="49"/>
                  </a:lnTo>
                  <a:lnTo>
                    <a:pt x="189" y="49"/>
                  </a:lnTo>
                  <a:lnTo>
                    <a:pt x="189" y="49"/>
                  </a:lnTo>
                  <a:lnTo>
                    <a:pt x="187" y="49"/>
                  </a:lnTo>
                  <a:lnTo>
                    <a:pt x="182" y="49"/>
                  </a:lnTo>
                  <a:lnTo>
                    <a:pt x="180" y="49"/>
                  </a:lnTo>
                  <a:lnTo>
                    <a:pt x="178" y="51"/>
                  </a:lnTo>
                  <a:lnTo>
                    <a:pt x="175" y="51"/>
                  </a:lnTo>
                  <a:lnTo>
                    <a:pt x="175" y="51"/>
                  </a:lnTo>
                  <a:lnTo>
                    <a:pt x="173" y="49"/>
                  </a:lnTo>
                  <a:lnTo>
                    <a:pt x="173" y="49"/>
                  </a:lnTo>
                  <a:lnTo>
                    <a:pt x="171" y="49"/>
                  </a:lnTo>
                  <a:lnTo>
                    <a:pt x="171" y="49"/>
                  </a:lnTo>
                  <a:lnTo>
                    <a:pt x="169" y="49"/>
                  </a:lnTo>
                  <a:lnTo>
                    <a:pt x="169" y="51"/>
                  </a:lnTo>
                  <a:lnTo>
                    <a:pt x="167" y="51"/>
                  </a:lnTo>
                  <a:lnTo>
                    <a:pt x="164" y="51"/>
                  </a:lnTo>
                  <a:lnTo>
                    <a:pt x="164" y="51"/>
                  </a:lnTo>
                  <a:lnTo>
                    <a:pt x="162" y="53"/>
                  </a:lnTo>
                  <a:lnTo>
                    <a:pt x="160" y="53"/>
                  </a:lnTo>
                  <a:lnTo>
                    <a:pt x="160" y="53"/>
                  </a:lnTo>
                  <a:lnTo>
                    <a:pt x="153" y="53"/>
                  </a:lnTo>
                  <a:lnTo>
                    <a:pt x="153" y="51"/>
                  </a:lnTo>
                  <a:lnTo>
                    <a:pt x="151" y="51"/>
                  </a:lnTo>
                  <a:lnTo>
                    <a:pt x="151" y="51"/>
                  </a:lnTo>
                  <a:lnTo>
                    <a:pt x="151" y="49"/>
                  </a:lnTo>
                  <a:lnTo>
                    <a:pt x="149" y="49"/>
                  </a:lnTo>
                  <a:lnTo>
                    <a:pt x="147" y="51"/>
                  </a:lnTo>
                  <a:lnTo>
                    <a:pt x="147" y="51"/>
                  </a:lnTo>
                  <a:lnTo>
                    <a:pt x="144" y="49"/>
                  </a:lnTo>
                  <a:lnTo>
                    <a:pt x="142" y="49"/>
                  </a:lnTo>
                  <a:lnTo>
                    <a:pt x="140" y="47"/>
                  </a:lnTo>
                  <a:lnTo>
                    <a:pt x="140" y="47"/>
                  </a:lnTo>
                  <a:lnTo>
                    <a:pt x="140" y="45"/>
                  </a:lnTo>
                  <a:lnTo>
                    <a:pt x="138" y="42"/>
                  </a:lnTo>
                  <a:lnTo>
                    <a:pt x="133" y="45"/>
                  </a:lnTo>
                  <a:lnTo>
                    <a:pt x="127" y="47"/>
                  </a:lnTo>
                  <a:lnTo>
                    <a:pt x="127" y="47"/>
                  </a:lnTo>
                  <a:lnTo>
                    <a:pt x="124" y="47"/>
                  </a:lnTo>
                  <a:lnTo>
                    <a:pt x="122" y="45"/>
                  </a:lnTo>
                  <a:lnTo>
                    <a:pt x="120" y="47"/>
                  </a:lnTo>
                  <a:lnTo>
                    <a:pt x="118" y="47"/>
                  </a:lnTo>
                  <a:lnTo>
                    <a:pt x="118" y="49"/>
                  </a:lnTo>
                  <a:lnTo>
                    <a:pt x="118" y="49"/>
                  </a:lnTo>
                  <a:lnTo>
                    <a:pt x="116" y="51"/>
                  </a:lnTo>
                  <a:lnTo>
                    <a:pt x="113" y="51"/>
                  </a:lnTo>
                  <a:lnTo>
                    <a:pt x="113" y="51"/>
                  </a:lnTo>
                  <a:lnTo>
                    <a:pt x="111" y="56"/>
                  </a:lnTo>
                  <a:lnTo>
                    <a:pt x="111" y="58"/>
                  </a:lnTo>
                  <a:lnTo>
                    <a:pt x="107" y="64"/>
                  </a:lnTo>
                  <a:lnTo>
                    <a:pt x="105" y="64"/>
                  </a:lnTo>
                  <a:lnTo>
                    <a:pt x="100" y="67"/>
                  </a:lnTo>
                  <a:lnTo>
                    <a:pt x="98" y="67"/>
                  </a:lnTo>
                  <a:lnTo>
                    <a:pt x="91" y="64"/>
                  </a:lnTo>
                  <a:lnTo>
                    <a:pt x="89" y="64"/>
                  </a:lnTo>
                  <a:lnTo>
                    <a:pt x="87" y="64"/>
                  </a:lnTo>
                  <a:lnTo>
                    <a:pt x="80" y="69"/>
                  </a:lnTo>
                  <a:lnTo>
                    <a:pt x="78" y="69"/>
                  </a:lnTo>
                  <a:lnTo>
                    <a:pt x="78" y="71"/>
                  </a:lnTo>
                  <a:lnTo>
                    <a:pt x="76" y="69"/>
                  </a:lnTo>
                  <a:lnTo>
                    <a:pt x="74" y="69"/>
                  </a:lnTo>
                  <a:lnTo>
                    <a:pt x="74" y="69"/>
                  </a:lnTo>
                  <a:lnTo>
                    <a:pt x="71" y="69"/>
                  </a:lnTo>
                  <a:lnTo>
                    <a:pt x="71" y="71"/>
                  </a:lnTo>
                  <a:lnTo>
                    <a:pt x="74" y="73"/>
                  </a:lnTo>
                  <a:lnTo>
                    <a:pt x="74" y="73"/>
                  </a:lnTo>
                  <a:lnTo>
                    <a:pt x="71" y="76"/>
                  </a:lnTo>
                  <a:lnTo>
                    <a:pt x="71" y="78"/>
                  </a:lnTo>
                  <a:lnTo>
                    <a:pt x="69" y="80"/>
                  </a:lnTo>
                  <a:lnTo>
                    <a:pt x="67" y="80"/>
                  </a:lnTo>
                  <a:lnTo>
                    <a:pt x="62" y="80"/>
                  </a:lnTo>
                  <a:lnTo>
                    <a:pt x="60" y="80"/>
                  </a:lnTo>
                  <a:lnTo>
                    <a:pt x="60" y="78"/>
                  </a:lnTo>
                  <a:lnTo>
                    <a:pt x="60" y="78"/>
                  </a:lnTo>
                  <a:lnTo>
                    <a:pt x="58" y="76"/>
                  </a:lnTo>
                  <a:lnTo>
                    <a:pt x="58" y="76"/>
                  </a:lnTo>
                  <a:lnTo>
                    <a:pt x="58" y="76"/>
                  </a:lnTo>
                  <a:lnTo>
                    <a:pt x="56" y="76"/>
                  </a:lnTo>
                  <a:lnTo>
                    <a:pt x="56" y="76"/>
                  </a:lnTo>
                  <a:lnTo>
                    <a:pt x="54" y="76"/>
                  </a:lnTo>
                  <a:lnTo>
                    <a:pt x="54" y="76"/>
                  </a:lnTo>
                  <a:lnTo>
                    <a:pt x="51" y="76"/>
                  </a:lnTo>
                  <a:lnTo>
                    <a:pt x="49" y="76"/>
                  </a:lnTo>
                  <a:lnTo>
                    <a:pt x="49" y="73"/>
                  </a:lnTo>
                  <a:lnTo>
                    <a:pt x="49" y="73"/>
                  </a:lnTo>
                  <a:lnTo>
                    <a:pt x="49" y="73"/>
                  </a:lnTo>
                  <a:lnTo>
                    <a:pt x="47" y="73"/>
                  </a:lnTo>
                  <a:lnTo>
                    <a:pt x="47" y="76"/>
                  </a:lnTo>
                  <a:lnTo>
                    <a:pt x="47" y="76"/>
                  </a:lnTo>
                  <a:lnTo>
                    <a:pt x="47" y="76"/>
                  </a:lnTo>
                  <a:lnTo>
                    <a:pt x="45" y="78"/>
                  </a:lnTo>
                  <a:lnTo>
                    <a:pt x="43" y="78"/>
                  </a:lnTo>
                  <a:lnTo>
                    <a:pt x="43" y="78"/>
                  </a:lnTo>
                  <a:lnTo>
                    <a:pt x="43" y="80"/>
                  </a:lnTo>
                  <a:lnTo>
                    <a:pt x="43" y="80"/>
                  </a:lnTo>
                  <a:lnTo>
                    <a:pt x="43" y="82"/>
                  </a:lnTo>
                  <a:lnTo>
                    <a:pt x="40" y="82"/>
                  </a:lnTo>
                  <a:lnTo>
                    <a:pt x="40" y="82"/>
                  </a:lnTo>
                  <a:lnTo>
                    <a:pt x="36" y="84"/>
                  </a:lnTo>
                  <a:lnTo>
                    <a:pt x="36" y="84"/>
                  </a:lnTo>
                  <a:lnTo>
                    <a:pt x="34" y="84"/>
                  </a:lnTo>
                  <a:lnTo>
                    <a:pt x="34" y="87"/>
                  </a:lnTo>
                  <a:lnTo>
                    <a:pt x="36" y="89"/>
                  </a:lnTo>
                  <a:lnTo>
                    <a:pt x="36" y="91"/>
                  </a:lnTo>
                  <a:lnTo>
                    <a:pt x="36" y="93"/>
                  </a:lnTo>
                  <a:lnTo>
                    <a:pt x="36" y="93"/>
                  </a:lnTo>
                  <a:lnTo>
                    <a:pt x="34" y="98"/>
                  </a:lnTo>
                  <a:lnTo>
                    <a:pt x="34" y="98"/>
                  </a:lnTo>
                  <a:lnTo>
                    <a:pt x="31" y="98"/>
                  </a:lnTo>
                  <a:lnTo>
                    <a:pt x="31" y="98"/>
                  </a:lnTo>
                  <a:lnTo>
                    <a:pt x="31" y="98"/>
                  </a:lnTo>
                  <a:lnTo>
                    <a:pt x="31" y="95"/>
                  </a:lnTo>
                  <a:lnTo>
                    <a:pt x="31" y="95"/>
                  </a:lnTo>
                  <a:lnTo>
                    <a:pt x="31" y="95"/>
                  </a:lnTo>
                  <a:lnTo>
                    <a:pt x="31" y="95"/>
                  </a:lnTo>
                  <a:lnTo>
                    <a:pt x="29" y="98"/>
                  </a:lnTo>
                  <a:lnTo>
                    <a:pt x="29" y="98"/>
                  </a:lnTo>
                  <a:lnTo>
                    <a:pt x="23" y="95"/>
                  </a:lnTo>
                  <a:lnTo>
                    <a:pt x="20" y="95"/>
                  </a:lnTo>
                  <a:lnTo>
                    <a:pt x="20" y="98"/>
                  </a:lnTo>
                  <a:lnTo>
                    <a:pt x="18" y="100"/>
                  </a:lnTo>
                  <a:lnTo>
                    <a:pt x="16" y="102"/>
                  </a:lnTo>
                  <a:lnTo>
                    <a:pt x="16" y="102"/>
                  </a:lnTo>
                  <a:lnTo>
                    <a:pt x="14" y="102"/>
                  </a:lnTo>
                  <a:lnTo>
                    <a:pt x="11" y="104"/>
                  </a:lnTo>
                  <a:lnTo>
                    <a:pt x="11" y="104"/>
                  </a:lnTo>
                  <a:lnTo>
                    <a:pt x="9" y="102"/>
                  </a:lnTo>
                  <a:lnTo>
                    <a:pt x="7" y="102"/>
                  </a:lnTo>
                  <a:lnTo>
                    <a:pt x="5" y="100"/>
                  </a:lnTo>
                  <a:lnTo>
                    <a:pt x="5" y="100"/>
                  </a:lnTo>
                  <a:lnTo>
                    <a:pt x="5" y="98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7" y="173"/>
                  </a:lnTo>
                  <a:lnTo>
                    <a:pt x="9" y="195"/>
                  </a:lnTo>
                  <a:lnTo>
                    <a:pt x="9" y="197"/>
                  </a:lnTo>
                  <a:lnTo>
                    <a:pt x="9" y="197"/>
                  </a:lnTo>
                  <a:lnTo>
                    <a:pt x="9" y="202"/>
                  </a:lnTo>
                  <a:lnTo>
                    <a:pt x="9" y="211"/>
                  </a:lnTo>
                  <a:lnTo>
                    <a:pt x="9" y="213"/>
                  </a:lnTo>
                  <a:lnTo>
                    <a:pt x="9" y="215"/>
                  </a:lnTo>
                  <a:lnTo>
                    <a:pt x="9" y="217"/>
                  </a:lnTo>
                  <a:lnTo>
                    <a:pt x="9" y="217"/>
                  </a:lnTo>
                  <a:lnTo>
                    <a:pt x="9" y="217"/>
                  </a:lnTo>
                  <a:lnTo>
                    <a:pt x="11" y="217"/>
                  </a:lnTo>
                  <a:lnTo>
                    <a:pt x="11" y="220"/>
                  </a:lnTo>
                  <a:lnTo>
                    <a:pt x="16" y="220"/>
                  </a:lnTo>
                  <a:lnTo>
                    <a:pt x="16" y="220"/>
                  </a:lnTo>
                  <a:lnTo>
                    <a:pt x="18" y="222"/>
                  </a:lnTo>
                  <a:lnTo>
                    <a:pt x="18" y="222"/>
                  </a:lnTo>
                  <a:lnTo>
                    <a:pt x="18" y="224"/>
                  </a:lnTo>
                  <a:lnTo>
                    <a:pt x="18" y="224"/>
                  </a:lnTo>
                  <a:lnTo>
                    <a:pt x="18" y="226"/>
                  </a:lnTo>
                  <a:lnTo>
                    <a:pt x="18" y="226"/>
                  </a:lnTo>
                  <a:lnTo>
                    <a:pt x="18" y="231"/>
                  </a:lnTo>
                  <a:lnTo>
                    <a:pt x="16" y="233"/>
                  </a:lnTo>
                  <a:lnTo>
                    <a:pt x="16" y="235"/>
                  </a:lnTo>
                  <a:lnTo>
                    <a:pt x="16" y="237"/>
                  </a:lnTo>
                  <a:lnTo>
                    <a:pt x="18" y="237"/>
                  </a:lnTo>
                  <a:lnTo>
                    <a:pt x="20" y="240"/>
                  </a:lnTo>
                  <a:lnTo>
                    <a:pt x="25" y="246"/>
                  </a:lnTo>
                  <a:lnTo>
                    <a:pt x="27" y="246"/>
                  </a:lnTo>
                  <a:lnTo>
                    <a:pt x="27" y="246"/>
                  </a:lnTo>
                  <a:lnTo>
                    <a:pt x="29" y="246"/>
                  </a:lnTo>
                  <a:lnTo>
                    <a:pt x="29" y="246"/>
                  </a:lnTo>
                  <a:lnTo>
                    <a:pt x="31" y="246"/>
                  </a:lnTo>
                  <a:lnTo>
                    <a:pt x="31" y="246"/>
                  </a:lnTo>
                  <a:lnTo>
                    <a:pt x="36" y="248"/>
                  </a:lnTo>
                  <a:lnTo>
                    <a:pt x="36" y="251"/>
                  </a:lnTo>
                  <a:lnTo>
                    <a:pt x="36" y="251"/>
                  </a:lnTo>
                  <a:lnTo>
                    <a:pt x="38" y="251"/>
                  </a:lnTo>
                  <a:lnTo>
                    <a:pt x="38" y="251"/>
                  </a:lnTo>
                  <a:lnTo>
                    <a:pt x="40" y="253"/>
                  </a:lnTo>
                  <a:lnTo>
                    <a:pt x="40" y="255"/>
                  </a:lnTo>
                  <a:lnTo>
                    <a:pt x="40" y="257"/>
                  </a:lnTo>
                  <a:lnTo>
                    <a:pt x="40" y="257"/>
                  </a:lnTo>
                  <a:lnTo>
                    <a:pt x="40" y="259"/>
                  </a:lnTo>
                  <a:lnTo>
                    <a:pt x="40" y="259"/>
                  </a:lnTo>
                  <a:lnTo>
                    <a:pt x="40" y="262"/>
                  </a:lnTo>
                  <a:lnTo>
                    <a:pt x="43" y="264"/>
                  </a:lnTo>
                  <a:lnTo>
                    <a:pt x="43" y="264"/>
                  </a:lnTo>
                  <a:lnTo>
                    <a:pt x="43" y="266"/>
                  </a:lnTo>
                  <a:lnTo>
                    <a:pt x="43" y="266"/>
                  </a:lnTo>
                  <a:lnTo>
                    <a:pt x="49" y="271"/>
                  </a:lnTo>
                  <a:lnTo>
                    <a:pt x="49" y="273"/>
                  </a:lnTo>
                  <a:lnTo>
                    <a:pt x="49" y="273"/>
                  </a:lnTo>
                  <a:lnTo>
                    <a:pt x="51" y="273"/>
                  </a:lnTo>
                  <a:lnTo>
                    <a:pt x="51" y="273"/>
                  </a:lnTo>
                  <a:lnTo>
                    <a:pt x="54" y="273"/>
                  </a:lnTo>
                  <a:lnTo>
                    <a:pt x="54" y="273"/>
                  </a:lnTo>
                  <a:lnTo>
                    <a:pt x="54" y="273"/>
                  </a:lnTo>
                  <a:lnTo>
                    <a:pt x="58" y="277"/>
                  </a:lnTo>
                  <a:lnTo>
                    <a:pt x="58" y="279"/>
                  </a:lnTo>
                  <a:lnTo>
                    <a:pt x="58" y="279"/>
                  </a:lnTo>
                  <a:lnTo>
                    <a:pt x="60" y="279"/>
                  </a:lnTo>
                  <a:lnTo>
                    <a:pt x="60" y="279"/>
                  </a:lnTo>
                  <a:lnTo>
                    <a:pt x="62" y="279"/>
                  </a:lnTo>
                  <a:lnTo>
                    <a:pt x="62" y="282"/>
                  </a:lnTo>
                  <a:lnTo>
                    <a:pt x="62" y="282"/>
                  </a:lnTo>
                  <a:lnTo>
                    <a:pt x="65" y="284"/>
                  </a:lnTo>
                  <a:lnTo>
                    <a:pt x="65" y="284"/>
                  </a:lnTo>
                  <a:lnTo>
                    <a:pt x="65" y="284"/>
                  </a:lnTo>
                  <a:lnTo>
                    <a:pt x="71" y="288"/>
                  </a:lnTo>
                  <a:lnTo>
                    <a:pt x="74" y="288"/>
                  </a:lnTo>
                  <a:lnTo>
                    <a:pt x="74" y="288"/>
                  </a:lnTo>
                  <a:lnTo>
                    <a:pt x="76" y="290"/>
                  </a:lnTo>
                  <a:lnTo>
                    <a:pt x="76" y="293"/>
                  </a:lnTo>
                  <a:lnTo>
                    <a:pt x="78" y="293"/>
                  </a:lnTo>
                  <a:lnTo>
                    <a:pt x="78" y="293"/>
                  </a:lnTo>
                  <a:lnTo>
                    <a:pt x="85" y="295"/>
                  </a:lnTo>
                  <a:lnTo>
                    <a:pt x="85" y="295"/>
                  </a:lnTo>
                  <a:lnTo>
                    <a:pt x="87" y="297"/>
                  </a:lnTo>
                  <a:lnTo>
                    <a:pt x="89" y="299"/>
                  </a:lnTo>
                  <a:lnTo>
                    <a:pt x="89" y="302"/>
                  </a:lnTo>
                  <a:lnTo>
                    <a:pt x="91" y="302"/>
                  </a:lnTo>
                  <a:lnTo>
                    <a:pt x="93" y="302"/>
                  </a:lnTo>
                  <a:lnTo>
                    <a:pt x="93" y="302"/>
                  </a:lnTo>
                  <a:lnTo>
                    <a:pt x="93" y="302"/>
                  </a:lnTo>
                  <a:lnTo>
                    <a:pt x="93" y="304"/>
                  </a:lnTo>
                  <a:lnTo>
                    <a:pt x="96" y="304"/>
                  </a:lnTo>
                  <a:lnTo>
                    <a:pt x="96" y="306"/>
                  </a:lnTo>
                  <a:lnTo>
                    <a:pt x="98" y="306"/>
                  </a:lnTo>
                  <a:lnTo>
                    <a:pt x="105" y="308"/>
                  </a:lnTo>
                  <a:lnTo>
                    <a:pt x="105" y="308"/>
                  </a:lnTo>
                  <a:lnTo>
                    <a:pt x="107" y="310"/>
                  </a:lnTo>
                  <a:lnTo>
                    <a:pt x="109" y="310"/>
                  </a:lnTo>
                  <a:lnTo>
                    <a:pt x="111" y="313"/>
                  </a:lnTo>
                  <a:lnTo>
                    <a:pt x="111" y="313"/>
                  </a:lnTo>
                  <a:lnTo>
                    <a:pt x="116" y="315"/>
                  </a:lnTo>
                  <a:lnTo>
                    <a:pt x="116" y="315"/>
                  </a:lnTo>
                  <a:lnTo>
                    <a:pt x="118" y="315"/>
                  </a:lnTo>
                  <a:lnTo>
                    <a:pt x="118" y="315"/>
                  </a:lnTo>
                  <a:lnTo>
                    <a:pt x="120" y="315"/>
                  </a:lnTo>
                  <a:lnTo>
                    <a:pt x="120" y="315"/>
                  </a:lnTo>
                  <a:lnTo>
                    <a:pt x="120" y="317"/>
                  </a:lnTo>
                  <a:lnTo>
                    <a:pt x="122" y="315"/>
                  </a:lnTo>
                  <a:lnTo>
                    <a:pt x="124" y="315"/>
                  </a:lnTo>
                  <a:lnTo>
                    <a:pt x="124" y="315"/>
                  </a:lnTo>
                  <a:lnTo>
                    <a:pt x="127" y="315"/>
                  </a:lnTo>
                  <a:lnTo>
                    <a:pt x="127" y="315"/>
                  </a:lnTo>
                  <a:lnTo>
                    <a:pt x="127" y="315"/>
                  </a:lnTo>
                  <a:lnTo>
                    <a:pt x="127" y="317"/>
                  </a:lnTo>
                  <a:lnTo>
                    <a:pt x="127" y="317"/>
                  </a:lnTo>
                  <a:lnTo>
                    <a:pt x="127" y="319"/>
                  </a:lnTo>
                  <a:lnTo>
                    <a:pt x="129" y="319"/>
                  </a:lnTo>
                  <a:lnTo>
                    <a:pt x="131" y="319"/>
                  </a:lnTo>
                  <a:lnTo>
                    <a:pt x="131" y="319"/>
                  </a:lnTo>
                  <a:lnTo>
                    <a:pt x="133" y="319"/>
                  </a:lnTo>
                  <a:lnTo>
                    <a:pt x="136" y="322"/>
                  </a:lnTo>
                  <a:lnTo>
                    <a:pt x="136" y="322"/>
                  </a:lnTo>
                  <a:lnTo>
                    <a:pt x="138" y="322"/>
                  </a:lnTo>
                  <a:lnTo>
                    <a:pt x="138" y="322"/>
                  </a:lnTo>
                  <a:lnTo>
                    <a:pt x="140" y="324"/>
                  </a:lnTo>
                  <a:lnTo>
                    <a:pt x="140" y="326"/>
                  </a:lnTo>
                  <a:lnTo>
                    <a:pt x="142" y="328"/>
                  </a:lnTo>
                  <a:lnTo>
                    <a:pt x="144" y="330"/>
                  </a:lnTo>
                  <a:lnTo>
                    <a:pt x="147" y="333"/>
                  </a:lnTo>
                  <a:lnTo>
                    <a:pt x="147" y="333"/>
                  </a:lnTo>
                  <a:lnTo>
                    <a:pt x="149" y="333"/>
                  </a:lnTo>
                  <a:lnTo>
                    <a:pt x="151" y="335"/>
                  </a:lnTo>
                  <a:lnTo>
                    <a:pt x="156" y="337"/>
                  </a:lnTo>
                  <a:lnTo>
                    <a:pt x="156" y="337"/>
                  </a:lnTo>
                  <a:lnTo>
                    <a:pt x="158" y="337"/>
                  </a:lnTo>
                  <a:lnTo>
                    <a:pt x="158" y="339"/>
                  </a:lnTo>
                  <a:lnTo>
                    <a:pt x="158" y="339"/>
                  </a:lnTo>
                  <a:lnTo>
                    <a:pt x="160" y="339"/>
                  </a:lnTo>
                  <a:lnTo>
                    <a:pt x="162" y="337"/>
                  </a:lnTo>
                  <a:lnTo>
                    <a:pt x="162" y="337"/>
                  </a:lnTo>
                  <a:lnTo>
                    <a:pt x="162" y="339"/>
                  </a:lnTo>
                  <a:lnTo>
                    <a:pt x="164" y="339"/>
                  </a:lnTo>
                  <a:lnTo>
                    <a:pt x="164" y="339"/>
                  </a:lnTo>
                  <a:lnTo>
                    <a:pt x="164" y="341"/>
                  </a:lnTo>
                  <a:lnTo>
                    <a:pt x="164" y="341"/>
                  </a:lnTo>
                  <a:lnTo>
                    <a:pt x="162" y="346"/>
                  </a:lnTo>
                  <a:lnTo>
                    <a:pt x="162" y="346"/>
                  </a:lnTo>
                  <a:lnTo>
                    <a:pt x="162" y="346"/>
                  </a:lnTo>
                  <a:lnTo>
                    <a:pt x="162" y="348"/>
                  </a:lnTo>
                  <a:lnTo>
                    <a:pt x="164" y="348"/>
                  </a:lnTo>
                  <a:lnTo>
                    <a:pt x="164" y="348"/>
                  </a:lnTo>
                  <a:lnTo>
                    <a:pt x="164" y="348"/>
                  </a:lnTo>
                  <a:lnTo>
                    <a:pt x="167" y="350"/>
                  </a:lnTo>
                  <a:lnTo>
                    <a:pt x="167" y="350"/>
                  </a:lnTo>
                  <a:lnTo>
                    <a:pt x="167" y="350"/>
                  </a:lnTo>
                  <a:lnTo>
                    <a:pt x="169" y="350"/>
                  </a:lnTo>
                  <a:lnTo>
                    <a:pt x="169" y="350"/>
                  </a:lnTo>
                  <a:lnTo>
                    <a:pt x="171" y="353"/>
                  </a:lnTo>
                  <a:lnTo>
                    <a:pt x="171" y="353"/>
                  </a:lnTo>
                  <a:lnTo>
                    <a:pt x="173" y="353"/>
                  </a:lnTo>
                  <a:lnTo>
                    <a:pt x="173" y="353"/>
                  </a:lnTo>
                  <a:lnTo>
                    <a:pt x="175" y="350"/>
                  </a:lnTo>
                  <a:lnTo>
                    <a:pt x="175" y="348"/>
                  </a:lnTo>
                  <a:lnTo>
                    <a:pt x="180" y="348"/>
                  </a:lnTo>
                  <a:lnTo>
                    <a:pt x="180" y="348"/>
                  </a:lnTo>
                  <a:lnTo>
                    <a:pt x="182" y="348"/>
                  </a:lnTo>
                  <a:lnTo>
                    <a:pt x="182" y="348"/>
                  </a:lnTo>
                  <a:lnTo>
                    <a:pt x="182" y="348"/>
                  </a:lnTo>
                  <a:lnTo>
                    <a:pt x="182" y="348"/>
                  </a:lnTo>
                  <a:lnTo>
                    <a:pt x="182" y="348"/>
                  </a:lnTo>
                  <a:lnTo>
                    <a:pt x="182" y="348"/>
                  </a:lnTo>
                  <a:lnTo>
                    <a:pt x="184" y="350"/>
                  </a:lnTo>
                  <a:lnTo>
                    <a:pt x="184" y="350"/>
                  </a:lnTo>
                  <a:lnTo>
                    <a:pt x="184" y="350"/>
                  </a:lnTo>
                  <a:lnTo>
                    <a:pt x="182" y="353"/>
                  </a:lnTo>
                  <a:lnTo>
                    <a:pt x="182" y="353"/>
                  </a:lnTo>
                  <a:lnTo>
                    <a:pt x="182" y="353"/>
                  </a:lnTo>
                  <a:lnTo>
                    <a:pt x="182" y="355"/>
                  </a:lnTo>
                  <a:lnTo>
                    <a:pt x="182" y="355"/>
                  </a:lnTo>
                  <a:lnTo>
                    <a:pt x="184" y="355"/>
                  </a:lnTo>
                  <a:lnTo>
                    <a:pt x="184" y="355"/>
                  </a:lnTo>
                  <a:lnTo>
                    <a:pt x="187" y="355"/>
                  </a:lnTo>
                  <a:lnTo>
                    <a:pt x="187" y="355"/>
                  </a:lnTo>
                  <a:lnTo>
                    <a:pt x="189" y="355"/>
                  </a:lnTo>
                  <a:lnTo>
                    <a:pt x="189" y="355"/>
                  </a:lnTo>
                  <a:lnTo>
                    <a:pt x="189" y="355"/>
                  </a:lnTo>
                  <a:lnTo>
                    <a:pt x="189" y="355"/>
                  </a:lnTo>
                  <a:lnTo>
                    <a:pt x="191" y="355"/>
                  </a:lnTo>
                  <a:lnTo>
                    <a:pt x="191" y="355"/>
                  </a:lnTo>
                  <a:lnTo>
                    <a:pt x="191" y="355"/>
                  </a:lnTo>
                  <a:lnTo>
                    <a:pt x="195" y="353"/>
                  </a:lnTo>
                  <a:lnTo>
                    <a:pt x="195" y="353"/>
                  </a:lnTo>
                  <a:lnTo>
                    <a:pt x="195" y="353"/>
                  </a:lnTo>
                  <a:lnTo>
                    <a:pt x="195" y="355"/>
                  </a:lnTo>
                  <a:lnTo>
                    <a:pt x="193" y="355"/>
                  </a:lnTo>
                  <a:lnTo>
                    <a:pt x="191" y="357"/>
                  </a:lnTo>
                  <a:lnTo>
                    <a:pt x="191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89" y="359"/>
                  </a:lnTo>
                  <a:lnTo>
                    <a:pt x="189" y="359"/>
                  </a:lnTo>
                  <a:lnTo>
                    <a:pt x="189" y="359"/>
                  </a:lnTo>
                  <a:lnTo>
                    <a:pt x="191" y="361"/>
                  </a:lnTo>
                  <a:lnTo>
                    <a:pt x="191" y="361"/>
                  </a:lnTo>
                  <a:lnTo>
                    <a:pt x="191" y="364"/>
                  </a:lnTo>
                  <a:lnTo>
                    <a:pt x="162" y="421"/>
                  </a:lnTo>
                  <a:lnTo>
                    <a:pt x="49" y="665"/>
                  </a:lnTo>
                  <a:lnTo>
                    <a:pt x="47" y="669"/>
                  </a:lnTo>
                  <a:lnTo>
                    <a:pt x="47" y="669"/>
                  </a:lnTo>
                  <a:lnTo>
                    <a:pt x="40" y="674"/>
                  </a:lnTo>
                  <a:lnTo>
                    <a:pt x="40" y="676"/>
                  </a:lnTo>
                  <a:lnTo>
                    <a:pt x="38" y="678"/>
                  </a:lnTo>
                  <a:lnTo>
                    <a:pt x="38" y="681"/>
                  </a:lnTo>
                  <a:lnTo>
                    <a:pt x="38" y="681"/>
                  </a:lnTo>
                  <a:lnTo>
                    <a:pt x="36" y="683"/>
                  </a:lnTo>
                  <a:lnTo>
                    <a:pt x="38" y="685"/>
                  </a:lnTo>
                  <a:lnTo>
                    <a:pt x="38" y="685"/>
                  </a:lnTo>
                  <a:lnTo>
                    <a:pt x="40" y="694"/>
                  </a:lnTo>
                  <a:lnTo>
                    <a:pt x="40" y="696"/>
                  </a:lnTo>
                  <a:lnTo>
                    <a:pt x="43" y="696"/>
                  </a:lnTo>
                  <a:lnTo>
                    <a:pt x="43" y="698"/>
                  </a:lnTo>
                  <a:lnTo>
                    <a:pt x="45" y="700"/>
                  </a:lnTo>
                  <a:lnTo>
                    <a:pt x="47" y="700"/>
                  </a:lnTo>
                  <a:lnTo>
                    <a:pt x="49" y="703"/>
                  </a:lnTo>
                  <a:lnTo>
                    <a:pt x="51" y="707"/>
                  </a:lnTo>
                  <a:lnTo>
                    <a:pt x="54" y="709"/>
                  </a:lnTo>
                  <a:lnTo>
                    <a:pt x="56" y="709"/>
                  </a:lnTo>
                  <a:lnTo>
                    <a:pt x="58" y="714"/>
                  </a:lnTo>
                  <a:lnTo>
                    <a:pt x="58" y="714"/>
                  </a:lnTo>
                  <a:lnTo>
                    <a:pt x="58" y="718"/>
                  </a:lnTo>
                  <a:lnTo>
                    <a:pt x="58" y="720"/>
                  </a:lnTo>
                  <a:lnTo>
                    <a:pt x="58" y="720"/>
                  </a:lnTo>
                  <a:lnTo>
                    <a:pt x="58" y="723"/>
                  </a:lnTo>
                  <a:lnTo>
                    <a:pt x="58" y="723"/>
                  </a:lnTo>
                  <a:lnTo>
                    <a:pt x="58" y="723"/>
                  </a:lnTo>
                  <a:lnTo>
                    <a:pt x="60" y="725"/>
                  </a:lnTo>
                  <a:lnTo>
                    <a:pt x="62" y="727"/>
                  </a:lnTo>
                  <a:lnTo>
                    <a:pt x="67" y="731"/>
                  </a:lnTo>
                  <a:lnTo>
                    <a:pt x="74" y="740"/>
                  </a:lnTo>
                  <a:lnTo>
                    <a:pt x="74" y="745"/>
                  </a:lnTo>
                  <a:lnTo>
                    <a:pt x="76" y="747"/>
                  </a:lnTo>
                  <a:lnTo>
                    <a:pt x="76" y="747"/>
                  </a:lnTo>
                  <a:lnTo>
                    <a:pt x="76" y="749"/>
                  </a:lnTo>
                  <a:lnTo>
                    <a:pt x="78" y="751"/>
                  </a:lnTo>
                  <a:lnTo>
                    <a:pt x="78" y="751"/>
                  </a:lnTo>
                  <a:lnTo>
                    <a:pt x="80" y="754"/>
                  </a:lnTo>
                  <a:lnTo>
                    <a:pt x="80" y="758"/>
                  </a:lnTo>
                  <a:lnTo>
                    <a:pt x="82" y="763"/>
                  </a:lnTo>
                  <a:lnTo>
                    <a:pt x="82" y="765"/>
                  </a:lnTo>
                  <a:lnTo>
                    <a:pt x="85" y="767"/>
                  </a:lnTo>
                  <a:lnTo>
                    <a:pt x="85" y="769"/>
                  </a:lnTo>
                  <a:lnTo>
                    <a:pt x="85" y="769"/>
                  </a:lnTo>
                  <a:lnTo>
                    <a:pt x="85" y="771"/>
                  </a:lnTo>
                  <a:lnTo>
                    <a:pt x="87" y="774"/>
                  </a:lnTo>
                  <a:lnTo>
                    <a:pt x="87" y="776"/>
                  </a:lnTo>
                  <a:lnTo>
                    <a:pt x="87" y="778"/>
                  </a:lnTo>
                  <a:lnTo>
                    <a:pt x="87" y="778"/>
                  </a:lnTo>
                  <a:lnTo>
                    <a:pt x="87" y="778"/>
                  </a:lnTo>
                  <a:lnTo>
                    <a:pt x="91" y="782"/>
                  </a:lnTo>
                  <a:lnTo>
                    <a:pt x="91" y="782"/>
                  </a:lnTo>
                  <a:lnTo>
                    <a:pt x="91" y="785"/>
                  </a:lnTo>
                  <a:lnTo>
                    <a:pt x="93" y="785"/>
                  </a:lnTo>
                  <a:lnTo>
                    <a:pt x="93" y="787"/>
                  </a:lnTo>
                  <a:lnTo>
                    <a:pt x="93" y="787"/>
                  </a:lnTo>
                  <a:lnTo>
                    <a:pt x="98" y="789"/>
                  </a:lnTo>
                  <a:lnTo>
                    <a:pt x="98" y="791"/>
                  </a:lnTo>
                  <a:lnTo>
                    <a:pt x="98" y="791"/>
                  </a:lnTo>
                  <a:lnTo>
                    <a:pt x="98" y="794"/>
                  </a:lnTo>
                  <a:lnTo>
                    <a:pt x="98" y="796"/>
                  </a:lnTo>
                  <a:lnTo>
                    <a:pt x="96" y="798"/>
                  </a:lnTo>
                  <a:lnTo>
                    <a:pt x="96" y="798"/>
                  </a:lnTo>
                  <a:lnTo>
                    <a:pt x="96" y="800"/>
                  </a:lnTo>
                  <a:lnTo>
                    <a:pt x="96" y="800"/>
                  </a:lnTo>
                  <a:lnTo>
                    <a:pt x="96" y="805"/>
                  </a:lnTo>
                  <a:lnTo>
                    <a:pt x="96" y="805"/>
                  </a:lnTo>
                  <a:lnTo>
                    <a:pt x="96" y="807"/>
                  </a:lnTo>
                  <a:lnTo>
                    <a:pt x="96" y="807"/>
                  </a:lnTo>
                  <a:lnTo>
                    <a:pt x="96" y="807"/>
                  </a:lnTo>
                  <a:lnTo>
                    <a:pt x="96" y="809"/>
                  </a:lnTo>
                  <a:lnTo>
                    <a:pt x="96" y="809"/>
                  </a:lnTo>
                  <a:lnTo>
                    <a:pt x="98" y="811"/>
                  </a:lnTo>
                  <a:lnTo>
                    <a:pt x="98" y="811"/>
                  </a:lnTo>
                  <a:lnTo>
                    <a:pt x="98" y="811"/>
                  </a:lnTo>
                  <a:lnTo>
                    <a:pt x="98" y="813"/>
                  </a:lnTo>
                  <a:lnTo>
                    <a:pt x="98" y="813"/>
                  </a:lnTo>
                  <a:lnTo>
                    <a:pt x="98" y="813"/>
                  </a:lnTo>
                  <a:lnTo>
                    <a:pt x="98" y="816"/>
                  </a:lnTo>
                  <a:lnTo>
                    <a:pt x="98" y="818"/>
                  </a:lnTo>
                  <a:lnTo>
                    <a:pt x="98" y="818"/>
                  </a:lnTo>
                  <a:lnTo>
                    <a:pt x="98" y="820"/>
                  </a:lnTo>
                  <a:lnTo>
                    <a:pt x="98" y="820"/>
                  </a:lnTo>
                  <a:lnTo>
                    <a:pt x="98" y="820"/>
                  </a:lnTo>
                  <a:lnTo>
                    <a:pt x="100" y="822"/>
                  </a:lnTo>
                  <a:lnTo>
                    <a:pt x="100" y="822"/>
                  </a:lnTo>
                  <a:lnTo>
                    <a:pt x="100" y="822"/>
                  </a:lnTo>
                  <a:lnTo>
                    <a:pt x="100" y="825"/>
                  </a:lnTo>
                  <a:lnTo>
                    <a:pt x="102" y="827"/>
                  </a:lnTo>
                  <a:lnTo>
                    <a:pt x="102" y="827"/>
                  </a:lnTo>
                  <a:lnTo>
                    <a:pt x="102" y="829"/>
                  </a:lnTo>
                  <a:lnTo>
                    <a:pt x="102" y="831"/>
                  </a:lnTo>
                  <a:lnTo>
                    <a:pt x="102" y="831"/>
                  </a:lnTo>
                  <a:lnTo>
                    <a:pt x="107" y="833"/>
                  </a:lnTo>
                  <a:lnTo>
                    <a:pt x="109" y="833"/>
                  </a:lnTo>
                  <a:lnTo>
                    <a:pt x="109" y="833"/>
                  </a:lnTo>
                  <a:lnTo>
                    <a:pt x="111" y="836"/>
                  </a:lnTo>
                  <a:lnTo>
                    <a:pt x="113" y="838"/>
                  </a:lnTo>
                  <a:lnTo>
                    <a:pt x="118" y="840"/>
                  </a:lnTo>
                  <a:lnTo>
                    <a:pt x="118" y="840"/>
                  </a:lnTo>
                  <a:lnTo>
                    <a:pt x="118" y="840"/>
                  </a:lnTo>
                  <a:lnTo>
                    <a:pt x="118" y="842"/>
                  </a:lnTo>
                  <a:lnTo>
                    <a:pt x="118" y="842"/>
                  </a:lnTo>
                  <a:lnTo>
                    <a:pt x="122" y="845"/>
                  </a:lnTo>
                  <a:lnTo>
                    <a:pt x="122" y="847"/>
                  </a:lnTo>
                  <a:lnTo>
                    <a:pt x="129" y="849"/>
                  </a:lnTo>
                  <a:lnTo>
                    <a:pt x="131" y="849"/>
                  </a:lnTo>
                  <a:lnTo>
                    <a:pt x="131" y="849"/>
                  </a:lnTo>
                  <a:lnTo>
                    <a:pt x="131" y="851"/>
                  </a:lnTo>
                  <a:lnTo>
                    <a:pt x="138" y="853"/>
                  </a:lnTo>
                  <a:lnTo>
                    <a:pt x="138" y="853"/>
                  </a:lnTo>
                  <a:lnTo>
                    <a:pt x="138" y="853"/>
                  </a:lnTo>
                  <a:lnTo>
                    <a:pt x="140" y="856"/>
                  </a:lnTo>
                  <a:lnTo>
                    <a:pt x="140" y="858"/>
                  </a:lnTo>
                  <a:lnTo>
                    <a:pt x="140" y="862"/>
                  </a:lnTo>
                  <a:lnTo>
                    <a:pt x="140" y="864"/>
                  </a:lnTo>
                  <a:lnTo>
                    <a:pt x="140" y="864"/>
                  </a:lnTo>
                  <a:lnTo>
                    <a:pt x="140" y="864"/>
                  </a:lnTo>
                  <a:lnTo>
                    <a:pt x="142" y="867"/>
                  </a:lnTo>
                  <a:lnTo>
                    <a:pt x="144" y="867"/>
                  </a:lnTo>
                  <a:lnTo>
                    <a:pt x="144" y="867"/>
                  </a:lnTo>
                  <a:lnTo>
                    <a:pt x="147" y="867"/>
                  </a:lnTo>
                  <a:lnTo>
                    <a:pt x="147" y="867"/>
                  </a:lnTo>
                  <a:lnTo>
                    <a:pt x="147" y="867"/>
                  </a:lnTo>
                  <a:lnTo>
                    <a:pt x="149" y="867"/>
                  </a:lnTo>
                  <a:lnTo>
                    <a:pt x="151" y="867"/>
                  </a:lnTo>
                  <a:lnTo>
                    <a:pt x="156" y="869"/>
                  </a:lnTo>
                  <a:lnTo>
                    <a:pt x="158" y="869"/>
                  </a:lnTo>
                  <a:lnTo>
                    <a:pt x="158" y="869"/>
                  </a:lnTo>
                  <a:lnTo>
                    <a:pt x="158" y="871"/>
                  </a:lnTo>
                  <a:lnTo>
                    <a:pt x="158" y="871"/>
                  </a:lnTo>
                  <a:lnTo>
                    <a:pt x="160" y="871"/>
                  </a:lnTo>
                  <a:lnTo>
                    <a:pt x="160" y="876"/>
                  </a:lnTo>
                  <a:lnTo>
                    <a:pt x="160" y="878"/>
                  </a:lnTo>
                  <a:lnTo>
                    <a:pt x="160" y="878"/>
                  </a:lnTo>
                  <a:lnTo>
                    <a:pt x="160" y="878"/>
                  </a:lnTo>
                  <a:lnTo>
                    <a:pt x="162" y="878"/>
                  </a:lnTo>
                  <a:lnTo>
                    <a:pt x="164" y="878"/>
                  </a:lnTo>
                  <a:lnTo>
                    <a:pt x="164" y="878"/>
                  </a:lnTo>
                  <a:lnTo>
                    <a:pt x="167" y="878"/>
                  </a:lnTo>
                  <a:lnTo>
                    <a:pt x="167" y="878"/>
                  </a:lnTo>
                  <a:lnTo>
                    <a:pt x="169" y="878"/>
                  </a:lnTo>
                  <a:lnTo>
                    <a:pt x="169" y="878"/>
                  </a:lnTo>
                  <a:lnTo>
                    <a:pt x="169" y="878"/>
                  </a:lnTo>
                  <a:lnTo>
                    <a:pt x="171" y="878"/>
                  </a:lnTo>
                  <a:lnTo>
                    <a:pt x="171" y="878"/>
                  </a:lnTo>
                  <a:lnTo>
                    <a:pt x="175" y="880"/>
                  </a:lnTo>
                  <a:lnTo>
                    <a:pt x="175" y="880"/>
                  </a:lnTo>
                  <a:lnTo>
                    <a:pt x="178" y="882"/>
                  </a:lnTo>
                  <a:lnTo>
                    <a:pt x="182" y="884"/>
                  </a:lnTo>
                  <a:lnTo>
                    <a:pt x="184" y="884"/>
                  </a:lnTo>
                  <a:lnTo>
                    <a:pt x="184" y="884"/>
                  </a:lnTo>
                  <a:lnTo>
                    <a:pt x="284" y="891"/>
                  </a:lnTo>
                  <a:lnTo>
                    <a:pt x="563" y="907"/>
                  </a:lnTo>
                  <a:lnTo>
                    <a:pt x="572" y="909"/>
                  </a:lnTo>
                  <a:lnTo>
                    <a:pt x="641" y="911"/>
                  </a:lnTo>
                  <a:lnTo>
                    <a:pt x="643" y="909"/>
                  </a:lnTo>
                  <a:lnTo>
                    <a:pt x="643" y="907"/>
                  </a:lnTo>
                  <a:lnTo>
                    <a:pt x="645" y="904"/>
                  </a:lnTo>
                  <a:lnTo>
                    <a:pt x="645" y="904"/>
                  </a:lnTo>
                  <a:lnTo>
                    <a:pt x="645" y="904"/>
                  </a:lnTo>
                  <a:lnTo>
                    <a:pt x="647" y="902"/>
                  </a:lnTo>
                  <a:lnTo>
                    <a:pt x="647" y="902"/>
                  </a:lnTo>
                  <a:lnTo>
                    <a:pt x="647" y="902"/>
                  </a:lnTo>
                  <a:lnTo>
                    <a:pt x="647" y="900"/>
                  </a:lnTo>
                  <a:lnTo>
                    <a:pt x="647" y="900"/>
                  </a:lnTo>
                  <a:lnTo>
                    <a:pt x="647" y="900"/>
                  </a:lnTo>
                  <a:lnTo>
                    <a:pt x="647" y="898"/>
                  </a:lnTo>
                  <a:lnTo>
                    <a:pt x="650" y="895"/>
                  </a:lnTo>
                  <a:lnTo>
                    <a:pt x="652" y="893"/>
                  </a:lnTo>
                  <a:lnTo>
                    <a:pt x="652" y="891"/>
                  </a:lnTo>
                  <a:lnTo>
                    <a:pt x="652" y="884"/>
                  </a:lnTo>
                  <a:lnTo>
                    <a:pt x="654" y="878"/>
                  </a:lnTo>
                  <a:lnTo>
                    <a:pt x="654" y="878"/>
                  </a:lnTo>
                  <a:lnTo>
                    <a:pt x="654" y="878"/>
                  </a:lnTo>
                  <a:lnTo>
                    <a:pt x="654" y="876"/>
                  </a:lnTo>
                  <a:lnTo>
                    <a:pt x="654" y="873"/>
                  </a:lnTo>
                  <a:lnTo>
                    <a:pt x="654" y="873"/>
                  </a:lnTo>
                  <a:lnTo>
                    <a:pt x="656" y="871"/>
                  </a:lnTo>
                  <a:lnTo>
                    <a:pt x="658" y="869"/>
                  </a:lnTo>
                  <a:lnTo>
                    <a:pt x="658" y="867"/>
                  </a:lnTo>
                  <a:lnTo>
                    <a:pt x="658" y="867"/>
                  </a:lnTo>
                  <a:lnTo>
                    <a:pt x="661" y="864"/>
                  </a:lnTo>
                  <a:lnTo>
                    <a:pt x="663" y="862"/>
                  </a:lnTo>
                  <a:lnTo>
                    <a:pt x="665" y="862"/>
                  </a:lnTo>
                  <a:lnTo>
                    <a:pt x="670" y="856"/>
                  </a:lnTo>
                  <a:lnTo>
                    <a:pt x="672" y="853"/>
                  </a:lnTo>
                  <a:lnTo>
                    <a:pt x="672" y="851"/>
                  </a:lnTo>
                  <a:lnTo>
                    <a:pt x="672" y="849"/>
                  </a:lnTo>
                  <a:lnTo>
                    <a:pt x="674" y="849"/>
                  </a:lnTo>
                  <a:lnTo>
                    <a:pt x="674" y="847"/>
                  </a:lnTo>
                  <a:lnTo>
                    <a:pt x="674" y="847"/>
                  </a:lnTo>
                  <a:lnTo>
                    <a:pt x="674" y="847"/>
                  </a:lnTo>
                  <a:lnTo>
                    <a:pt x="674" y="845"/>
                  </a:lnTo>
                  <a:lnTo>
                    <a:pt x="676" y="845"/>
                  </a:lnTo>
                  <a:lnTo>
                    <a:pt x="676" y="842"/>
                  </a:lnTo>
                  <a:lnTo>
                    <a:pt x="681" y="840"/>
                  </a:lnTo>
                  <a:lnTo>
                    <a:pt x="683" y="840"/>
                  </a:lnTo>
                  <a:lnTo>
                    <a:pt x="687" y="838"/>
                  </a:lnTo>
                  <a:lnTo>
                    <a:pt x="687" y="838"/>
                  </a:lnTo>
                  <a:lnTo>
                    <a:pt x="689" y="836"/>
                  </a:lnTo>
                  <a:lnTo>
                    <a:pt x="692" y="836"/>
                  </a:lnTo>
                  <a:lnTo>
                    <a:pt x="692" y="833"/>
                  </a:lnTo>
                  <a:lnTo>
                    <a:pt x="692" y="833"/>
                  </a:lnTo>
                  <a:lnTo>
                    <a:pt x="696" y="827"/>
                  </a:lnTo>
                  <a:lnTo>
                    <a:pt x="696" y="827"/>
                  </a:lnTo>
                  <a:lnTo>
                    <a:pt x="696" y="827"/>
                  </a:lnTo>
                  <a:lnTo>
                    <a:pt x="696" y="825"/>
                  </a:lnTo>
                  <a:lnTo>
                    <a:pt x="698" y="820"/>
                  </a:lnTo>
                  <a:lnTo>
                    <a:pt x="698" y="820"/>
                  </a:lnTo>
                  <a:lnTo>
                    <a:pt x="701" y="816"/>
                  </a:lnTo>
                  <a:lnTo>
                    <a:pt x="703" y="809"/>
                  </a:lnTo>
                  <a:lnTo>
                    <a:pt x="705" y="807"/>
                  </a:lnTo>
                  <a:lnTo>
                    <a:pt x="707" y="805"/>
                  </a:lnTo>
                  <a:lnTo>
                    <a:pt x="709" y="805"/>
                  </a:lnTo>
                  <a:lnTo>
                    <a:pt x="709" y="802"/>
                  </a:lnTo>
                  <a:lnTo>
                    <a:pt x="709" y="802"/>
                  </a:lnTo>
                  <a:lnTo>
                    <a:pt x="709" y="800"/>
                  </a:lnTo>
                  <a:lnTo>
                    <a:pt x="716" y="785"/>
                  </a:lnTo>
                  <a:lnTo>
                    <a:pt x="716" y="782"/>
                  </a:lnTo>
                  <a:lnTo>
                    <a:pt x="716" y="780"/>
                  </a:lnTo>
                  <a:lnTo>
                    <a:pt x="716" y="780"/>
                  </a:lnTo>
                  <a:lnTo>
                    <a:pt x="716" y="780"/>
                  </a:lnTo>
                  <a:lnTo>
                    <a:pt x="718" y="780"/>
                  </a:lnTo>
                  <a:lnTo>
                    <a:pt x="718" y="778"/>
                  </a:lnTo>
                  <a:lnTo>
                    <a:pt x="718" y="774"/>
                  </a:lnTo>
                  <a:lnTo>
                    <a:pt x="718" y="771"/>
                  </a:lnTo>
                  <a:lnTo>
                    <a:pt x="721" y="769"/>
                  </a:lnTo>
                  <a:lnTo>
                    <a:pt x="721" y="767"/>
                  </a:lnTo>
                  <a:lnTo>
                    <a:pt x="721" y="767"/>
                  </a:lnTo>
                  <a:lnTo>
                    <a:pt x="721" y="763"/>
                  </a:lnTo>
                  <a:lnTo>
                    <a:pt x="721" y="763"/>
                  </a:lnTo>
                  <a:lnTo>
                    <a:pt x="721" y="760"/>
                  </a:lnTo>
                  <a:lnTo>
                    <a:pt x="721" y="760"/>
                  </a:lnTo>
                  <a:lnTo>
                    <a:pt x="721" y="760"/>
                  </a:lnTo>
                  <a:lnTo>
                    <a:pt x="718" y="760"/>
                  </a:lnTo>
                  <a:lnTo>
                    <a:pt x="716" y="758"/>
                  </a:lnTo>
                  <a:lnTo>
                    <a:pt x="709" y="754"/>
                  </a:lnTo>
                  <a:lnTo>
                    <a:pt x="707" y="751"/>
                  </a:lnTo>
                  <a:lnTo>
                    <a:pt x="705" y="749"/>
                  </a:lnTo>
                  <a:lnTo>
                    <a:pt x="703" y="745"/>
                  </a:lnTo>
                  <a:lnTo>
                    <a:pt x="703" y="743"/>
                  </a:lnTo>
                  <a:lnTo>
                    <a:pt x="705" y="740"/>
                  </a:lnTo>
                  <a:lnTo>
                    <a:pt x="705" y="738"/>
                  </a:lnTo>
                  <a:lnTo>
                    <a:pt x="716" y="725"/>
                  </a:lnTo>
                  <a:lnTo>
                    <a:pt x="718" y="720"/>
                  </a:lnTo>
                  <a:lnTo>
                    <a:pt x="718" y="718"/>
                  </a:lnTo>
                  <a:lnTo>
                    <a:pt x="718" y="707"/>
                  </a:lnTo>
                  <a:lnTo>
                    <a:pt x="716" y="698"/>
                  </a:lnTo>
                  <a:lnTo>
                    <a:pt x="716" y="696"/>
                  </a:lnTo>
                  <a:lnTo>
                    <a:pt x="718" y="694"/>
                  </a:lnTo>
                  <a:lnTo>
                    <a:pt x="729" y="687"/>
                  </a:lnTo>
                  <a:lnTo>
                    <a:pt x="729" y="687"/>
                  </a:lnTo>
                  <a:lnTo>
                    <a:pt x="732" y="685"/>
                  </a:lnTo>
                  <a:lnTo>
                    <a:pt x="740" y="683"/>
                  </a:lnTo>
                  <a:lnTo>
                    <a:pt x="743" y="683"/>
                  </a:lnTo>
                  <a:lnTo>
                    <a:pt x="743" y="683"/>
                  </a:lnTo>
                  <a:lnTo>
                    <a:pt x="745" y="681"/>
                  </a:lnTo>
                  <a:lnTo>
                    <a:pt x="756" y="676"/>
                  </a:lnTo>
                  <a:lnTo>
                    <a:pt x="756" y="676"/>
                  </a:lnTo>
                  <a:lnTo>
                    <a:pt x="758" y="674"/>
                  </a:lnTo>
                  <a:lnTo>
                    <a:pt x="758" y="672"/>
                  </a:lnTo>
                  <a:lnTo>
                    <a:pt x="758" y="669"/>
                  </a:lnTo>
                  <a:lnTo>
                    <a:pt x="758" y="667"/>
                  </a:lnTo>
                  <a:lnTo>
                    <a:pt x="756" y="667"/>
                  </a:lnTo>
                  <a:lnTo>
                    <a:pt x="758" y="667"/>
                  </a:lnTo>
                  <a:lnTo>
                    <a:pt x="758" y="665"/>
                  </a:lnTo>
                  <a:lnTo>
                    <a:pt x="760" y="663"/>
                  </a:lnTo>
                  <a:lnTo>
                    <a:pt x="760" y="661"/>
                  </a:lnTo>
                  <a:lnTo>
                    <a:pt x="760" y="661"/>
                  </a:lnTo>
                  <a:lnTo>
                    <a:pt x="760" y="661"/>
                  </a:lnTo>
                  <a:lnTo>
                    <a:pt x="763" y="658"/>
                  </a:lnTo>
                  <a:lnTo>
                    <a:pt x="767" y="656"/>
                  </a:lnTo>
                  <a:lnTo>
                    <a:pt x="769" y="654"/>
                  </a:lnTo>
                  <a:lnTo>
                    <a:pt x="771" y="654"/>
                  </a:lnTo>
                  <a:lnTo>
                    <a:pt x="778" y="654"/>
                  </a:lnTo>
                  <a:lnTo>
                    <a:pt x="778" y="654"/>
                  </a:lnTo>
                  <a:lnTo>
                    <a:pt x="778" y="654"/>
                  </a:lnTo>
                  <a:lnTo>
                    <a:pt x="778" y="652"/>
                  </a:lnTo>
                  <a:lnTo>
                    <a:pt x="778" y="652"/>
                  </a:lnTo>
                  <a:lnTo>
                    <a:pt x="776" y="652"/>
                  </a:lnTo>
                  <a:lnTo>
                    <a:pt x="776" y="649"/>
                  </a:lnTo>
                  <a:lnTo>
                    <a:pt x="776" y="649"/>
                  </a:lnTo>
                  <a:lnTo>
                    <a:pt x="774" y="647"/>
                  </a:lnTo>
                  <a:lnTo>
                    <a:pt x="774" y="641"/>
                  </a:lnTo>
                  <a:lnTo>
                    <a:pt x="774" y="641"/>
                  </a:lnTo>
                  <a:lnTo>
                    <a:pt x="776" y="638"/>
                  </a:lnTo>
                  <a:lnTo>
                    <a:pt x="783" y="636"/>
                  </a:lnTo>
                  <a:lnTo>
                    <a:pt x="785" y="636"/>
                  </a:lnTo>
                  <a:lnTo>
                    <a:pt x="785" y="632"/>
                  </a:lnTo>
                  <a:lnTo>
                    <a:pt x="783" y="632"/>
                  </a:lnTo>
                  <a:lnTo>
                    <a:pt x="783" y="630"/>
                  </a:lnTo>
                  <a:lnTo>
                    <a:pt x="780" y="630"/>
                  </a:lnTo>
                  <a:lnTo>
                    <a:pt x="780" y="627"/>
                  </a:lnTo>
                  <a:lnTo>
                    <a:pt x="780" y="627"/>
                  </a:lnTo>
                  <a:lnTo>
                    <a:pt x="783" y="625"/>
                  </a:lnTo>
                  <a:lnTo>
                    <a:pt x="783" y="625"/>
                  </a:lnTo>
                  <a:lnTo>
                    <a:pt x="787" y="625"/>
                  </a:lnTo>
                  <a:lnTo>
                    <a:pt x="789" y="623"/>
                  </a:lnTo>
                  <a:lnTo>
                    <a:pt x="789" y="623"/>
                  </a:lnTo>
                  <a:lnTo>
                    <a:pt x="789" y="621"/>
                  </a:lnTo>
                  <a:lnTo>
                    <a:pt x="785" y="616"/>
                  </a:lnTo>
                  <a:lnTo>
                    <a:pt x="785" y="616"/>
                  </a:lnTo>
                  <a:lnTo>
                    <a:pt x="785" y="614"/>
                  </a:lnTo>
                  <a:lnTo>
                    <a:pt x="785" y="610"/>
                  </a:lnTo>
                  <a:lnTo>
                    <a:pt x="785" y="607"/>
                  </a:lnTo>
                  <a:lnTo>
                    <a:pt x="787" y="607"/>
                  </a:lnTo>
                  <a:lnTo>
                    <a:pt x="789" y="607"/>
                  </a:lnTo>
                  <a:lnTo>
                    <a:pt x="791" y="607"/>
                  </a:lnTo>
                  <a:lnTo>
                    <a:pt x="791" y="607"/>
                  </a:lnTo>
                  <a:lnTo>
                    <a:pt x="794" y="603"/>
                  </a:lnTo>
                  <a:lnTo>
                    <a:pt x="796" y="603"/>
                  </a:lnTo>
                  <a:lnTo>
                    <a:pt x="796" y="601"/>
                  </a:lnTo>
                  <a:lnTo>
                    <a:pt x="796" y="601"/>
                  </a:lnTo>
                  <a:lnTo>
                    <a:pt x="794" y="599"/>
                  </a:lnTo>
                  <a:lnTo>
                    <a:pt x="791" y="596"/>
                  </a:lnTo>
                  <a:lnTo>
                    <a:pt x="791" y="596"/>
                  </a:lnTo>
                  <a:lnTo>
                    <a:pt x="791" y="596"/>
                  </a:lnTo>
                  <a:lnTo>
                    <a:pt x="791" y="594"/>
                  </a:lnTo>
                  <a:lnTo>
                    <a:pt x="789" y="594"/>
                  </a:lnTo>
                  <a:lnTo>
                    <a:pt x="787" y="594"/>
                  </a:lnTo>
                  <a:lnTo>
                    <a:pt x="787" y="594"/>
                  </a:lnTo>
                  <a:lnTo>
                    <a:pt x="785" y="592"/>
                  </a:lnTo>
                  <a:lnTo>
                    <a:pt x="783" y="590"/>
                  </a:lnTo>
                  <a:lnTo>
                    <a:pt x="778" y="585"/>
                  </a:lnTo>
                  <a:lnTo>
                    <a:pt x="778" y="583"/>
                  </a:lnTo>
                  <a:lnTo>
                    <a:pt x="776" y="583"/>
                  </a:lnTo>
                  <a:lnTo>
                    <a:pt x="767" y="585"/>
                  </a:lnTo>
                  <a:lnTo>
                    <a:pt x="765" y="585"/>
                  </a:lnTo>
                  <a:lnTo>
                    <a:pt x="765" y="585"/>
                  </a:lnTo>
                  <a:lnTo>
                    <a:pt x="763" y="585"/>
                  </a:lnTo>
                  <a:lnTo>
                    <a:pt x="758" y="583"/>
                  </a:lnTo>
                  <a:lnTo>
                    <a:pt x="756" y="581"/>
                  </a:lnTo>
                  <a:lnTo>
                    <a:pt x="754" y="581"/>
                  </a:lnTo>
                  <a:lnTo>
                    <a:pt x="752" y="581"/>
                  </a:lnTo>
                  <a:lnTo>
                    <a:pt x="752" y="581"/>
                  </a:lnTo>
                  <a:lnTo>
                    <a:pt x="752" y="581"/>
                  </a:lnTo>
                  <a:lnTo>
                    <a:pt x="787" y="552"/>
                  </a:lnTo>
                  <a:lnTo>
                    <a:pt x="820" y="525"/>
                  </a:lnTo>
                  <a:lnTo>
                    <a:pt x="822" y="525"/>
                  </a:lnTo>
                  <a:lnTo>
                    <a:pt x="822" y="525"/>
                  </a:lnTo>
                  <a:lnTo>
                    <a:pt x="822" y="525"/>
                  </a:lnTo>
                  <a:lnTo>
                    <a:pt x="822" y="525"/>
                  </a:lnTo>
                  <a:lnTo>
                    <a:pt x="825" y="525"/>
                  </a:lnTo>
                  <a:lnTo>
                    <a:pt x="825" y="525"/>
                  </a:lnTo>
                  <a:lnTo>
                    <a:pt x="825" y="525"/>
                  </a:lnTo>
                  <a:lnTo>
                    <a:pt x="825" y="525"/>
                  </a:lnTo>
                  <a:lnTo>
                    <a:pt x="825" y="525"/>
                  </a:lnTo>
                  <a:lnTo>
                    <a:pt x="827" y="525"/>
                  </a:lnTo>
                  <a:lnTo>
                    <a:pt x="827" y="525"/>
                  </a:lnTo>
                  <a:lnTo>
                    <a:pt x="827" y="525"/>
                  </a:lnTo>
                  <a:lnTo>
                    <a:pt x="827" y="525"/>
                  </a:lnTo>
                  <a:lnTo>
                    <a:pt x="829" y="525"/>
                  </a:lnTo>
                  <a:lnTo>
                    <a:pt x="831" y="525"/>
                  </a:lnTo>
                  <a:lnTo>
                    <a:pt x="831" y="525"/>
                  </a:lnTo>
                  <a:lnTo>
                    <a:pt x="836" y="521"/>
                  </a:lnTo>
                  <a:lnTo>
                    <a:pt x="838" y="519"/>
                  </a:lnTo>
                  <a:lnTo>
                    <a:pt x="838" y="519"/>
                  </a:lnTo>
                  <a:lnTo>
                    <a:pt x="838" y="519"/>
                  </a:lnTo>
                  <a:lnTo>
                    <a:pt x="838" y="519"/>
                  </a:lnTo>
                  <a:lnTo>
                    <a:pt x="838" y="519"/>
                  </a:lnTo>
                  <a:lnTo>
                    <a:pt x="840" y="519"/>
                  </a:lnTo>
                  <a:lnTo>
                    <a:pt x="840" y="517"/>
                  </a:lnTo>
                  <a:lnTo>
                    <a:pt x="840" y="517"/>
                  </a:lnTo>
                  <a:lnTo>
                    <a:pt x="840" y="514"/>
                  </a:lnTo>
                  <a:lnTo>
                    <a:pt x="842" y="514"/>
                  </a:lnTo>
                  <a:lnTo>
                    <a:pt x="842" y="512"/>
                  </a:lnTo>
                  <a:lnTo>
                    <a:pt x="842" y="512"/>
                  </a:lnTo>
                  <a:lnTo>
                    <a:pt x="845" y="512"/>
                  </a:lnTo>
                  <a:lnTo>
                    <a:pt x="845" y="510"/>
                  </a:lnTo>
                  <a:lnTo>
                    <a:pt x="845" y="510"/>
                  </a:lnTo>
                  <a:lnTo>
                    <a:pt x="845" y="508"/>
                  </a:lnTo>
                  <a:lnTo>
                    <a:pt x="845" y="508"/>
                  </a:lnTo>
                  <a:lnTo>
                    <a:pt x="845" y="508"/>
                  </a:lnTo>
                  <a:lnTo>
                    <a:pt x="845" y="505"/>
                  </a:lnTo>
                  <a:lnTo>
                    <a:pt x="847" y="505"/>
                  </a:lnTo>
                  <a:lnTo>
                    <a:pt x="847" y="503"/>
                  </a:lnTo>
                  <a:lnTo>
                    <a:pt x="849" y="503"/>
                  </a:lnTo>
                  <a:lnTo>
                    <a:pt x="851" y="501"/>
                  </a:lnTo>
                  <a:lnTo>
                    <a:pt x="851" y="501"/>
                  </a:lnTo>
                  <a:lnTo>
                    <a:pt x="853" y="501"/>
                  </a:lnTo>
                  <a:lnTo>
                    <a:pt x="853" y="499"/>
                  </a:lnTo>
                  <a:lnTo>
                    <a:pt x="851" y="499"/>
                  </a:lnTo>
                  <a:lnTo>
                    <a:pt x="851" y="499"/>
                  </a:lnTo>
                  <a:lnTo>
                    <a:pt x="853" y="497"/>
                  </a:lnTo>
                  <a:lnTo>
                    <a:pt x="853" y="494"/>
                  </a:lnTo>
                  <a:lnTo>
                    <a:pt x="856" y="494"/>
                  </a:lnTo>
                  <a:lnTo>
                    <a:pt x="853" y="492"/>
                  </a:lnTo>
                  <a:lnTo>
                    <a:pt x="856" y="492"/>
                  </a:lnTo>
                  <a:lnTo>
                    <a:pt x="856" y="492"/>
                  </a:lnTo>
                  <a:lnTo>
                    <a:pt x="856" y="490"/>
                  </a:lnTo>
                  <a:lnTo>
                    <a:pt x="856" y="488"/>
                  </a:lnTo>
                  <a:lnTo>
                    <a:pt x="856" y="488"/>
                  </a:lnTo>
                  <a:lnTo>
                    <a:pt x="856" y="488"/>
                  </a:lnTo>
                  <a:lnTo>
                    <a:pt x="858" y="488"/>
                  </a:lnTo>
                  <a:lnTo>
                    <a:pt x="858" y="488"/>
                  </a:lnTo>
                  <a:lnTo>
                    <a:pt x="858" y="486"/>
                  </a:lnTo>
                  <a:lnTo>
                    <a:pt x="860" y="486"/>
                  </a:lnTo>
                  <a:lnTo>
                    <a:pt x="860" y="486"/>
                  </a:lnTo>
                  <a:lnTo>
                    <a:pt x="865" y="481"/>
                  </a:lnTo>
                  <a:lnTo>
                    <a:pt x="867" y="479"/>
                  </a:lnTo>
                  <a:lnTo>
                    <a:pt x="867" y="477"/>
                  </a:lnTo>
                  <a:lnTo>
                    <a:pt x="869" y="477"/>
                  </a:lnTo>
                  <a:lnTo>
                    <a:pt x="871" y="474"/>
                  </a:lnTo>
                  <a:lnTo>
                    <a:pt x="871" y="474"/>
                  </a:lnTo>
                  <a:lnTo>
                    <a:pt x="873" y="472"/>
                  </a:lnTo>
                  <a:lnTo>
                    <a:pt x="873" y="470"/>
                  </a:lnTo>
                  <a:lnTo>
                    <a:pt x="876" y="463"/>
                  </a:lnTo>
                  <a:lnTo>
                    <a:pt x="876" y="461"/>
                  </a:lnTo>
                  <a:lnTo>
                    <a:pt x="876" y="461"/>
                  </a:lnTo>
                  <a:lnTo>
                    <a:pt x="876" y="459"/>
                  </a:lnTo>
                  <a:lnTo>
                    <a:pt x="876" y="459"/>
                  </a:lnTo>
                  <a:lnTo>
                    <a:pt x="876" y="459"/>
                  </a:lnTo>
                  <a:lnTo>
                    <a:pt x="876" y="457"/>
                  </a:lnTo>
                  <a:lnTo>
                    <a:pt x="876" y="457"/>
                  </a:lnTo>
                  <a:lnTo>
                    <a:pt x="876" y="457"/>
                  </a:lnTo>
                  <a:lnTo>
                    <a:pt x="876" y="454"/>
                  </a:lnTo>
                  <a:lnTo>
                    <a:pt x="876" y="454"/>
                  </a:lnTo>
                  <a:lnTo>
                    <a:pt x="876" y="454"/>
                  </a:lnTo>
                  <a:lnTo>
                    <a:pt x="878" y="454"/>
                  </a:lnTo>
                  <a:lnTo>
                    <a:pt x="878" y="452"/>
                  </a:lnTo>
                  <a:lnTo>
                    <a:pt x="878" y="452"/>
                  </a:lnTo>
                  <a:lnTo>
                    <a:pt x="878" y="452"/>
                  </a:lnTo>
                  <a:lnTo>
                    <a:pt x="878" y="452"/>
                  </a:lnTo>
                  <a:lnTo>
                    <a:pt x="878" y="452"/>
                  </a:lnTo>
                  <a:lnTo>
                    <a:pt x="878" y="450"/>
                  </a:lnTo>
                  <a:lnTo>
                    <a:pt x="878" y="450"/>
                  </a:lnTo>
                  <a:lnTo>
                    <a:pt x="878" y="450"/>
                  </a:lnTo>
                  <a:lnTo>
                    <a:pt x="878" y="450"/>
                  </a:lnTo>
                  <a:lnTo>
                    <a:pt x="878" y="450"/>
                  </a:lnTo>
                  <a:lnTo>
                    <a:pt x="880" y="450"/>
                  </a:lnTo>
                  <a:lnTo>
                    <a:pt x="880" y="450"/>
                  </a:lnTo>
                  <a:lnTo>
                    <a:pt x="880" y="448"/>
                  </a:lnTo>
                  <a:lnTo>
                    <a:pt x="880" y="448"/>
                  </a:lnTo>
                  <a:lnTo>
                    <a:pt x="880" y="448"/>
                  </a:lnTo>
                  <a:lnTo>
                    <a:pt x="882" y="448"/>
                  </a:lnTo>
                  <a:lnTo>
                    <a:pt x="882" y="446"/>
                  </a:lnTo>
                  <a:lnTo>
                    <a:pt x="882" y="446"/>
                  </a:lnTo>
                  <a:lnTo>
                    <a:pt x="882" y="446"/>
                  </a:lnTo>
                  <a:lnTo>
                    <a:pt x="882" y="446"/>
                  </a:lnTo>
                  <a:lnTo>
                    <a:pt x="882" y="443"/>
                  </a:lnTo>
                  <a:lnTo>
                    <a:pt x="882" y="443"/>
                  </a:lnTo>
                  <a:lnTo>
                    <a:pt x="884" y="441"/>
                  </a:lnTo>
                  <a:lnTo>
                    <a:pt x="882" y="441"/>
                  </a:lnTo>
                  <a:lnTo>
                    <a:pt x="882" y="439"/>
                  </a:lnTo>
                  <a:lnTo>
                    <a:pt x="882" y="439"/>
                  </a:lnTo>
                  <a:lnTo>
                    <a:pt x="882" y="437"/>
                  </a:lnTo>
                  <a:lnTo>
                    <a:pt x="884" y="437"/>
                  </a:lnTo>
                  <a:lnTo>
                    <a:pt x="884" y="437"/>
                  </a:lnTo>
                  <a:lnTo>
                    <a:pt x="884" y="437"/>
                  </a:lnTo>
                  <a:lnTo>
                    <a:pt x="887" y="437"/>
                  </a:lnTo>
                  <a:lnTo>
                    <a:pt x="887" y="435"/>
                  </a:lnTo>
                  <a:lnTo>
                    <a:pt x="889" y="435"/>
                  </a:lnTo>
                  <a:lnTo>
                    <a:pt x="889" y="432"/>
                  </a:lnTo>
                  <a:lnTo>
                    <a:pt x="889" y="432"/>
                  </a:lnTo>
                  <a:lnTo>
                    <a:pt x="889" y="432"/>
                  </a:lnTo>
                  <a:lnTo>
                    <a:pt x="891" y="432"/>
                  </a:lnTo>
                  <a:lnTo>
                    <a:pt x="891" y="432"/>
                  </a:lnTo>
                  <a:lnTo>
                    <a:pt x="891" y="432"/>
                  </a:lnTo>
                  <a:lnTo>
                    <a:pt x="893" y="432"/>
                  </a:lnTo>
                  <a:lnTo>
                    <a:pt x="893" y="430"/>
                  </a:lnTo>
                  <a:lnTo>
                    <a:pt x="893" y="430"/>
                  </a:lnTo>
                  <a:lnTo>
                    <a:pt x="893" y="428"/>
                  </a:lnTo>
                  <a:lnTo>
                    <a:pt x="896" y="428"/>
                  </a:lnTo>
                  <a:lnTo>
                    <a:pt x="896" y="428"/>
                  </a:lnTo>
                  <a:lnTo>
                    <a:pt x="896" y="428"/>
                  </a:lnTo>
                  <a:lnTo>
                    <a:pt x="896" y="426"/>
                  </a:lnTo>
                  <a:lnTo>
                    <a:pt x="896" y="426"/>
                  </a:lnTo>
                  <a:lnTo>
                    <a:pt x="896" y="426"/>
                  </a:lnTo>
                  <a:lnTo>
                    <a:pt x="896" y="426"/>
                  </a:lnTo>
                  <a:lnTo>
                    <a:pt x="898" y="426"/>
                  </a:lnTo>
                  <a:lnTo>
                    <a:pt x="898" y="426"/>
                  </a:lnTo>
                  <a:lnTo>
                    <a:pt x="898" y="426"/>
                  </a:lnTo>
                  <a:lnTo>
                    <a:pt x="896" y="426"/>
                  </a:lnTo>
                  <a:lnTo>
                    <a:pt x="896" y="423"/>
                  </a:lnTo>
                  <a:lnTo>
                    <a:pt x="896" y="423"/>
                  </a:lnTo>
                  <a:lnTo>
                    <a:pt x="896" y="423"/>
                  </a:lnTo>
                  <a:lnTo>
                    <a:pt x="898" y="423"/>
                  </a:lnTo>
                  <a:lnTo>
                    <a:pt x="900" y="421"/>
                  </a:lnTo>
                  <a:lnTo>
                    <a:pt x="900" y="421"/>
                  </a:lnTo>
                  <a:lnTo>
                    <a:pt x="898" y="421"/>
                  </a:lnTo>
                  <a:lnTo>
                    <a:pt x="898" y="419"/>
                  </a:lnTo>
                  <a:lnTo>
                    <a:pt x="900" y="419"/>
                  </a:lnTo>
                  <a:lnTo>
                    <a:pt x="900" y="419"/>
                  </a:lnTo>
                  <a:lnTo>
                    <a:pt x="900" y="419"/>
                  </a:lnTo>
                  <a:lnTo>
                    <a:pt x="900" y="419"/>
                  </a:lnTo>
                  <a:lnTo>
                    <a:pt x="900" y="419"/>
                  </a:lnTo>
                  <a:lnTo>
                    <a:pt x="902" y="419"/>
                  </a:lnTo>
                  <a:lnTo>
                    <a:pt x="902" y="419"/>
                  </a:lnTo>
                  <a:lnTo>
                    <a:pt x="904" y="415"/>
                  </a:lnTo>
                  <a:lnTo>
                    <a:pt x="904" y="410"/>
                  </a:lnTo>
                  <a:lnTo>
                    <a:pt x="904" y="410"/>
                  </a:lnTo>
                  <a:lnTo>
                    <a:pt x="904" y="410"/>
                  </a:lnTo>
                  <a:lnTo>
                    <a:pt x="907" y="410"/>
                  </a:lnTo>
                  <a:lnTo>
                    <a:pt x="907" y="408"/>
                  </a:lnTo>
                  <a:lnTo>
                    <a:pt x="907" y="408"/>
                  </a:lnTo>
                  <a:lnTo>
                    <a:pt x="904" y="401"/>
                  </a:lnTo>
                  <a:lnTo>
                    <a:pt x="904" y="401"/>
                  </a:lnTo>
                  <a:lnTo>
                    <a:pt x="907" y="401"/>
                  </a:lnTo>
                  <a:lnTo>
                    <a:pt x="907" y="401"/>
                  </a:lnTo>
                  <a:lnTo>
                    <a:pt x="907" y="399"/>
                  </a:lnTo>
                  <a:lnTo>
                    <a:pt x="907" y="399"/>
                  </a:lnTo>
                  <a:lnTo>
                    <a:pt x="909" y="399"/>
                  </a:lnTo>
                  <a:lnTo>
                    <a:pt x="909" y="399"/>
                  </a:lnTo>
                  <a:lnTo>
                    <a:pt x="909" y="399"/>
                  </a:lnTo>
                  <a:lnTo>
                    <a:pt x="911" y="397"/>
                  </a:lnTo>
                  <a:lnTo>
                    <a:pt x="911" y="397"/>
                  </a:lnTo>
                  <a:lnTo>
                    <a:pt x="911" y="397"/>
                  </a:lnTo>
                  <a:lnTo>
                    <a:pt x="909" y="397"/>
                  </a:lnTo>
                  <a:lnTo>
                    <a:pt x="909" y="397"/>
                  </a:lnTo>
                  <a:lnTo>
                    <a:pt x="909" y="397"/>
                  </a:lnTo>
                  <a:lnTo>
                    <a:pt x="909" y="395"/>
                  </a:lnTo>
                  <a:lnTo>
                    <a:pt x="909" y="395"/>
                  </a:lnTo>
                  <a:lnTo>
                    <a:pt x="909" y="395"/>
                  </a:lnTo>
                  <a:lnTo>
                    <a:pt x="907" y="395"/>
                  </a:lnTo>
                  <a:lnTo>
                    <a:pt x="904" y="390"/>
                  </a:lnTo>
                  <a:lnTo>
                    <a:pt x="904" y="388"/>
                  </a:lnTo>
                  <a:lnTo>
                    <a:pt x="907" y="386"/>
                  </a:lnTo>
                  <a:lnTo>
                    <a:pt x="907" y="384"/>
                  </a:lnTo>
                  <a:lnTo>
                    <a:pt x="909" y="384"/>
                  </a:lnTo>
                  <a:lnTo>
                    <a:pt x="909" y="384"/>
                  </a:lnTo>
                  <a:lnTo>
                    <a:pt x="909" y="384"/>
                  </a:lnTo>
                  <a:lnTo>
                    <a:pt x="911" y="384"/>
                  </a:lnTo>
                  <a:lnTo>
                    <a:pt x="911" y="384"/>
                  </a:lnTo>
                  <a:lnTo>
                    <a:pt x="913" y="384"/>
                  </a:lnTo>
                  <a:lnTo>
                    <a:pt x="913" y="384"/>
                  </a:lnTo>
                  <a:lnTo>
                    <a:pt x="913" y="381"/>
                  </a:lnTo>
                  <a:lnTo>
                    <a:pt x="915" y="381"/>
                  </a:lnTo>
                  <a:lnTo>
                    <a:pt x="915" y="381"/>
                  </a:lnTo>
                  <a:lnTo>
                    <a:pt x="915" y="377"/>
                  </a:lnTo>
                  <a:lnTo>
                    <a:pt x="915" y="377"/>
                  </a:lnTo>
                  <a:lnTo>
                    <a:pt x="915" y="377"/>
                  </a:lnTo>
                  <a:lnTo>
                    <a:pt x="915" y="377"/>
                  </a:lnTo>
                  <a:lnTo>
                    <a:pt x="915" y="377"/>
                  </a:lnTo>
                  <a:lnTo>
                    <a:pt x="918" y="375"/>
                  </a:lnTo>
                  <a:lnTo>
                    <a:pt x="918" y="375"/>
                  </a:lnTo>
                  <a:lnTo>
                    <a:pt x="920" y="375"/>
                  </a:lnTo>
                  <a:lnTo>
                    <a:pt x="920" y="375"/>
                  </a:lnTo>
                  <a:lnTo>
                    <a:pt x="920" y="375"/>
                  </a:lnTo>
                  <a:lnTo>
                    <a:pt x="922" y="372"/>
                  </a:lnTo>
                  <a:lnTo>
                    <a:pt x="922" y="370"/>
                  </a:lnTo>
                  <a:lnTo>
                    <a:pt x="920" y="368"/>
                  </a:lnTo>
                  <a:lnTo>
                    <a:pt x="920" y="366"/>
                  </a:lnTo>
                  <a:lnTo>
                    <a:pt x="922" y="366"/>
                  </a:lnTo>
                  <a:lnTo>
                    <a:pt x="922" y="366"/>
                  </a:lnTo>
                  <a:lnTo>
                    <a:pt x="922" y="364"/>
                  </a:lnTo>
                  <a:lnTo>
                    <a:pt x="922" y="364"/>
                  </a:lnTo>
                  <a:lnTo>
                    <a:pt x="922" y="364"/>
                  </a:lnTo>
                  <a:lnTo>
                    <a:pt x="922" y="361"/>
                  </a:lnTo>
                  <a:lnTo>
                    <a:pt x="922" y="361"/>
                  </a:lnTo>
                  <a:lnTo>
                    <a:pt x="922" y="364"/>
                  </a:lnTo>
                  <a:lnTo>
                    <a:pt x="920" y="364"/>
                  </a:lnTo>
                  <a:lnTo>
                    <a:pt x="920" y="364"/>
                  </a:lnTo>
                  <a:lnTo>
                    <a:pt x="920" y="364"/>
                  </a:lnTo>
                  <a:lnTo>
                    <a:pt x="920" y="364"/>
                  </a:lnTo>
                  <a:lnTo>
                    <a:pt x="920" y="361"/>
                  </a:lnTo>
                  <a:lnTo>
                    <a:pt x="922" y="359"/>
                  </a:lnTo>
                  <a:lnTo>
                    <a:pt x="922" y="359"/>
                  </a:lnTo>
                  <a:lnTo>
                    <a:pt x="922" y="357"/>
                  </a:lnTo>
                  <a:lnTo>
                    <a:pt x="922" y="355"/>
                  </a:lnTo>
                  <a:lnTo>
                    <a:pt x="922" y="355"/>
                  </a:lnTo>
                  <a:lnTo>
                    <a:pt x="922" y="353"/>
                  </a:lnTo>
                  <a:lnTo>
                    <a:pt x="922" y="353"/>
                  </a:lnTo>
                  <a:lnTo>
                    <a:pt x="922" y="353"/>
                  </a:lnTo>
                  <a:lnTo>
                    <a:pt x="924" y="355"/>
                  </a:lnTo>
                  <a:lnTo>
                    <a:pt x="924" y="355"/>
                  </a:lnTo>
                  <a:lnTo>
                    <a:pt x="927" y="355"/>
                  </a:lnTo>
                  <a:lnTo>
                    <a:pt x="927" y="353"/>
                  </a:lnTo>
                  <a:lnTo>
                    <a:pt x="927" y="353"/>
                  </a:lnTo>
                  <a:lnTo>
                    <a:pt x="927" y="353"/>
                  </a:lnTo>
                  <a:lnTo>
                    <a:pt x="929" y="350"/>
                  </a:lnTo>
                  <a:lnTo>
                    <a:pt x="931" y="348"/>
                  </a:lnTo>
                  <a:lnTo>
                    <a:pt x="931" y="346"/>
                  </a:lnTo>
                  <a:lnTo>
                    <a:pt x="933" y="339"/>
                  </a:lnTo>
                  <a:lnTo>
                    <a:pt x="935" y="335"/>
                  </a:lnTo>
                  <a:lnTo>
                    <a:pt x="938" y="330"/>
                  </a:lnTo>
                  <a:lnTo>
                    <a:pt x="938" y="328"/>
                  </a:lnTo>
                  <a:lnTo>
                    <a:pt x="938" y="328"/>
                  </a:lnTo>
                  <a:lnTo>
                    <a:pt x="935" y="326"/>
                  </a:lnTo>
                  <a:lnTo>
                    <a:pt x="935" y="326"/>
                  </a:lnTo>
                  <a:lnTo>
                    <a:pt x="935" y="326"/>
                  </a:lnTo>
                  <a:lnTo>
                    <a:pt x="938" y="324"/>
                  </a:lnTo>
                  <a:lnTo>
                    <a:pt x="938" y="324"/>
                  </a:lnTo>
                  <a:lnTo>
                    <a:pt x="938" y="324"/>
                  </a:lnTo>
                  <a:lnTo>
                    <a:pt x="938" y="322"/>
                  </a:lnTo>
                  <a:lnTo>
                    <a:pt x="935" y="322"/>
                  </a:lnTo>
                  <a:lnTo>
                    <a:pt x="933" y="322"/>
                  </a:lnTo>
                  <a:lnTo>
                    <a:pt x="931" y="322"/>
                  </a:lnTo>
                  <a:lnTo>
                    <a:pt x="931" y="322"/>
                  </a:lnTo>
                  <a:lnTo>
                    <a:pt x="929" y="319"/>
                  </a:lnTo>
                  <a:lnTo>
                    <a:pt x="929" y="317"/>
                  </a:lnTo>
                  <a:lnTo>
                    <a:pt x="929" y="317"/>
                  </a:lnTo>
                  <a:lnTo>
                    <a:pt x="931" y="317"/>
                  </a:lnTo>
                  <a:lnTo>
                    <a:pt x="931" y="317"/>
                  </a:lnTo>
                  <a:lnTo>
                    <a:pt x="935" y="315"/>
                  </a:lnTo>
                  <a:lnTo>
                    <a:pt x="935" y="315"/>
                  </a:lnTo>
                  <a:lnTo>
                    <a:pt x="935" y="315"/>
                  </a:lnTo>
                  <a:lnTo>
                    <a:pt x="938" y="313"/>
                  </a:lnTo>
                  <a:lnTo>
                    <a:pt x="938" y="313"/>
                  </a:lnTo>
                  <a:lnTo>
                    <a:pt x="938" y="313"/>
                  </a:lnTo>
                  <a:lnTo>
                    <a:pt x="938" y="308"/>
                  </a:lnTo>
                  <a:lnTo>
                    <a:pt x="938" y="308"/>
                  </a:lnTo>
                  <a:lnTo>
                    <a:pt x="938" y="308"/>
                  </a:lnTo>
                  <a:lnTo>
                    <a:pt x="938" y="306"/>
                  </a:lnTo>
                  <a:lnTo>
                    <a:pt x="938" y="306"/>
                  </a:lnTo>
                  <a:lnTo>
                    <a:pt x="940" y="306"/>
                  </a:lnTo>
                  <a:lnTo>
                    <a:pt x="940" y="304"/>
                  </a:lnTo>
                  <a:lnTo>
                    <a:pt x="938" y="304"/>
                  </a:lnTo>
                  <a:lnTo>
                    <a:pt x="938" y="297"/>
                  </a:lnTo>
                  <a:lnTo>
                    <a:pt x="938" y="297"/>
                  </a:lnTo>
                  <a:lnTo>
                    <a:pt x="940" y="295"/>
                  </a:lnTo>
                  <a:lnTo>
                    <a:pt x="940" y="293"/>
                  </a:lnTo>
                  <a:lnTo>
                    <a:pt x="940" y="290"/>
                  </a:lnTo>
                  <a:lnTo>
                    <a:pt x="942" y="290"/>
                  </a:lnTo>
                  <a:lnTo>
                    <a:pt x="944" y="288"/>
                  </a:lnTo>
                  <a:lnTo>
                    <a:pt x="942" y="288"/>
                  </a:lnTo>
                  <a:lnTo>
                    <a:pt x="940" y="286"/>
                  </a:lnTo>
                  <a:lnTo>
                    <a:pt x="940" y="284"/>
                  </a:lnTo>
                  <a:lnTo>
                    <a:pt x="940" y="284"/>
                  </a:lnTo>
                  <a:lnTo>
                    <a:pt x="942" y="284"/>
                  </a:lnTo>
                  <a:lnTo>
                    <a:pt x="942" y="284"/>
                  </a:lnTo>
                  <a:lnTo>
                    <a:pt x="942" y="284"/>
                  </a:lnTo>
                  <a:lnTo>
                    <a:pt x="942" y="282"/>
                  </a:lnTo>
                  <a:lnTo>
                    <a:pt x="942" y="282"/>
                  </a:lnTo>
                  <a:lnTo>
                    <a:pt x="942" y="279"/>
                  </a:lnTo>
                  <a:lnTo>
                    <a:pt x="942" y="279"/>
                  </a:lnTo>
                  <a:lnTo>
                    <a:pt x="944" y="279"/>
                  </a:lnTo>
                  <a:lnTo>
                    <a:pt x="947" y="277"/>
                  </a:lnTo>
                  <a:lnTo>
                    <a:pt x="947" y="277"/>
                  </a:lnTo>
                  <a:lnTo>
                    <a:pt x="947" y="275"/>
                  </a:lnTo>
                  <a:lnTo>
                    <a:pt x="947" y="275"/>
                  </a:lnTo>
                  <a:close/>
                  <a:moveTo>
                    <a:pt x="559" y="224"/>
                  </a:moveTo>
                  <a:lnTo>
                    <a:pt x="561" y="222"/>
                  </a:lnTo>
                  <a:lnTo>
                    <a:pt x="565" y="220"/>
                  </a:lnTo>
                  <a:lnTo>
                    <a:pt x="570" y="215"/>
                  </a:lnTo>
                  <a:lnTo>
                    <a:pt x="574" y="213"/>
                  </a:lnTo>
                  <a:lnTo>
                    <a:pt x="574" y="208"/>
                  </a:lnTo>
                  <a:lnTo>
                    <a:pt x="574" y="206"/>
                  </a:lnTo>
                  <a:lnTo>
                    <a:pt x="574" y="206"/>
                  </a:lnTo>
                  <a:lnTo>
                    <a:pt x="576" y="204"/>
                  </a:lnTo>
                  <a:lnTo>
                    <a:pt x="576" y="204"/>
                  </a:lnTo>
                  <a:lnTo>
                    <a:pt x="576" y="202"/>
                  </a:lnTo>
                  <a:lnTo>
                    <a:pt x="576" y="202"/>
                  </a:lnTo>
                  <a:lnTo>
                    <a:pt x="576" y="200"/>
                  </a:lnTo>
                  <a:lnTo>
                    <a:pt x="576" y="200"/>
                  </a:lnTo>
                  <a:lnTo>
                    <a:pt x="576" y="200"/>
                  </a:lnTo>
                  <a:lnTo>
                    <a:pt x="576" y="200"/>
                  </a:lnTo>
                  <a:lnTo>
                    <a:pt x="576" y="200"/>
                  </a:lnTo>
                  <a:lnTo>
                    <a:pt x="574" y="200"/>
                  </a:lnTo>
                  <a:lnTo>
                    <a:pt x="574" y="200"/>
                  </a:lnTo>
                  <a:lnTo>
                    <a:pt x="572" y="202"/>
                  </a:lnTo>
                  <a:lnTo>
                    <a:pt x="572" y="202"/>
                  </a:lnTo>
                  <a:lnTo>
                    <a:pt x="572" y="202"/>
                  </a:lnTo>
                  <a:lnTo>
                    <a:pt x="570" y="202"/>
                  </a:lnTo>
                  <a:lnTo>
                    <a:pt x="568" y="202"/>
                  </a:lnTo>
                  <a:lnTo>
                    <a:pt x="568" y="204"/>
                  </a:lnTo>
                  <a:lnTo>
                    <a:pt x="565" y="206"/>
                  </a:lnTo>
                  <a:lnTo>
                    <a:pt x="561" y="217"/>
                  </a:lnTo>
                  <a:lnTo>
                    <a:pt x="561" y="217"/>
                  </a:lnTo>
                  <a:lnTo>
                    <a:pt x="559" y="217"/>
                  </a:lnTo>
                  <a:lnTo>
                    <a:pt x="559" y="217"/>
                  </a:lnTo>
                  <a:lnTo>
                    <a:pt x="559" y="220"/>
                  </a:lnTo>
                  <a:lnTo>
                    <a:pt x="559" y="220"/>
                  </a:lnTo>
                  <a:lnTo>
                    <a:pt x="557" y="222"/>
                  </a:lnTo>
                  <a:lnTo>
                    <a:pt x="557" y="222"/>
                  </a:lnTo>
                  <a:lnTo>
                    <a:pt x="557" y="224"/>
                  </a:lnTo>
                  <a:lnTo>
                    <a:pt x="557" y="224"/>
                  </a:lnTo>
                  <a:lnTo>
                    <a:pt x="559" y="224"/>
                  </a:lnTo>
                  <a:close/>
                  <a:moveTo>
                    <a:pt x="583" y="204"/>
                  </a:moveTo>
                  <a:lnTo>
                    <a:pt x="583" y="206"/>
                  </a:lnTo>
                  <a:lnTo>
                    <a:pt x="585" y="211"/>
                  </a:lnTo>
                  <a:lnTo>
                    <a:pt x="588" y="211"/>
                  </a:lnTo>
                  <a:lnTo>
                    <a:pt x="588" y="211"/>
                  </a:lnTo>
                  <a:lnTo>
                    <a:pt x="588" y="213"/>
                  </a:lnTo>
                  <a:lnTo>
                    <a:pt x="588" y="213"/>
                  </a:lnTo>
                  <a:lnTo>
                    <a:pt x="590" y="213"/>
                  </a:lnTo>
                  <a:lnTo>
                    <a:pt x="590" y="213"/>
                  </a:lnTo>
                  <a:lnTo>
                    <a:pt x="592" y="213"/>
                  </a:lnTo>
                  <a:lnTo>
                    <a:pt x="594" y="213"/>
                  </a:lnTo>
                  <a:lnTo>
                    <a:pt x="596" y="211"/>
                  </a:lnTo>
                  <a:lnTo>
                    <a:pt x="596" y="208"/>
                  </a:lnTo>
                  <a:lnTo>
                    <a:pt x="601" y="204"/>
                  </a:lnTo>
                  <a:lnTo>
                    <a:pt x="603" y="204"/>
                  </a:lnTo>
                  <a:lnTo>
                    <a:pt x="608" y="202"/>
                  </a:lnTo>
                  <a:lnTo>
                    <a:pt x="610" y="202"/>
                  </a:lnTo>
                  <a:lnTo>
                    <a:pt x="612" y="200"/>
                  </a:lnTo>
                  <a:lnTo>
                    <a:pt x="612" y="197"/>
                  </a:lnTo>
                  <a:lnTo>
                    <a:pt x="612" y="195"/>
                  </a:lnTo>
                  <a:lnTo>
                    <a:pt x="612" y="195"/>
                  </a:lnTo>
                  <a:lnTo>
                    <a:pt x="612" y="195"/>
                  </a:lnTo>
                  <a:lnTo>
                    <a:pt x="612" y="195"/>
                  </a:lnTo>
                  <a:lnTo>
                    <a:pt x="612" y="193"/>
                  </a:lnTo>
                  <a:lnTo>
                    <a:pt x="612" y="193"/>
                  </a:lnTo>
                  <a:lnTo>
                    <a:pt x="612" y="193"/>
                  </a:lnTo>
                  <a:lnTo>
                    <a:pt x="610" y="191"/>
                  </a:lnTo>
                  <a:lnTo>
                    <a:pt x="610" y="191"/>
                  </a:lnTo>
                  <a:lnTo>
                    <a:pt x="610" y="191"/>
                  </a:lnTo>
                  <a:lnTo>
                    <a:pt x="608" y="191"/>
                  </a:lnTo>
                  <a:lnTo>
                    <a:pt x="605" y="189"/>
                  </a:lnTo>
                  <a:lnTo>
                    <a:pt x="605" y="186"/>
                  </a:lnTo>
                  <a:lnTo>
                    <a:pt x="603" y="186"/>
                  </a:lnTo>
                  <a:lnTo>
                    <a:pt x="599" y="186"/>
                  </a:lnTo>
                  <a:lnTo>
                    <a:pt x="594" y="191"/>
                  </a:lnTo>
                  <a:lnTo>
                    <a:pt x="592" y="191"/>
                  </a:lnTo>
                  <a:lnTo>
                    <a:pt x="590" y="191"/>
                  </a:lnTo>
                  <a:lnTo>
                    <a:pt x="588" y="193"/>
                  </a:lnTo>
                  <a:lnTo>
                    <a:pt x="588" y="195"/>
                  </a:lnTo>
                  <a:lnTo>
                    <a:pt x="583" y="202"/>
                  </a:lnTo>
                  <a:lnTo>
                    <a:pt x="585" y="204"/>
                  </a:lnTo>
                  <a:lnTo>
                    <a:pt x="585" y="204"/>
                  </a:lnTo>
                  <a:lnTo>
                    <a:pt x="585" y="204"/>
                  </a:lnTo>
                  <a:lnTo>
                    <a:pt x="583" y="204"/>
                  </a:lnTo>
                  <a:close/>
                  <a:moveTo>
                    <a:pt x="623" y="175"/>
                  </a:moveTo>
                  <a:lnTo>
                    <a:pt x="623" y="175"/>
                  </a:lnTo>
                  <a:lnTo>
                    <a:pt x="623" y="177"/>
                  </a:lnTo>
                  <a:lnTo>
                    <a:pt x="625" y="177"/>
                  </a:lnTo>
                  <a:lnTo>
                    <a:pt x="625" y="177"/>
                  </a:lnTo>
                  <a:lnTo>
                    <a:pt x="627" y="177"/>
                  </a:lnTo>
                  <a:lnTo>
                    <a:pt x="627" y="177"/>
                  </a:lnTo>
                  <a:lnTo>
                    <a:pt x="627" y="177"/>
                  </a:lnTo>
                  <a:lnTo>
                    <a:pt x="627" y="175"/>
                  </a:lnTo>
                  <a:lnTo>
                    <a:pt x="627" y="175"/>
                  </a:lnTo>
                  <a:lnTo>
                    <a:pt x="627" y="173"/>
                  </a:lnTo>
                  <a:lnTo>
                    <a:pt x="630" y="173"/>
                  </a:lnTo>
                  <a:lnTo>
                    <a:pt x="632" y="173"/>
                  </a:lnTo>
                  <a:lnTo>
                    <a:pt x="632" y="171"/>
                  </a:lnTo>
                  <a:lnTo>
                    <a:pt x="634" y="171"/>
                  </a:lnTo>
                  <a:lnTo>
                    <a:pt x="634" y="171"/>
                  </a:lnTo>
                  <a:lnTo>
                    <a:pt x="634" y="169"/>
                  </a:lnTo>
                  <a:lnTo>
                    <a:pt x="636" y="166"/>
                  </a:lnTo>
                  <a:lnTo>
                    <a:pt x="634" y="164"/>
                  </a:lnTo>
                  <a:lnTo>
                    <a:pt x="634" y="162"/>
                  </a:lnTo>
                  <a:lnTo>
                    <a:pt x="634" y="162"/>
                  </a:lnTo>
                  <a:lnTo>
                    <a:pt x="634" y="160"/>
                  </a:lnTo>
                  <a:lnTo>
                    <a:pt x="632" y="160"/>
                  </a:lnTo>
                  <a:lnTo>
                    <a:pt x="634" y="151"/>
                  </a:lnTo>
                  <a:lnTo>
                    <a:pt x="634" y="149"/>
                  </a:lnTo>
                  <a:lnTo>
                    <a:pt x="632" y="146"/>
                  </a:lnTo>
                  <a:lnTo>
                    <a:pt x="632" y="146"/>
                  </a:lnTo>
                  <a:lnTo>
                    <a:pt x="632" y="144"/>
                  </a:lnTo>
                  <a:lnTo>
                    <a:pt x="632" y="144"/>
                  </a:lnTo>
                  <a:lnTo>
                    <a:pt x="632" y="144"/>
                  </a:lnTo>
                  <a:lnTo>
                    <a:pt x="632" y="144"/>
                  </a:lnTo>
                  <a:lnTo>
                    <a:pt x="627" y="149"/>
                  </a:lnTo>
                  <a:lnTo>
                    <a:pt x="627" y="151"/>
                  </a:lnTo>
                  <a:lnTo>
                    <a:pt x="627" y="151"/>
                  </a:lnTo>
                  <a:lnTo>
                    <a:pt x="627" y="153"/>
                  </a:lnTo>
                  <a:lnTo>
                    <a:pt x="627" y="155"/>
                  </a:lnTo>
                  <a:lnTo>
                    <a:pt x="627" y="155"/>
                  </a:lnTo>
                  <a:lnTo>
                    <a:pt x="627" y="158"/>
                  </a:lnTo>
                  <a:lnTo>
                    <a:pt x="627" y="158"/>
                  </a:lnTo>
                  <a:lnTo>
                    <a:pt x="630" y="158"/>
                  </a:lnTo>
                  <a:lnTo>
                    <a:pt x="630" y="158"/>
                  </a:lnTo>
                  <a:lnTo>
                    <a:pt x="630" y="160"/>
                  </a:lnTo>
                  <a:lnTo>
                    <a:pt x="630" y="160"/>
                  </a:lnTo>
                  <a:lnTo>
                    <a:pt x="627" y="160"/>
                  </a:lnTo>
                  <a:lnTo>
                    <a:pt x="627" y="160"/>
                  </a:lnTo>
                  <a:lnTo>
                    <a:pt x="627" y="160"/>
                  </a:lnTo>
                  <a:lnTo>
                    <a:pt x="627" y="160"/>
                  </a:lnTo>
                  <a:lnTo>
                    <a:pt x="625" y="171"/>
                  </a:lnTo>
                  <a:lnTo>
                    <a:pt x="625" y="171"/>
                  </a:lnTo>
                  <a:lnTo>
                    <a:pt x="623" y="171"/>
                  </a:lnTo>
                  <a:lnTo>
                    <a:pt x="623" y="171"/>
                  </a:lnTo>
                  <a:lnTo>
                    <a:pt x="623" y="171"/>
                  </a:lnTo>
                  <a:lnTo>
                    <a:pt x="623" y="171"/>
                  </a:lnTo>
                  <a:lnTo>
                    <a:pt x="621" y="171"/>
                  </a:lnTo>
                  <a:lnTo>
                    <a:pt x="621" y="171"/>
                  </a:lnTo>
                  <a:lnTo>
                    <a:pt x="621" y="173"/>
                  </a:lnTo>
                  <a:lnTo>
                    <a:pt x="621" y="175"/>
                  </a:lnTo>
                  <a:lnTo>
                    <a:pt x="621" y="175"/>
                  </a:lnTo>
                  <a:lnTo>
                    <a:pt x="623" y="175"/>
                  </a:lnTo>
                  <a:close/>
                  <a:moveTo>
                    <a:pt x="636" y="162"/>
                  </a:moveTo>
                  <a:lnTo>
                    <a:pt x="639" y="164"/>
                  </a:lnTo>
                  <a:lnTo>
                    <a:pt x="641" y="164"/>
                  </a:lnTo>
                  <a:lnTo>
                    <a:pt x="643" y="162"/>
                  </a:lnTo>
                  <a:lnTo>
                    <a:pt x="645" y="162"/>
                  </a:lnTo>
                  <a:lnTo>
                    <a:pt x="647" y="160"/>
                  </a:lnTo>
                  <a:lnTo>
                    <a:pt x="656" y="153"/>
                  </a:lnTo>
                  <a:lnTo>
                    <a:pt x="656" y="151"/>
                  </a:lnTo>
                  <a:lnTo>
                    <a:pt x="656" y="151"/>
                  </a:lnTo>
                  <a:lnTo>
                    <a:pt x="656" y="151"/>
                  </a:lnTo>
                  <a:lnTo>
                    <a:pt x="656" y="151"/>
                  </a:lnTo>
                  <a:lnTo>
                    <a:pt x="656" y="149"/>
                  </a:lnTo>
                  <a:lnTo>
                    <a:pt x="656" y="149"/>
                  </a:lnTo>
                  <a:lnTo>
                    <a:pt x="656" y="146"/>
                  </a:lnTo>
                  <a:lnTo>
                    <a:pt x="656" y="146"/>
                  </a:lnTo>
                  <a:lnTo>
                    <a:pt x="656" y="146"/>
                  </a:lnTo>
                  <a:lnTo>
                    <a:pt x="654" y="142"/>
                  </a:lnTo>
                  <a:lnTo>
                    <a:pt x="652" y="142"/>
                  </a:lnTo>
                  <a:lnTo>
                    <a:pt x="652" y="144"/>
                  </a:lnTo>
                  <a:lnTo>
                    <a:pt x="650" y="144"/>
                  </a:lnTo>
                  <a:lnTo>
                    <a:pt x="650" y="144"/>
                  </a:lnTo>
                  <a:lnTo>
                    <a:pt x="650" y="146"/>
                  </a:lnTo>
                  <a:lnTo>
                    <a:pt x="650" y="146"/>
                  </a:lnTo>
                  <a:lnTo>
                    <a:pt x="650" y="149"/>
                  </a:lnTo>
                  <a:lnTo>
                    <a:pt x="647" y="146"/>
                  </a:lnTo>
                  <a:lnTo>
                    <a:pt x="647" y="146"/>
                  </a:lnTo>
                  <a:lnTo>
                    <a:pt x="645" y="146"/>
                  </a:lnTo>
                  <a:lnTo>
                    <a:pt x="645" y="146"/>
                  </a:lnTo>
                  <a:lnTo>
                    <a:pt x="641" y="146"/>
                  </a:lnTo>
                  <a:lnTo>
                    <a:pt x="641" y="146"/>
                  </a:lnTo>
                  <a:lnTo>
                    <a:pt x="641" y="149"/>
                  </a:lnTo>
                  <a:lnTo>
                    <a:pt x="641" y="149"/>
                  </a:lnTo>
                  <a:lnTo>
                    <a:pt x="639" y="149"/>
                  </a:lnTo>
                  <a:lnTo>
                    <a:pt x="636" y="151"/>
                  </a:lnTo>
                  <a:lnTo>
                    <a:pt x="636" y="153"/>
                  </a:lnTo>
                  <a:lnTo>
                    <a:pt x="636" y="158"/>
                  </a:lnTo>
                  <a:lnTo>
                    <a:pt x="636" y="160"/>
                  </a:lnTo>
                  <a:lnTo>
                    <a:pt x="636" y="162"/>
                  </a:lnTo>
                  <a:close/>
                  <a:moveTo>
                    <a:pt x="612" y="182"/>
                  </a:moveTo>
                  <a:lnTo>
                    <a:pt x="612" y="182"/>
                  </a:lnTo>
                  <a:lnTo>
                    <a:pt x="612" y="182"/>
                  </a:lnTo>
                  <a:lnTo>
                    <a:pt x="612" y="184"/>
                  </a:lnTo>
                  <a:lnTo>
                    <a:pt x="612" y="184"/>
                  </a:lnTo>
                  <a:lnTo>
                    <a:pt x="612" y="184"/>
                  </a:lnTo>
                  <a:lnTo>
                    <a:pt x="614" y="186"/>
                  </a:lnTo>
                  <a:lnTo>
                    <a:pt x="614" y="186"/>
                  </a:lnTo>
                  <a:lnTo>
                    <a:pt x="614" y="186"/>
                  </a:lnTo>
                  <a:lnTo>
                    <a:pt x="614" y="186"/>
                  </a:lnTo>
                  <a:lnTo>
                    <a:pt x="614" y="189"/>
                  </a:lnTo>
                  <a:lnTo>
                    <a:pt x="616" y="189"/>
                  </a:lnTo>
                  <a:lnTo>
                    <a:pt x="616" y="191"/>
                  </a:lnTo>
                  <a:lnTo>
                    <a:pt x="619" y="191"/>
                  </a:lnTo>
                  <a:lnTo>
                    <a:pt x="621" y="191"/>
                  </a:lnTo>
                  <a:lnTo>
                    <a:pt x="621" y="191"/>
                  </a:lnTo>
                  <a:lnTo>
                    <a:pt x="621" y="191"/>
                  </a:lnTo>
                  <a:lnTo>
                    <a:pt x="621" y="191"/>
                  </a:lnTo>
                  <a:lnTo>
                    <a:pt x="623" y="191"/>
                  </a:lnTo>
                  <a:lnTo>
                    <a:pt x="623" y="191"/>
                  </a:lnTo>
                  <a:lnTo>
                    <a:pt x="625" y="191"/>
                  </a:lnTo>
                  <a:lnTo>
                    <a:pt x="627" y="191"/>
                  </a:lnTo>
                  <a:lnTo>
                    <a:pt x="627" y="189"/>
                  </a:lnTo>
                  <a:lnTo>
                    <a:pt x="627" y="186"/>
                  </a:lnTo>
                  <a:lnTo>
                    <a:pt x="627" y="186"/>
                  </a:lnTo>
                  <a:lnTo>
                    <a:pt x="625" y="184"/>
                  </a:lnTo>
                  <a:lnTo>
                    <a:pt x="625" y="182"/>
                  </a:lnTo>
                  <a:lnTo>
                    <a:pt x="625" y="180"/>
                  </a:lnTo>
                  <a:lnTo>
                    <a:pt x="625" y="180"/>
                  </a:lnTo>
                  <a:lnTo>
                    <a:pt x="623" y="177"/>
                  </a:lnTo>
                  <a:lnTo>
                    <a:pt x="621" y="177"/>
                  </a:lnTo>
                  <a:lnTo>
                    <a:pt x="619" y="177"/>
                  </a:lnTo>
                  <a:lnTo>
                    <a:pt x="619" y="177"/>
                  </a:lnTo>
                  <a:lnTo>
                    <a:pt x="616" y="177"/>
                  </a:lnTo>
                  <a:lnTo>
                    <a:pt x="614" y="177"/>
                  </a:lnTo>
                  <a:lnTo>
                    <a:pt x="612" y="177"/>
                  </a:lnTo>
                  <a:lnTo>
                    <a:pt x="612" y="180"/>
                  </a:lnTo>
                  <a:lnTo>
                    <a:pt x="612" y="180"/>
                  </a:lnTo>
                  <a:lnTo>
                    <a:pt x="612" y="182"/>
                  </a:lnTo>
                  <a:close/>
                </a:path>
              </a:pathLst>
            </a:custGeom>
            <a:solidFill>
              <a:srgbClr val="D6D9ED"/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9AC50F5-B613-4EA1-B15B-D7218F488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7" y="1989"/>
              <a:ext cx="820" cy="667"/>
            </a:xfrm>
            <a:custGeom>
              <a:avLst/>
              <a:gdLst>
                <a:gd name="T0" fmla="*/ 798 w 820"/>
                <a:gd name="T1" fmla="*/ 124 h 667"/>
                <a:gd name="T2" fmla="*/ 756 w 820"/>
                <a:gd name="T3" fmla="*/ 113 h 667"/>
                <a:gd name="T4" fmla="*/ 709 w 820"/>
                <a:gd name="T5" fmla="*/ 95 h 667"/>
                <a:gd name="T6" fmla="*/ 649 w 820"/>
                <a:gd name="T7" fmla="*/ 66 h 667"/>
                <a:gd name="T8" fmla="*/ 587 w 820"/>
                <a:gd name="T9" fmla="*/ 33 h 667"/>
                <a:gd name="T10" fmla="*/ 525 w 820"/>
                <a:gd name="T11" fmla="*/ 31 h 667"/>
                <a:gd name="T12" fmla="*/ 519 w 820"/>
                <a:gd name="T13" fmla="*/ 4 h 667"/>
                <a:gd name="T14" fmla="*/ 496 w 820"/>
                <a:gd name="T15" fmla="*/ 0 h 667"/>
                <a:gd name="T16" fmla="*/ 432 w 820"/>
                <a:gd name="T17" fmla="*/ 38 h 667"/>
                <a:gd name="T18" fmla="*/ 401 w 820"/>
                <a:gd name="T19" fmla="*/ 53 h 667"/>
                <a:gd name="T20" fmla="*/ 364 w 820"/>
                <a:gd name="T21" fmla="*/ 75 h 667"/>
                <a:gd name="T22" fmla="*/ 355 w 820"/>
                <a:gd name="T23" fmla="*/ 51 h 667"/>
                <a:gd name="T24" fmla="*/ 328 w 820"/>
                <a:gd name="T25" fmla="*/ 53 h 667"/>
                <a:gd name="T26" fmla="*/ 306 w 820"/>
                <a:gd name="T27" fmla="*/ 82 h 667"/>
                <a:gd name="T28" fmla="*/ 299 w 820"/>
                <a:gd name="T29" fmla="*/ 126 h 667"/>
                <a:gd name="T30" fmla="*/ 279 w 820"/>
                <a:gd name="T31" fmla="*/ 135 h 667"/>
                <a:gd name="T32" fmla="*/ 275 w 820"/>
                <a:gd name="T33" fmla="*/ 182 h 667"/>
                <a:gd name="T34" fmla="*/ 279 w 820"/>
                <a:gd name="T35" fmla="*/ 213 h 667"/>
                <a:gd name="T36" fmla="*/ 268 w 820"/>
                <a:gd name="T37" fmla="*/ 228 h 667"/>
                <a:gd name="T38" fmla="*/ 257 w 820"/>
                <a:gd name="T39" fmla="*/ 244 h 667"/>
                <a:gd name="T40" fmla="*/ 273 w 820"/>
                <a:gd name="T41" fmla="*/ 266 h 667"/>
                <a:gd name="T42" fmla="*/ 268 w 820"/>
                <a:gd name="T43" fmla="*/ 297 h 667"/>
                <a:gd name="T44" fmla="*/ 206 w 820"/>
                <a:gd name="T45" fmla="*/ 315 h 667"/>
                <a:gd name="T46" fmla="*/ 75 w 820"/>
                <a:gd name="T47" fmla="*/ 332 h 667"/>
                <a:gd name="T48" fmla="*/ 18 w 820"/>
                <a:gd name="T49" fmla="*/ 381 h 667"/>
                <a:gd name="T50" fmla="*/ 2 w 820"/>
                <a:gd name="T51" fmla="*/ 443 h 667"/>
                <a:gd name="T52" fmla="*/ 133 w 820"/>
                <a:gd name="T53" fmla="*/ 463 h 667"/>
                <a:gd name="T54" fmla="*/ 188 w 820"/>
                <a:gd name="T55" fmla="*/ 450 h 667"/>
                <a:gd name="T56" fmla="*/ 231 w 820"/>
                <a:gd name="T57" fmla="*/ 450 h 667"/>
                <a:gd name="T58" fmla="*/ 275 w 820"/>
                <a:gd name="T59" fmla="*/ 452 h 667"/>
                <a:gd name="T60" fmla="*/ 284 w 820"/>
                <a:gd name="T61" fmla="*/ 494 h 667"/>
                <a:gd name="T62" fmla="*/ 293 w 820"/>
                <a:gd name="T63" fmla="*/ 536 h 667"/>
                <a:gd name="T64" fmla="*/ 319 w 820"/>
                <a:gd name="T65" fmla="*/ 550 h 667"/>
                <a:gd name="T66" fmla="*/ 332 w 820"/>
                <a:gd name="T67" fmla="*/ 561 h 667"/>
                <a:gd name="T68" fmla="*/ 324 w 820"/>
                <a:gd name="T69" fmla="*/ 596 h 667"/>
                <a:gd name="T70" fmla="*/ 317 w 820"/>
                <a:gd name="T71" fmla="*/ 623 h 667"/>
                <a:gd name="T72" fmla="*/ 339 w 820"/>
                <a:gd name="T73" fmla="*/ 647 h 667"/>
                <a:gd name="T74" fmla="*/ 355 w 820"/>
                <a:gd name="T75" fmla="*/ 665 h 667"/>
                <a:gd name="T76" fmla="*/ 379 w 820"/>
                <a:gd name="T77" fmla="*/ 665 h 667"/>
                <a:gd name="T78" fmla="*/ 390 w 820"/>
                <a:gd name="T79" fmla="*/ 656 h 667"/>
                <a:gd name="T80" fmla="*/ 392 w 820"/>
                <a:gd name="T81" fmla="*/ 647 h 667"/>
                <a:gd name="T82" fmla="*/ 417 w 820"/>
                <a:gd name="T83" fmla="*/ 647 h 667"/>
                <a:gd name="T84" fmla="*/ 470 w 820"/>
                <a:gd name="T85" fmla="*/ 623 h 667"/>
                <a:gd name="T86" fmla="*/ 534 w 820"/>
                <a:gd name="T87" fmla="*/ 601 h 667"/>
                <a:gd name="T88" fmla="*/ 565 w 820"/>
                <a:gd name="T89" fmla="*/ 596 h 667"/>
                <a:gd name="T90" fmla="*/ 587 w 820"/>
                <a:gd name="T91" fmla="*/ 601 h 667"/>
                <a:gd name="T92" fmla="*/ 636 w 820"/>
                <a:gd name="T93" fmla="*/ 567 h 667"/>
                <a:gd name="T94" fmla="*/ 654 w 820"/>
                <a:gd name="T95" fmla="*/ 519 h 667"/>
                <a:gd name="T96" fmla="*/ 672 w 820"/>
                <a:gd name="T97" fmla="*/ 501 h 667"/>
                <a:gd name="T98" fmla="*/ 674 w 820"/>
                <a:gd name="T99" fmla="*/ 470 h 667"/>
                <a:gd name="T100" fmla="*/ 716 w 820"/>
                <a:gd name="T101" fmla="*/ 434 h 667"/>
                <a:gd name="T102" fmla="*/ 736 w 820"/>
                <a:gd name="T103" fmla="*/ 401 h 667"/>
                <a:gd name="T104" fmla="*/ 734 w 820"/>
                <a:gd name="T105" fmla="*/ 366 h 667"/>
                <a:gd name="T106" fmla="*/ 718 w 820"/>
                <a:gd name="T107" fmla="*/ 352 h 667"/>
                <a:gd name="T108" fmla="*/ 736 w 820"/>
                <a:gd name="T109" fmla="*/ 337 h 667"/>
                <a:gd name="T110" fmla="*/ 734 w 820"/>
                <a:gd name="T111" fmla="*/ 299 h 667"/>
                <a:gd name="T112" fmla="*/ 745 w 820"/>
                <a:gd name="T113" fmla="*/ 281 h 667"/>
                <a:gd name="T114" fmla="*/ 776 w 820"/>
                <a:gd name="T115" fmla="*/ 281 h 667"/>
                <a:gd name="T116" fmla="*/ 796 w 820"/>
                <a:gd name="T117" fmla="*/ 284 h 667"/>
                <a:gd name="T118" fmla="*/ 773 w 820"/>
                <a:gd name="T119" fmla="*/ 253 h 667"/>
                <a:gd name="T120" fmla="*/ 767 w 820"/>
                <a:gd name="T121" fmla="*/ 242 h 667"/>
                <a:gd name="T122" fmla="*/ 787 w 820"/>
                <a:gd name="T123" fmla="*/ 202 h 667"/>
                <a:gd name="T124" fmla="*/ 800 w 820"/>
                <a:gd name="T125" fmla="*/ 173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20" h="667">
                  <a:moveTo>
                    <a:pt x="820" y="142"/>
                  </a:moveTo>
                  <a:lnTo>
                    <a:pt x="820" y="142"/>
                  </a:lnTo>
                  <a:lnTo>
                    <a:pt x="820" y="140"/>
                  </a:lnTo>
                  <a:lnTo>
                    <a:pt x="820" y="140"/>
                  </a:lnTo>
                  <a:lnTo>
                    <a:pt x="818" y="140"/>
                  </a:lnTo>
                  <a:lnTo>
                    <a:pt x="818" y="140"/>
                  </a:lnTo>
                  <a:lnTo>
                    <a:pt x="818" y="137"/>
                  </a:lnTo>
                  <a:lnTo>
                    <a:pt x="818" y="137"/>
                  </a:lnTo>
                  <a:lnTo>
                    <a:pt x="818" y="137"/>
                  </a:lnTo>
                  <a:lnTo>
                    <a:pt x="816" y="137"/>
                  </a:lnTo>
                  <a:lnTo>
                    <a:pt x="816" y="135"/>
                  </a:lnTo>
                  <a:lnTo>
                    <a:pt x="816" y="135"/>
                  </a:lnTo>
                  <a:lnTo>
                    <a:pt x="816" y="135"/>
                  </a:lnTo>
                  <a:lnTo>
                    <a:pt x="816" y="133"/>
                  </a:lnTo>
                  <a:lnTo>
                    <a:pt x="813" y="133"/>
                  </a:lnTo>
                  <a:lnTo>
                    <a:pt x="811" y="133"/>
                  </a:lnTo>
                  <a:lnTo>
                    <a:pt x="811" y="133"/>
                  </a:lnTo>
                  <a:lnTo>
                    <a:pt x="811" y="133"/>
                  </a:lnTo>
                  <a:lnTo>
                    <a:pt x="811" y="133"/>
                  </a:lnTo>
                  <a:lnTo>
                    <a:pt x="809" y="133"/>
                  </a:lnTo>
                  <a:lnTo>
                    <a:pt x="807" y="131"/>
                  </a:lnTo>
                  <a:lnTo>
                    <a:pt x="807" y="131"/>
                  </a:lnTo>
                  <a:lnTo>
                    <a:pt x="807" y="131"/>
                  </a:lnTo>
                  <a:lnTo>
                    <a:pt x="807" y="131"/>
                  </a:lnTo>
                  <a:lnTo>
                    <a:pt x="807" y="129"/>
                  </a:lnTo>
                  <a:lnTo>
                    <a:pt x="804" y="129"/>
                  </a:lnTo>
                  <a:lnTo>
                    <a:pt x="804" y="129"/>
                  </a:lnTo>
                  <a:lnTo>
                    <a:pt x="802" y="126"/>
                  </a:lnTo>
                  <a:lnTo>
                    <a:pt x="802" y="126"/>
                  </a:lnTo>
                  <a:lnTo>
                    <a:pt x="800" y="126"/>
                  </a:lnTo>
                  <a:lnTo>
                    <a:pt x="800" y="126"/>
                  </a:lnTo>
                  <a:lnTo>
                    <a:pt x="800" y="126"/>
                  </a:lnTo>
                  <a:lnTo>
                    <a:pt x="798" y="126"/>
                  </a:lnTo>
                  <a:lnTo>
                    <a:pt x="798" y="126"/>
                  </a:lnTo>
                  <a:lnTo>
                    <a:pt x="798" y="126"/>
                  </a:lnTo>
                  <a:lnTo>
                    <a:pt x="798" y="126"/>
                  </a:lnTo>
                  <a:lnTo>
                    <a:pt x="798" y="124"/>
                  </a:lnTo>
                  <a:lnTo>
                    <a:pt x="798" y="124"/>
                  </a:lnTo>
                  <a:lnTo>
                    <a:pt x="798" y="124"/>
                  </a:lnTo>
                  <a:lnTo>
                    <a:pt x="798" y="124"/>
                  </a:lnTo>
                  <a:lnTo>
                    <a:pt x="796" y="124"/>
                  </a:lnTo>
                  <a:lnTo>
                    <a:pt x="796" y="122"/>
                  </a:lnTo>
                  <a:lnTo>
                    <a:pt x="796" y="122"/>
                  </a:lnTo>
                  <a:lnTo>
                    <a:pt x="796" y="122"/>
                  </a:lnTo>
                  <a:lnTo>
                    <a:pt x="796" y="122"/>
                  </a:lnTo>
                  <a:lnTo>
                    <a:pt x="796" y="122"/>
                  </a:lnTo>
                  <a:lnTo>
                    <a:pt x="796" y="122"/>
                  </a:lnTo>
                  <a:lnTo>
                    <a:pt x="793" y="120"/>
                  </a:lnTo>
                  <a:lnTo>
                    <a:pt x="793" y="120"/>
                  </a:lnTo>
                  <a:lnTo>
                    <a:pt x="793" y="120"/>
                  </a:lnTo>
                  <a:lnTo>
                    <a:pt x="793" y="120"/>
                  </a:lnTo>
                  <a:lnTo>
                    <a:pt x="789" y="120"/>
                  </a:lnTo>
                  <a:lnTo>
                    <a:pt x="789" y="120"/>
                  </a:lnTo>
                  <a:lnTo>
                    <a:pt x="787" y="120"/>
                  </a:lnTo>
                  <a:lnTo>
                    <a:pt x="787" y="120"/>
                  </a:lnTo>
                  <a:lnTo>
                    <a:pt x="785" y="120"/>
                  </a:lnTo>
                  <a:lnTo>
                    <a:pt x="782" y="120"/>
                  </a:lnTo>
                  <a:lnTo>
                    <a:pt x="776" y="117"/>
                  </a:lnTo>
                  <a:lnTo>
                    <a:pt x="776" y="115"/>
                  </a:lnTo>
                  <a:lnTo>
                    <a:pt x="776" y="117"/>
                  </a:lnTo>
                  <a:lnTo>
                    <a:pt x="773" y="117"/>
                  </a:lnTo>
                  <a:lnTo>
                    <a:pt x="773" y="117"/>
                  </a:lnTo>
                  <a:lnTo>
                    <a:pt x="771" y="117"/>
                  </a:lnTo>
                  <a:lnTo>
                    <a:pt x="771" y="117"/>
                  </a:lnTo>
                  <a:lnTo>
                    <a:pt x="771" y="117"/>
                  </a:lnTo>
                  <a:lnTo>
                    <a:pt x="771" y="117"/>
                  </a:lnTo>
                  <a:lnTo>
                    <a:pt x="771" y="117"/>
                  </a:lnTo>
                  <a:lnTo>
                    <a:pt x="769" y="117"/>
                  </a:lnTo>
                  <a:lnTo>
                    <a:pt x="769" y="117"/>
                  </a:lnTo>
                  <a:lnTo>
                    <a:pt x="769" y="117"/>
                  </a:lnTo>
                  <a:lnTo>
                    <a:pt x="767" y="115"/>
                  </a:lnTo>
                  <a:lnTo>
                    <a:pt x="767" y="115"/>
                  </a:lnTo>
                  <a:lnTo>
                    <a:pt x="765" y="113"/>
                  </a:lnTo>
                  <a:lnTo>
                    <a:pt x="762" y="113"/>
                  </a:lnTo>
                  <a:lnTo>
                    <a:pt x="762" y="111"/>
                  </a:lnTo>
                  <a:lnTo>
                    <a:pt x="760" y="113"/>
                  </a:lnTo>
                  <a:lnTo>
                    <a:pt x="758" y="113"/>
                  </a:lnTo>
                  <a:lnTo>
                    <a:pt x="758" y="113"/>
                  </a:lnTo>
                  <a:lnTo>
                    <a:pt x="756" y="113"/>
                  </a:lnTo>
                  <a:lnTo>
                    <a:pt x="756" y="113"/>
                  </a:lnTo>
                  <a:lnTo>
                    <a:pt x="756" y="113"/>
                  </a:lnTo>
                  <a:lnTo>
                    <a:pt x="753" y="113"/>
                  </a:lnTo>
                  <a:lnTo>
                    <a:pt x="753" y="113"/>
                  </a:lnTo>
                  <a:lnTo>
                    <a:pt x="753" y="111"/>
                  </a:lnTo>
                  <a:lnTo>
                    <a:pt x="751" y="111"/>
                  </a:lnTo>
                  <a:lnTo>
                    <a:pt x="751" y="111"/>
                  </a:lnTo>
                  <a:lnTo>
                    <a:pt x="751" y="111"/>
                  </a:lnTo>
                  <a:lnTo>
                    <a:pt x="749" y="109"/>
                  </a:lnTo>
                  <a:lnTo>
                    <a:pt x="749" y="109"/>
                  </a:lnTo>
                  <a:lnTo>
                    <a:pt x="749" y="109"/>
                  </a:lnTo>
                  <a:lnTo>
                    <a:pt x="749" y="109"/>
                  </a:lnTo>
                  <a:lnTo>
                    <a:pt x="747" y="111"/>
                  </a:lnTo>
                  <a:lnTo>
                    <a:pt x="747" y="111"/>
                  </a:lnTo>
                  <a:lnTo>
                    <a:pt x="745" y="111"/>
                  </a:lnTo>
                  <a:lnTo>
                    <a:pt x="745" y="111"/>
                  </a:lnTo>
                  <a:lnTo>
                    <a:pt x="745" y="111"/>
                  </a:lnTo>
                  <a:lnTo>
                    <a:pt x="742" y="109"/>
                  </a:lnTo>
                  <a:lnTo>
                    <a:pt x="740" y="109"/>
                  </a:lnTo>
                  <a:lnTo>
                    <a:pt x="740" y="109"/>
                  </a:lnTo>
                  <a:lnTo>
                    <a:pt x="740" y="109"/>
                  </a:lnTo>
                  <a:lnTo>
                    <a:pt x="740" y="109"/>
                  </a:lnTo>
                  <a:lnTo>
                    <a:pt x="740" y="109"/>
                  </a:lnTo>
                  <a:lnTo>
                    <a:pt x="738" y="109"/>
                  </a:lnTo>
                  <a:lnTo>
                    <a:pt x="738" y="111"/>
                  </a:lnTo>
                  <a:lnTo>
                    <a:pt x="738" y="111"/>
                  </a:lnTo>
                  <a:lnTo>
                    <a:pt x="738" y="111"/>
                  </a:lnTo>
                  <a:lnTo>
                    <a:pt x="738" y="111"/>
                  </a:lnTo>
                  <a:lnTo>
                    <a:pt x="734" y="113"/>
                  </a:lnTo>
                  <a:lnTo>
                    <a:pt x="734" y="113"/>
                  </a:lnTo>
                  <a:lnTo>
                    <a:pt x="729" y="115"/>
                  </a:lnTo>
                  <a:lnTo>
                    <a:pt x="727" y="117"/>
                  </a:lnTo>
                  <a:lnTo>
                    <a:pt x="725" y="117"/>
                  </a:lnTo>
                  <a:lnTo>
                    <a:pt x="722" y="115"/>
                  </a:lnTo>
                  <a:lnTo>
                    <a:pt x="722" y="115"/>
                  </a:lnTo>
                  <a:lnTo>
                    <a:pt x="722" y="115"/>
                  </a:lnTo>
                  <a:lnTo>
                    <a:pt x="718" y="115"/>
                  </a:lnTo>
                  <a:lnTo>
                    <a:pt x="716" y="113"/>
                  </a:lnTo>
                  <a:lnTo>
                    <a:pt x="714" y="113"/>
                  </a:lnTo>
                  <a:lnTo>
                    <a:pt x="711" y="113"/>
                  </a:lnTo>
                  <a:lnTo>
                    <a:pt x="709" y="95"/>
                  </a:lnTo>
                  <a:lnTo>
                    <a:pt x="700" y="86"/>
                  </a:lnTo>
                  <a:lnTo>
                    <a:pt x="678" y="66"/>
                  </a:lnTo>
                  <a:lnTo>
                    <a:pt x="676" y="66"/>
                  </a:lnTo>
                  <a:lnTo>
                    <a:pt x="676" y="66"/>
                  </a:lnTo>
                  <a:lnTo>
                    <a:pt x="676" y="66"/>
                  </a:lnTo>
                  <a:lnTo>
                    <a:pt x="674" y="66"/>
                  </a:lnTo>
                  <a:lnTo>
                    <a:pt x="674" y="66"/>
                  </a:lnTo>
                  <a:lnTo>
                    <a:pt x="674" y="66"/>
                  </a:lnTo>
                  <a:lnTo>
                    <a:pt x="674" y="66"/>
                  </a:lnTo>
                  <a:lnTo>
                    <a:pt x="674" y="69"/>
                  </a:lnTo>
                  <a:lnTo>
                    <a:pt x="672" y="69"/>
                  </a:lnTo>
                  <a:lnTo>
                    <a:pt x="669" y="71"/>
                  </a:lnTo>
                  <a:lnTo>
                    <a:pt x="669" y="71"/>
                  </a:lnTo>
                  <a:lnTo>
                    <a:pt x="667" y="71"/>
                  </a:lnTo>
                  <a:lnTo>
                    <a:pt x="667" y="71"/>
                  </a:lnTo>
                  <a:lnTo>
                    <a:pt x="667" y="71"/>
                  </a:lnTo>
                  <a:lnTo>
                    <a:pt x="667" y="71"/>
                  </a:lnTo>
                  <a:lnTo>
                    <a:pt x="665" y="71"/>
                  </a:lnTo>
                  <a:lnTo>
                    <a:pt x="663" y="71"/>
                  </a:lnTo>
                  <a:lnTo>
                    <a:pt x="660" y="71"/>
                  </a:lnTo>
                  <a:lnTo>
                    <a:pt x="660" y="71"/>
                  </a:lnTo>
                  <a:lnTo>
                    <a:pt x="660" y="71"/>
                  </a:lnTo>
                  <a:lnTo>
                    <a:pt x="660" y="71"/>
                  </a:lnTo>
                  <a:lnTo>
                    <a:pt x="658" y="71"/>
                  </a:lnTo>
                  <a:lnTo>
                    <a:pt x="658" y="71"/>
                  </a:lnTo>
                  <a:lnTo>
                    <a:pt x="656" y="71"/>
                  </a:lnTo>
                  <a:lnTo>
                    <a:pt x="656" y="71"/>
                  </a:lnTo>
                  <a:lnTo>
                    <a:pt x="656" y="71"/>
                  </a:lnTo>
                  <a:lnTo>
                    <a:pt x="656" y="71"/>
                  </a:lnTo>
                  <a:lnTo>
                    <a:pt x="656" y="71"/>
                  </a:lnTo>
                  <a:lnTo>
                    <a:pt x="654" y="69"/>
                  </a:lnTo>
                  <a:lnTo>
                    <a:pt x="654" y="69"/>
                  </a:lnTo>
                  <a:lnTo>
                    <a:pt x="654" y="69"/>
                  </a:lnTo>
                  <a:lnTo>
                    <a:pt x="652" y="66"/>
                  </a:lnTo>
                  <a:lnTo>
                    <a:pt x="652" y="66"/>
                  </a:lnTo>
                  <a:lnTo>
                    <a:pt x="652" y="66"/>
                  </a:lnTo>
                  <a:lnTo>
                    <a:pt x="652" y="66"/>
                  </a:lnTo>
                  <a:lnTo>
                    <a:pt x="652" y="66"/>
                  </a:lnTo>
                  <a:lnTo>
                    <a:pt x="649" y="66"/>
                  </a:lnTo>
                  <a:lnTo>
                    <a:pt x="649" y="66"/>
                  </a:lnTo>
                  <a:lnTo>
                    <a:pt x="649" y="66"/>
                  </a:lnTo>
                  <a:lnTo>
                    <a:pt x="647" y="66"/>
                  </a:lnTo>
                  <a:lnTo>
                    <a:pt x="645" y="66"/>
                  </a:lnTo>
                  <a:lnTo>
                    <a:pt x="643" y="64"/>
                  </a:lnTo>
                  <a:lnTo>
                    <a:pt x="640" y="64"/>
                  </a:lnTo>
                  <a:lnTo>
                    <a:pt x="632" y="60"/>
                  </a:lnTo>
                  <a:lnTo>
                    <a:pt x="629" y="58"/>
                  </a:lnTo>
                  <a:lnTo>
                    <a:pt x="629" y="58"/>
                  </a:lnTo>
                  <a:lnTo>
                    <a:pt x="627" y="58"/>
                  </a:lnTo>
                  <a:lnTo>
                    <a:pt x="627" y="55"/>
                  </a:lnTo>
                  <a:lnTo>
                    <a:pt x="625" y="55"/>
                  </a:lnTo>
                  <a:lnTo>
                    <a:pt x="623" y="53"/>
                  </a:lnTo>
                  <a:lnTo>
                    <a:pt x="621" y="53"/>
                  </a:lnTo>
                  <a:lnTo>
                    <a:pt x="621" y="53"/>
                  </a:lnTo>
                  <a:lnTo>
                    <a:pt x="621" y="53"/>
                  </a:lnTo>
                  <a:lnTo>
                    <a:pt x="618" y="53"/>
                  </a:lnTo>
                  <a:lnTo>
                    <a:pt x="616" y="53"/>
                  </a:lnTo>
                  <a:lnTo>
                    <a:pt x="616" y="53"/>
                  </a:lnTo>
                  <a:lnTo>
                    <a:pt x="616" y="53"/>
                  </a:lnTo>
                  <a:lnTo>
                    <a:pt x="614" y="51"/>
                  </a:lnTo>
                  <a:lnTo>
                    <a:pt x="614" y="51"/>
                  </a:lnTo>
                  <a:lnTo>
                    <a:pt x="614" y="51"/>
                  </a:lnTo>
                  <a:lnTo>
                    <a:pt x="612" y="51"/>
                  </a:lnTo>
                  <a:lnTo>
                    <a:pt x="609" y="49"/>
                  </a:lnTo>
                  <a:lnTo>
                    <a:pt x="607" y="47"/>
                  </a:lnTo>
                  <a:lnTo>
                    <a:pt x="605" y="44"/>
                  </a:lnTo>
                  <a:lnTo>
                    <a:pt x="603" y="42"/>
                  </a:lnTo>
                  <a:lnTo>
                    <a:pt x="598" y="40"/>
                  </a:lnTo>
                  <a:lnTo>
                    <a:pt x="598" y="38"/>
                  </a:lnTo>
                  <a:lnTo>
                    <a:pt x="596" y="38"/>
                  </a:lnTo>
                  <a:lnTo>
                    <a:pt x="596" y="35"/>
                  </a:lnTo>
                  <a:lnTo>
                    <a:pt x="596" y="35"/>
                  </a:lnTo>
                  <a:lnTo>
                    <a:pt x="596" y="35"/>
                  </a:lnTo>
                  <a:lnTo>
                    <a:pt x="594" y="33"/>
                  </a:lnTo>
                  <a:lnTo>
                    <a:pt x="594" y="33"/>
                  </a:lnTo>
                  <a:lnTo>
                    <a:pt x="594" y="33"/>
                  </a:lnTo>
                  <a:lnTo>
                    <a:pt x="592" y="33"/>
                  </a:lnTo>
                  <a:lnTo>
                    <a:pt x="592" y="33"/>
                  </a:lnTo>
                  <a:lnTo>
                    <a:pt x="590" y="33"/>
                  </a:lnTo>
                  <a:lnTo>
                    <a:pt x="587" y="33"/>
                  </a:lnTo>
                  <a:lnTo>
                    <a:pt x="587" y="33"/>
                  </a:lnTo>
                  <a:lnTo>
                    <a:pt x="585" y="33"/>
                  </a:lnTo>
                  <a:lnTo>
                    <a:pt x="585" y="33"/>
                  </a:lnTo>
                  <a:lnTo>
                    <a:pt x="583" y="31"/>
                  </a:lnTo>
                  <a:lnTo>
                    <a:pt x="581" y="31"/>
                  </a:lnTo>
                  <a:lnTo>
                    <a:pt x="578" y="31"/>
                  </a:lnTo>
                  <a:lnTo>
                    <a:pt x="576" y="31"/>
                  </a:lnTo>
                  <a:lnTo>
                    <a:pt x="574" y="31"/>
                  </a:lnTo>
                  <a:lnTo>
                    <a:pt x="574" y="31"/>
                  </a:lnTo>
                  <a:lnTo>
                    <a:pt x="574" y="31"/>
                  </a:lnTo>
                  <a:lnTo>
                    <a:pt x="572" y="31"/>
                  </a:lnTo>
                  <a:lnTo>
                    <a:pt x="570" y="31"/>
                  </a:lnTo>
                  <a:lnTo>
                    <a:pt x="561" y="35"/>
                  </a:lnTo>
                  <a:lnTo>
                    <a:pt x="561" y="35"/>
                  </a:lnTo>
                  <a:lnTo>
                    <a:pt x="561" y="35"/>
                  </a:lnTo>
                  <a:lnTo>
                    <a:pt x="561" y="35"/>
                  </a:lnTo>
                  <a:lnTo>
                    <a:pt x="561" y="35"/>
                  </a:lnTo>
                  <a:lnTo>
                    <a:pt x="561" y="38"/>
                  </a:lnTo>
                  <a:lnTo>
                    <a:pt x="561" y="38"/>
                  </a:lnTo>
                  <a:lnTo>
                    <a:pt x="561" y="38"/>
                  </a:lnTo>
                  <a:lnTo>
                    <a:pt x="561" y="38"/>
                  </a:lnTo>
                  <a:lnTo>
                    <a:pt x="559" y="38"/>
                  </a:lnTo>
                  <a:lnTo>
                    <a:pt x="559" y="40"/>
                  </a:lnTo>
                  <a:lnTo>
                    <a:pt x="559" y="40"/>
                  </a:lnTo>
                  <a:lnTo>
                    <a:pt x="559" y="40"/>
                  </a:lnTo>
                  <a:lnTo>
                    <a:pt x="556" y="40"/>
                  </a:lnTo>
                  <a:lnTo>
                    <a:pt x="556" y="40"/>
                  </a:lnTo>
                  <a:lnTo>
                    <a:pt x="554" y="42"/>
                  </a:lnTo>
                  <a:lnTo>
                    <a:pt x="539" y="38"/>
                  </a:lnTo>
                  <a:lnTo>
                    <a:pt x="539" y="38"/>
                  </a:lnTo>
                  <a:lnTo>
                    <a:pt x="536" y="38"/>
                  </a:lnTo>
                  <a:lnTo>
                    <a:pt x="536" y="35"/>
                  </a:lnTo>
                  <a:lnTo>
                    <a:pt x="536" y="35"/>
                  </a:lnTo>
                  <a:lnTo>
                    <a:pt x="530" y="35"/>
                  </a:lnTo>
                  <a:lnTo>
                    <a:pt x="527" y="35"/>
                  </a:lnTo>
                  <a:lnTo>
                    <a:pt x="527" y="33"/>
                  </a:lnTo>
                  <a:lnTo>
                    <a:pt x="527" y="33"/>
                  </a:lnTo>
                  <a:lnTo>
                    <a:pt x="527" y="33"/>
                  </a:lnTo>
                  <a:lnTo>
                    <a:pt x="527" y="33"/>
                  </a:lnTo>
                  <a:lnTo>
                    <a:pt x="525" y="31"/>
                  </a:lnTo>
                  <a:lnTo>
                    <a:pt x="525" y="31"/>
                  </a:lnTo>
                  <a:lnTo>
                    <a:pt x="525" y="31"/>
                  </a:lnTo>
                  <a:lnTo>
                    <a:pt x="525" y="31"/>
                  </a:lnTo>
                  <a:lnTo>
                    <a:pt x="525" y="31"/>
                  </a:lnTo>
                  <a:lnTo>
                    <a:pt x="525" y="29"/>
                  </a:lnTo>
                  <a:lnTo>
                    <a:pt x="525" y="29"/>
                  </a:lnTo>
                  <a:lnTo>
                    <a:pt x="525" y="29"/>
                  </a:lnTo>
                  <a:lnTo>
                    <a:pt x="525" y="29"/>
                  </a:lnTo>
                  <a:lnTo>
                    <a:pt x="525" y="27"/>
                  </a:lnTo>
                  <a:lnTo>
                    <a:pt x="525" y="27"/>
                  </a:lnTo>
                  <a:lnTo>
                    <a:pt x="525" y="27"/>
                  </a:lnTo>
                  <a:lnTo>
                    <a:pt x="525" y="27"/>
                  </a:lnTo>
                  <a:lnTo>
                    <a:pt x="525" y="24"/>
                  </a:lnTo>
                  <a:lnTo>
                    <a:pt x="525" y="22"/>
                  </a:lnTo>
                  <a:lnTo>
                    <a:pt x="525" y="22"/>
                  </a:lnTo>
                  <a:lnTo>
                    <a:pt x="525" y="20"/>
                  </a:lnTo>
                  <a:lnTo>
                    <a:pt x="527" y="18"/>
                  </a:lnTo>
                  <a:lnTo>
                    <a:pt x="527" y="13"/>
                  </a:lnTo>
                  <a:lnTo>
                    <a:pt x="530" y="11"/>
                  </a:lnTo>
                  <a:lnTo>
                    <a:pt x="530" y="9"/>
                  </a:lnTo>
                  <a:lnTo>
                    <a:pt x="532" y="9"/>
                  </a:lnTo>
                  <a:lnTo>
                    <a:pt x="532" y="9"/>
                  </a:lnTo>
                  <a:lnTo>
                    <a:pt x="530" y="7"/>
                  </a:lnTo>
                  <a:lnTo>
                    <a:pt x="530" y="7"/>
                  </a:lnTo>
                  <a:lnTo>
                    <a:pt x="530" y="7"/>
                  </a:lnTo>
                  <a:lnTo>
                    <a:pt x="527" y="7"/>
                  </a:lnTo>
                  <a:lnTo>
                    <a:pt x="527" y="7"/>
                  </a:lnTo>
                  <a:lnTo>
                    <a:pt x="527" y="7"/>
                  </a:lnTo>
                  <a:lnTo>
                    <a:pt x="527" y="7"/>
                  </a:lnTo>
                  <a:lnTo>
                    <a:pt x="527" y="7"/>
                  </a:lnTo>
                  <a:lnTo>
                    <a:pt x="525" y="4"/>
                  </a:lnTo>
                  <a:lnTo>
                    <a:pt x="525" y="4"/>
                  </a:lnTo>
                  <a:lnTo>
                    <a:pt x="525" y="4"/>
                  </a:lnTo>
                  <a:lnTo>
                    <a:pt x="523" y="4"/>
                  </a:lnTo>
                  <a:lnTo>
                    <a:pt x="523" y="4"/>
                  </a:lnTo>
                  <a:lnTo>
                    <a:pt x="523" y="4"/>
                  </a:lnTo>
                  <a:lnTo>
                    <a:pt x="523" y="4"/>
                  </a:lnTo>
                  <a:lnTo>
                    <a:pt x="521" y="4"/>
                  </a:lnTo>
                  <a:lnTo>
                    <a:pt x="521" y="4"/>
                  </a:lnTo>
                  <a:lnTo>
                    <a:pt x="519" y="4"/>
                  </a:lnTo>
                  <a:lnTo>
                    <a:pt x="516" y="2"/>
                  </a:lnTo>
                  <a:lnTo>
                    <a:pt x="516" y="2"/>
                  </a:lnTo>
                  <a:lnTo>
                    <a:pt x="516" y="2"/>
                  </a:lnTo>
                  <a:lnTo>
                    <a:pt x="516" y="2"/>
                  </a:lnTo>
                  <a:lnTo>
                    <a:pt x="516" y="2"/>
                  </a:lnTo>
                  <a:lnTo>
                    <a:pt x="514" y="4"/>
                  </a:lnTo>
                  <a:lnTo>
                    <a:pt x="514" y="4"/>
                  </a:lnTo>
                  <a:lnTo>
                    <a:pt x="514" y="4"/>
                  </a:lnTo>
                  <a:lnTo>
                    <a:pt x="514" y="4"/>
                  </a:lnTo>
                  <a:lnTo>
                    <a:pt x="512" y="2"/>
                  </a:lnTo>
                  <a:lnTo>
                    <a:pt x="512" y="2"/>
                  </a:lnTo>
                  <a:lnTo>
                    <a:pt x="510" y="2"/>
                  </a:lnTo>
                  <a:lnTo>
                    <a:pt x="510" y="2"/>
                  </a:lnTo>
                  <a:lnTo>
                    <a:pt x="510" y="2"/>
                  </a:lnTo>
                  <a:lnTo>
                    <a:pt x="508" y="2"/>
                  </a:lnTo>
                  <a:lnTo>
                    <a:pt x="508" y="2"/>
                  </a:lnTo>
                  <a:lnTo>
                    <a:pt x="508" y="2"/>
                  </a:lnTo>
                  <a:lnTo>
                    <a:pt x="508" y="2"/>
                  </a:lnTo>
                  <a:lnTo>
                    <a:pt x="508" y="2"/>
                  </a:lnTo>
                  <a:lnTo>
                    <a:pt x="505" y="2"/>
                  </a:lnTo>
                  <a:lnTo>
                    <a:pt x="505" y="2"/>
                  </a:lnTo>
                  <a:lnTo>
                    <a:pt x="505" y="2"/>
                  </a:lnTo>
                  <a:lnTo>
                    <a:pt x="505" y="2"/>
                  </a:lnTo>
                  <a:lnTo>
                    <a:pt x="503" y="2"/>
                  </a:lnTo>
                  <a:lnTo>
                    <a:pt x="503" y="2"/>
                  </a:lnTo>
                  <a:lnTo>
                    <a:pt x="503" y="2"/>
                  </a:lnTo>
                  <a:lnTo>
                    <a:pt x="501" y="0"/>
                  </a:lnTo>
                  <a:lnTo>
                    <a:pt x="501" y="0"/>
                  </a:lnTo>
                  <a:lnTo>
                    <a:pt x="501" y="0"/>
                  </a:lnTo>
                  <a:lnTo>
                    <a:pt x="501" y="0"/>
                  </a:lnTo>
                  <a:lnTo>
                    <a:pt x="501" y="0"/>
                  </a:lnTo>
                  <a:lnTo>
                    <a:pt x="499" y="0"/>
                  </a:lnTo>
                  <a:lnTo>
                    <a:pt x="499" y="0"/>
                  </a:lnTo>
                  <a:lnTo>
                    <a:pt x="499" y="2"/>
                  </a:lnTo>
                  <a:lnTo>
                    <a:pt x="499" y="2"/>
                  </a:lnTo>
                  <a:lnTo>
                    <a:pt x="499" y="2"/>
                  </a:lnTo>
                  <a:lnTo>
                    <a:pt x="499" y="2"/>
                  </a:lnTo>
                  <a:lnTo>
                    <a:pt x="496" y="2"/>
                  </a:lnTo>
                  <a:lnTo>
                    <a:pt x="496" y="0"/>
                  </a:lnTo>
                  <a:lnTo>
                    <a:pt x="496" y="0"/>
                  </a:lnTo>
                  <a:lnTo>
                    <a:pt x="494" y="2"/>
                  </a:lnTo>
                  <a:lnTo>
                    <a:pt x="494" y="2"/>
                  </a:lnTo>
                  <a:lnTo>
                    <a:pt x="494" y="0"/>
                  </a:lnTo>
                  <a:lnTo>
                    <a:pt x="492" y="0"/>
                  </a:lnTo>
                  <a:lnTo>
                    <a:pt x="492" y="0"/>
                  </a:lnTo>
                  <a:lnTo>
                    <a:pt x="492" y="2"/>
                  </a:lnTo>
                  <a:lnTo>
                    <a:pt x="490" y="2"/>
                  </a:lnTo>
                  <a:lnTo>
                    <a:pt x="490" y="2"/>
                  </a:lnTo>
                  <a:lnTo>
                    <a:pt x="490" y="2"/>
                  </a:lnTo>
                  <a:lnTo>
                    <a:pt x="488" y="4"/>
                  </a:lnTo>
                  <a:lnTo>
                    <a:pt x="483" y="7"/>
                  </a:lnTo>
                  <a:lnTo>
                    <a:pt x="474" y="9"/>
                  </a:lnTo>
                  <a:lnTo>
                    <a:pt x="474" y="9"/>
                  </a:lnTo>
                  <a:lnTo>
                    <a:pt x="474" y="9"/>
                  </a:lnTo>
                  <a:lnTo>
                    <a:pt x="472" y="11"/>
                  </a:lnTo>
                  <a:lnTo>
                    <a:pt x="470" y="11"/>
                  </a:lnTo>
                  <a:lnTo>
                    <a:pt x="468" y="13"/>
                  </a:lnTo>
                  <a:lnTo>
                    <a:pt x="468" y="13"/>
                  </a:lnTo>
                  <a:lnTo>
                    <a:pt x="468" y="13"/>
                  </a:lnTo>
                  <a:lnTo>
                    <a:pt x="468" y="13"/>
                  </a:lnTo>
                  <a:lnTo>
                    <a:pt x="465" y="15"/>
                  </a:lnTo>
                  <a:lnTo>
                    <a:pt x="465" y="15"/>
                  </a:lnTo>
                  <a:lnTo>
                    <a:pt x="457" y="20"/>
                  </a:lnTo>
                  <a:lnTo>
                    <a:pt x="457" y="20"/>
                  </a:lnTo>
                  <a:lnTo>
                    <a:pt x="454" y="22"/>
                  </a:lnTo>
                  <a:lnTo>
                    <a:pt x="454" y="22"/>
                  </a:lnTo>
                  <a:lnTo>
                    <a:pt x="454" y="22"/>
                  </a:lnTo>
                  <a:lnTo>
                    <a:pt x="454" y="22"/>
                  </a:lnTo>
                  <a:lnTo>
                    <a:pt x="454" y="22"/>
                  </a:lnTo>
                  <a:lnTo>
                    <a:pt x="454" y="24"/>
                  </a:lnTo>
                  <a:lnTo>
                    <a:pt x="454" y="24"/>
                  </a:lnTo>
                  <a:lnTo>
                    <a:pt x="454" y="27"/>
                  </a:lnTo>
                  <a:lnTo>
                    <a:pt x="454" y="27"/>
                  </a:lnTo>
                  <a:lnTo>
                    <a:pt x="452" y="27"/>
                  </a:lnTo>
                  <a:lnTo>
                    <a:pt x="434" y="35"/>
                  </a:lnTo>
                  <a:lnTo>
                    <a:pt x="434" y="38"/>
                  </a:lnTo>
                  <a:lnTo>
                    <a:pt x="434" y="38"/>
                  </a:lnTo>
                  <a:lnTo>
                    <a:pt x="432" y="38"/>
                  </a:lnTo>
                  <a:lnTo>
                    <a:pt x="432" y="38"/>
                  </a:lnTo>
                  <a:lnTo>
                    <a:pt x="432" y="38"/>
                  </a:lnTo>
                  <a:lnTo>
                    <a:pt x="432" y="38"/>
                  </a:lnTo>
                  <a:lnTo>
                    <a:pt x="430" y="38"/>
                  </a:lnTo>
                  <a:lnTo>
                    <a:pt x="430" y="38"/>
                  </a:lnTo>
                  <a:lnTo>
                    <a:pt x="428" y="38"/>
                  </a:lnTo>
                  <a:lnTo>
                    <a:pt x="428" y="38"/>
                  </a:lnTo>
                  <a:lnTo>
                    <a:pt x="428" y="38"/>
                  </a:lnTo>
                  <a:lnTo>
                    <a:pt x="426" y="38"/>
                  </a:lnTo>
                  <a:lnTo>
                    <a:pt x="426" y="38"/>
                  </a:lnTo>
                  <a:lnTo>
                    <a:pt x="426" y="38"/>
                  </a:lnTo>
                  <a:lnTo>
                    <a:pt x="426" y="40"/>
                  </a:lnTo>
                  <a:lnTo>
                    <a:pt x="426" y="40"/>
                  </a:lnTo>
                  <a:lnTo>
                    <a:pt x="426" y="40"/>
                  </a:lnTo>
                  <a:lnTo>
                    <a:pt x="423" y="42"/>
                  </a:lnTo>
                  <a:lnTo>
                    <a:pt x="423" y="42"/>
                  </a:lnTo>
                  <a:lnTo>
                    <a:pt x="421" y="44"/>
                  </a:lnTo>
                  <a:lnTo>
                    <a:pt x="421" y="44"/>
                  </a:lnTo>
                  <a:lnTo>
                    <a:pt x="421" y="44"/>
                  </a:lnTo>
                  <a:lnTo>
                    <a:pt x="421" y="44"/>
                  </a:lnTo>
                  <a:lnTo>
                    <a:pt x="421" y="47"/>
                  </a:lnTo>
                  <a:lnTo>
                    <a:pt x="419" y="47"/>
                  </a:lnTo>
                  <a:lnTo>
                    <a:pt x="419" y="47"/>
                  </a:lnTo>
                  <a:lnTo>
                    <a:pt x="419" y="47"/>
                  </a:lnTo>
                  <a:lnTo>
                    <a:pt x="417" y="47"/>
                  </a:lnTo>
                  <a:lnTo>
                    <a:pt x="417" y="49"/>
                  </a:lnTo>
                  <a:lnTo>
                    <a:pt x="417" y="49"/>
                  </a:lnTo>
                  <a:lnTo>
                    <a:pt x="414" y="49"/>
                  </a:lnTo>
                  <a:lnTo>
                    <a:pt x="412" y="51"/>
                  </a:lnTo>
                  <a:lnTo>
                    <a:pt x="410" y="53"/>
                  </a:lnTo>
                  <a:lnTo>
                    <a:pt x="410" y="53"/>
                  </a:lnTo>
                  <a:lnTo>
                    <a:pt x="408" y="53"/>
                  </a:lnTo>
                  <a:lnTo>
                    <a:pt x="406" y="53"/>
                  </a:lnTo>
                  <a:lnTo>
                    <a:pt x="406" y="53"/>
                  </a:lnTo>
                  <a:lnTo>
                    <a:pt x="406" y="53"/>
                  </a:lnTo>
                  <a:lnTo>
                    <a:pt x="406" y="53"/>
                  </a:lnTo>
                  <a:lnTo>
                    <a:pt x="406" y="53"/>
                  </a:lnTo>
                  <a:lnTo>
                    <a:pt x="403" y="53"/>
                  </a:lnTo>
                  <a:lnTo>
                    <a:pt x="403" y="53"/>
                  </a:lnTo>
                  <a:lnTo>
                    <a:pt x="401" y="53"/>
                  </a:lnTo>
                  <a:lnTo>
                    <a:pt x="401" y="53"/>
                  </a:lnTo>
                  <a:lnTo>
                    <a:pt x="401" y="53"/>
                  </a:lnTo>
                  <a:lnTo>
                    <a:pt x="401" y="53"/>
                  </a:lnTo>
                  <a:lnTo>
                    <a:pt x="401" y="55"/>
                  </a:lnTo>
                  <a:lnTo>
                    <a:pt x="401" y="55"/>
                  </a:lnTo>
                  <a:lnTo>
                    <a:pt x="399" y="58"/>
                  </a:lnTo>
                  <a:lnTo>
                    <a:pt x="399" y="58"/>
                  </a:lnTo>
                  <a:lnTo>
                    <a:pt x="399" y="58"/>
                  </a:lnTo>
                  <a:lnTo>
                    <a:pt x="399" y="58"/>
                  </a:lnTo>
                  <a:lnTo>
                    <a:pt x="399" y="58"/>
                  </a:lnTo>
                  <a:lnTo>
                    <a:pt x="397" y="60"/>
                  </a:lnTo>
                  <a:lnTo>
                    <a:pt x="397" y="60"/>
                  </a:lnTo>
                  <a:lnTo>
                    <a:pt x="395" y="60"/>
                  </a:lnTo>
                  <a:lnTo>
                    <a:pt x="395" y="62"/>
                  </a:lnTo>
                  <a:lnTo>
                    <a:pt x="395" y="62"/>
                  </a:lnTo>
                  <a:lnTo>
                    <a:pt x="395" y="64"/>
                  </a:lnTo>
                  <a:lnTo>
                    <a:pt x="392" y="64"/>
                  </a:lnTo>
                  <a:lnTo>
                    <a:pt x="390" y="66"/>
                  </a:lnTo>
                  <a:lnTo>
                    <a:pt x="388" y="69"/>
                  </a:lnTo>
                  <a:lnTo>
                    <a:pt x="388" y="69"/>
                  </a:lnTo>
                  <a:lnTo>
                    <a:pt x="388" y="69"/>
                  </a:lnTo>
                  <a:lnTo>
                    <a:pt x="381" y="69"/>
                  </a:lnTo>
                  <a:lnTo>
                    <a:pt x="381" y="69"/>
                  </a:lnTo>
                  <a:lnTo>
                    <a:pt x="377" y="66"/>
                  </a:lnTo>
                  <a:lnTo>
                    <a:pt x="375" y="66"/>
                  </a:lnTo>
                  <a:lnTo>
                    <a:pt x="375" y="66"/>
                  </a:lnTo>
                  <a:lnTo>
                    <a:pt x="375" y="66"/>
                  </a:lnTo>
                  <a:lnTo>
                    <a:pt x="375" y="69"/>
                  </a:lnTo>
                  <a:lnTo>
                    <a:pt x="375" y="69"/>
                  </a:lnTo>
                  <a:lnTo>
                    <a:pt x="372" y="71"/>
                  </a:lnTo>
                  <a:lnTo>
                    <a:pt x="372" y="71"/>
                  </a:lnTo>
                  <a:lnTo>
                    <a:pt x="372" y="71"/>
                  </a:lnTo>
                  <a:lnTo>
                    <a:pt x="372" y="71"/>
                  </a:lnTo>
                  <a:lnTo>
                    <a:pt x="372" y="73"/>
                  </a:lnTo>
                  <a:lnTo>
                    <a:pt x="370" y="73"/>
                  </a:lnTo>
                  <a:lnTo>
                    <a:pt x="368" y="73"/>
                  </a:lnTo>
                  <a:lnTo>
                    <a:pt x="366" y="75"/>
                  </a:lnTo>
                  <a:lnTo>
                    <a:pt x="366" y="75"/>
                  </a:lnTo>
                  <a:lnTo>
                    <a:pt x="366" y="75"/>
                  </a:lnTo>
                  <a:lnTo>
                    <a:pt x="366" y="75"/>
                  </a:lnTo>
                  <a:lnTo>
                    <a:pt x="364" y="75"/>
                  </a:lnTo>
                  <a:lnTo>
                    <a:pt x="364" y="75"/>
                  </a:lnTo>
                  <a:lnTo>
                    <a:pt x="364" y="75"/>
                  </a:lnTo>
                  <a:lnTo>
                    <a:pt x="364" y="75"/>
                  </a:lnTo>
                  <a:lnTo>
                    <a:pt x="364" y="75"/>
                  </a:lnTo>
                  <a:lnTo>
                    <a:pt x="364" y="75"/>
                  </a:lnTo>
                  <a:lnTo>
                    <a:pt x="364" y="73"/>
                  </a:lnTo>
                  <a:lnTo>
                    <a:pt x="364" y="73"/>
                  </a:lnTo>
                  <a:lnTo>
                    <a:pt x="366" y="71"/>
                  </a:lnTo>
                  <a:lnTo>
                    <a:pt x="366" y="69"/>
                  </a:lnTo>
                  <a:lnTo>
                    <a:pt x="368" y="66"/>
                  </a:lnTo>
                  <a:lnTo>
                    <a:pt x="368" y="62"/>
                  </a:lnTo>
                  <a:lnTo>
                    <a:pt x="370" y="60"/>
                  </a:lnTo>
                  <a:lnTo>
                    <a:pt x="370" y="60"/>
                  </a:lnTo>
                  <a:lnTo>
                    <a:pt x="370" y="58"/>
                  </a:lnTo>
                  <a:lnTo>
                    <a:pt x="372" y="58"/>
                  </a:lnTo>
                  <a:lnTo>
                    <a:pt x="372" y="58"/>
                  </a:lnTo>
                  <a:lnTo>
                    <a:pt x="372" y="58"/>
                  </a:lnTo>
                  <a:lnTo>
                    <a:pt x="372" y="58"/>
                  </a:lnTo>
                  <a:lnTo>
                    <a:pt x="370" y="55"/>
                  </a:lnTo>
                  <a:lnTo>
                    <a:pt x="370" y="53"/>
                  </a:lnTo>
                  <a:lnTo>
                    <a:pt x="370" y="53"/>
                  </a:lnTo>
                  <a:lnTo>
                    <a:pt x="370" y="53"/>
                  </a:lnTo>
                  <a:lnTo>
                    <a:pt x="368" y="51"/>
                  </a:lnTo>
                  <a:lnTo>
                    <a:pt x="368" y="51"/>
                  </a:lnTo>
                  <a:lnTo>
                    <a:pt x="368" y="49"/>
                  </a:lnTo>
                  <a:lnTo>
                    <a:pt x="368" y="49"/>
                  </a:lnTo>
                  <a:lnTo>
                    <a:pt x="368" y="49"/>
                  </a:lnTo>
                  <a:lnTo>
                    <a:pt x="366" y="49"/>
                  </a:lnTo>
                  <a:lnTo>
                    <a:pt x="366" y="49"/>
                  </a:lnTo>
                  <a:lnTo>
                    <a:pt x="364" y="51"/>
                  </a:lnTo>
                  <a:lnTo>
                    <a:pt x="364" y="51"/>
                  </a:lnTo>
                  <a:lnTo>
                    <a:pt x="364" y="53"/>
                  </a:lnTo>
                  <a:lnTo>
                    <a:pt x="364" y="53"/>
                  </a:lnTo>
                  <a:lnTo>
                    <a:pt x="361" y="53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359" y="53"/>
                  </a:lnTo>
                  <a:lnTo>
                    <a:pt x="357" y="53"/>
                  </a:lnTo>
                  <a:lnTo>
                    <a:pt x="355" y="53"/>
                  </a:lnTo>
                  <a:lnTo>
                    <a:pt x="355" y="53"/>
                  </a:lnTo>
                  <a:lnTo>
                    <a:pt x="355" y="51"/>
                  </a:lnTo>
                  <a:lnTo>
                    <a:pt x="355" y="51"/>
                  </a:lnTo>
                  <a:lnTo>
                    <a:pt x="352" y="51"/>
                  </a:lnTo>
                  <a:lnTo>
                    <a:pt x="352" y="51"/>
                  </a:lnTo>
                  <a:lnTo>
                    <a:pt x="350" y="51"/>
                  </a:lnTo>
                  <a:lnTo>
                    <a:pt x="348" y="51"/>
                  </a:lnTo>
                  <a:lnTo>
                    <a:pt x="348" y="51"/>
                  </a:lnTo>
                  <a:lnTo>
                    <a:pt x="348" y="51"/>
                  </a:lnTo>
                  <a:lnTo>
                    <a:pt x="346" y="47"/>
                  </a:lnTo>
                  <a:lnTo>
                    <a:pt x="346" y="47"/>
                  </a:lnTo>
                  <a:lnTo>
                    <a:pt x="346" y="44"/>
                  </a:lnTo>
                  <a:lnTo>
                    <a:pt x="344" y="42"/>
                  </a:lnTo>
                  <a:lnTo>
                    <a:pt x="341" y="42"/>
                  </a:lnTo>
                  <a:lnTo>
                    <a:pt x="341" y="40"/>
                  </a:lnTo>
                  <a:lnTo>
                    <a:pt x="335" y="38"/>
                  </a:lnTo>
                  <a:lnTo>
                    <a:pt x="335" y="35"/>
                  </a:lnTo>
                  <a:lnTo>
                    <a:pt x="332" y="35"/>
                  </a:lnTo>
                  <a:lnTo>
                    <a:pt x="332" y="35"/>
                  </a:lnTo>
                  <a:lnTo>
                    <a:pt x="332" y="35"/>
                  </a:lnTo>
                  <a:lnTo>
                    <a:pt x="328" y="40"/>
                  </a:lnTo>
                  <a:lnTo>
                    <a:pt x="328" y="42"/>
                  </a:lnTo>
                  <a:lnTo>
                    <a:pt x="326" y="42"/>
                  </a:lnTo>
                  <a:lnTo>
                    <a:pt x="326" y="42"/>
                  </a:lnTo>
                  <a:lnTo>
                    <a:pt x="326" y="42"/>
                  </a:lnTo>
                  <a:lnTo>
                    <a:pt x="328" y="44"/>
                  </a:lnTo>
                  <a:lnTo>
                    <a:pt x="328" y="44"/>
                  </a:lnTo>
                  <a:lnTo>
                    <a:pt x="328" y="44"/>
                  </a:lnTo>
                  <a:lnTo>
                    <a:pt x="328" y="47"/>
                  </a:lnTo>
                  <a:lnTo>
                    <a:pt x="328" y="47"/>
                  </a:lnTo>
                  <a:lnTo>
                    <a:pt x="328" y="47"/>
                  </a:lnTo>
                  <a:lnTo>
                    <a:pt x="328" y="49"/>
                  </a:lnTo>
                  <a:lnTo>
                    <a:pt x="328" y="49"/>
                  </a:lnTo>
                  <a:lnTo>
                    <a:pt x="328" y="49"/>
                  </a:lnTo>
                  <a:lnTo>
                    <a:pt x="328" y="51"/>
                  </a:lnTo>
                  <a:lnTo>
                    <a:pt x="328" y="51"/>
                  </a:lnTo>
                  <a:lnTo>
                    <a:pt x="328" y="51"/>
                  </a:lnTo>
                  <a:lnTo>
                    <a:pt x="328" y="51"/>
                  </a:lnTo>
                  <a:lnTo>
                    <a:pt x="328" y="51"/>
                  </a:lnTo>
                  <a:lnTo>
                    <a:pt x="328" y="53"/>
                  </a:lnTo>
                  <a:lnTo>
                    <a:pt x="328" y="53"/>
                  </a:lnTo>
                  <a:lnTo>
                    <a:pt x="328" y="53"/>
                  </a:lnTo>
                  <a:lnTo>
                    <a:pt x="328" y="53"/>
                  </a:lnTo>
                  <a:lnTo>
                    <a:pt x="328" y="53"/>
                  </a:lnTo>
                  <a:lnTo>
                    <a:pt x="328" y="55"/>
                  </a:lnTo>
                  <a:lnTo>
                    <a:pt x="328" y="58"/>
                  </a:lnTo>
                  <a:lnTo>
                    <a:pt x="330" y="60"/>
                  </a:lnTo>
                  <a:lnTo>
                    <a:pt x="330" y="60"/>
                  </a:lnTo>
                  <a:lnTo>
                    <a:pt x="330" y="60"/>
                  </a:lnTo>
                  <a:lnTo>
                    <a:pt x="328" y="62"/>
                  </a:lnTo>
                  <a:lnTo>
                    <a:pt x="326" y="64"/>
                  </a:lnTo>
                  <a:lnTo>
                    <a:pt x="326" y="64"/>
                  </a:lnTo>
                  <a:lnTo>
                    <a:pt x="326" y="64"/>
                  </a:lnTo>
                  <a:lnTo>
                    <a:pt x="324" y="64"/>
                  </a:lnTo>
                  <a:lnTo>
                    <a:pt x="324" y="62"/>
                  </a:lnTo>
                  <a:lnTo>
                    <a:pt x="315" y="60"/>
                  </a:lnTo>
                  <a:lnTo>
                    <a:pt x="315" y="60"/>
                  </a:lnTo>
                  <a:lnTo>
                    <a:pt x="313" y="58"/>
                  </a:lnTo>
                  <a:lnTo>
                    <a:pt x="310" y="58"/>
                  </a:lnTo>
                  <a:lnTo>
                    <a:pt x="308" y="58"/>
                  </a:lnTo>
                  <a:lnTo>
                    <a:pt x="308" y="60"/>
                  </a:lnTo>
                  <a:lnTo>
                    <a:pt x="306" y="60"/>
                  </a:lnTo>
                  <a:lnTo>
                    <a:pt x="306" y="60"/>
                  </a:lnTo>
                  <a:lnTo>
                    <a:pt x="306" y="60"/>
                  </a:lnTo>
                  <a:lnTo>
                    <a:pt x="304" y="60"/>
                  </a:lnTo>
                  <a:lnTo>
                    <a:pt x="304" y="62"/>
                  </a:lnTo>
                  <a:lnTo>
                    <a:pt x="304" y="62"/>
                  </a:lnTo>
                  <a:lnTo>
                    <a:pt x="304" y="62"/>
                  </a:lnTo>
                  <a:lnTo>
                    <a:pt x="304" y="62"/>
                  </a:lnTo>
                  <a:lnTo>
                    <a:pt x="301" y="75"/>
                  </a:lnTo>
                  <a:lnTo>
                    <a:pt x="301" y="75"/>
                  </a:lnTo>
                  <a:lnTo>
                    <a:pt x="301" y="75"/>
                  </a:lnTo>
                  <a:lnTo>
                    <a:pt x="304" y="75"/>
                  </a:lnTo>
                  <a:lnTo>
                    <a:pt x="304" y="75"/>
                  </a:lnTo>
                  <a:lnTo>
                    <a:pt x="304" y="75"/>
                  </a:lnTo>
                  <a:lnTo>
                    <a:pt x="304" y="75"/>
                  </a:lnTo>
                  <a:lnTo>
                    <a:pt x="306" y="78"/>
                  </a:lnTo>
                  <a:lnTo>
                    <a:pt x="306" y="78"/>
                  </a:lnTo>
                  <a:lnTo>
                    <a:pt x="306" y="80"/>
                  </a:lnTo>
                  <a:lnTo>
                    <a:pt x="306" y="82"/>
                  </a:lnTo>
                  <a:lnTo>
                    <a:pt x="306" y="82"/>
                  </a:lnTo>
                  <a:lnTo>
                    <a:pt x="306" y="82"/>
                  </a:lnTo>
                  <a:lnTo>
                    <a:pt x="306" y="84"/>
                  </a:lnTo>
                  <a:lnTo>
                    <a:pt x="306" y="84"/>
                  </a:lnTo>
                  <a:lnTo>
                    <a:pt x="304" y="86"/>
                  </a:lnTo>
                  <a:lnTo>
                    <a:pt x="304" y="86"/>
                  </a:lnTo>
                  <a:lnTo>
                    <a:pt x="304" y="86"/>
                  </a:lnTo>
                  <a:lnTo>
                    <a:pt x="301" y="89"/>
                  </a:lnTo>
                  <a:lnTo>
                    <a:pt x="301" y="89"/>
                  </a:lnTo>
                  <a:lnTo>
                    <a:pt x="301" y="89"/>
                  </a:lnTo>
                  <a:lnTo>
                    <a:pt x="301" y="91"/>
                  </a:lnTo>
                  <a:lnTo>
                    <a:pt x="301" y="91"/>
                  </a:lnTo>
                  <a:lnTo>
                    <a:pt x="301" y="100"/>
                  </a:lnTo>
                  <a:lnTo>
                    <a:pt x="301" y="100"/>
                  </a:lnTo>
                  <a:lnTo>
                    <a:pt x="301" y="100"/>
                  </a:lnTo>
                  <a:lnTo>
                    <a:pt x="301" y="100"/>
                  </a:lnTo>
                  <a:lnTo>
                    <a:pt x="301" y="100"/>
                  </a:lnTo>
                  <a:lnTo>
                    <a:pt x="304" y="102"/>
                  </a:lnTo>
                  <a:lnTo>
                    <a:pt x="304" y="102"/>
                  </a:lnTo>
                  <a:lnTo>
                    <a:pt x="306" y="102"/>
                  </a:lnTo>
                  <a:lnTo>
                    <a:pt x="306" y="102"/>
                  </a:lnTo>
                  <a:lnTo>
                    <a:pt x="306" y="102"/>
                  </a:lnTo>
                  <a:lnTo>
                    <a:pt x="306" y="102"/>
                  </a:lnTo>
                  <a:lnTo>
                    <a:pt x="306" y="113"/>
                  </a:lnTo>
                  <a:lnTo>
                    <a:pt x="308" y="113"/>
                  </a:lnTo>
                  <a:lnTo>
                    <a:pt x="308" y="115"/>
                  </a:lnTo>
                  <a:lnTo>
                    <a:pt x="308" y="115"/>
                  </a:lnTo>
                  <a:lnTo>
                    <a:pt x="308" y="117"/>
                  </a:lnTo>
                  <a:lnTo>
                    <a:pt x="308" y="117"/>
                  </a:lnTo>
                  <a:lnTo>
                    <a:pt x="308" y="122"/>
                  </a:lnTo>
                  <a:lnTo>
                    <a:pt x="308" y="122"/>
                  </a:lnTo>
                  <a:lnTo>
                    <a:pt x="308" y="124"/>
                  </a:lnTo>
                  <a:lnTo>
                    <a:pt x="308" y="124"/>
                  </a:lnTo>
                  <a:lnTo>
                    <a:pt x="306" y="124"/>
                  </a:lnTo>
                  <a:lnTo>
                    <a:pt x="306" y="124"/>
                  </a:lnTo>
                  <a:lnTo>
                    <a:pt x="304" y="124"/>
                  </a:lnTo>
                  <a:lnTo>
                    <a:pt x="304" y="126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299" y="126"/>
                  </a:lnTo>
                  <a:lnTo>
                    <a:pt x="299" y="126"/>
                  </a:lnTo>
                  <a:lnTo>
                    <a:pt x="299" y="126"/>
                  </a:lnTo>
                  <a:lnTo>
                    <a:pt x="297" y="126"/>
                  </a:lnTo>
                  <a:lnTo>
                    <a:pt x="295" y="126"/>
                  </a:lnTo>
                  <a:lnTo>
                    <a:pt x="295" y="126"/>
                  </a:lnTo>
                  <a:lnTo>
                    <a:pt x="295" y="126"/>
                  </a:lnTo>
                  <a:lnTo>
                    <a:pt x="293" y="126"/>
                  </a:lnTo>
                  <a:lnTo>
                    <a:pt x="293" y="126"/>
                  </a:lnTo>
                  <a:lnTo>
                    <a:pt x="293" y="129"/>
                  </a:lnTo>
                  <a:lnTo>
                    <a:pt x="293" y="129"/>
                  </a:lnTo>
                  <a:lnTo>
                    <a:pt x="293" y="129"/>
                  </a:lnTo>
                  <a:lnTo>
                    <a:pt x="290" y="129"/>
                  </a:lnTo>
                  <a:lnTo>
                    <a:pt x="290" y="129"/>
                  </a:lnTo>
                  <a:lnTo>
                    <a:pt x="290" y="129"/>
                  </a:lnTo>
                  <a:lnTo>
                    <a:pt x="288" y="129"/>
                  </a:lnTo>
                  <a:lnTo>
                    <a:pt x="288" y="129"/>
                  </a:lnTo>
                  <a:lnTo>
                    <a:pt x="288" y="129"/>
                  </a:lnTo>
                  <a:lnTo>
                    <a:pt x="288" y="129"/>
                  </a:lnTo>
                  <a:lnTo>
                    <a:pt x="288" y="129"/>
                  </a:lnTo>
                  <a:lnTo>
                    <a:pt x="288" y="129"/>
                  </a:lnTo>
                  <a:lnTo>
                    <a:pt x="288" y="129"/>
                  </a:lnTo>
                  <a:lnTo>
                    <a:pt x="286" y="129"/>
                  </a:lnTo>
                  <a:lnTo>
                    <a:pt x="286" y="129"/>
                  </a:lnTo>
                  <a:lnTo>
                    <a:pt x="286" y="129"/>
                  </a:lnTo>
                  <a:lnTo>
                    <a:pt x="286" y="129"/>
                  </a:lnTo>
                  <a:lnTo>
                    <a:pt x="286" y="129"/>
                  </a:lnTo>
                  <a:lnTo>
                    <a:pt x="284" y="131"/>
                  </a:lnTo>
                  <a:lnTo>
                    <a:pt x="284" y="133"/>
                  </a:lnTo>
                  <a:lnTo>
                    <a:pt x="284" y="133"/>
                  </a:lnTo>
                  <a:lnTo>
                    <a:pt x="282" y="133"/>
                  </a:lnTo>
                  <a:lnTo>
                    <a:pt x="282" y="133"/>
                  </a:lnTo>
                  <a:lnTo>
                    <a:pt x="282" y="133"/>
                  </a:lnTo>
                  <a:lnTo>
                    <a:pt x="282" y="135"/>
                  </a:lnTo>
                  <a:lnTo>
                    <a:pt x="282" y="135"/>
                  </a:lnTo>
                  <a:lnTo>
                    <a:pt x="279" y="135"/>
                  </a:lnTo>
                  <a:lnTo>
                    <a:pt x="279" y="135"/>
                  </a:lnTo>
                  <a:lnTo>
                    <a:pt x="279" y="135"/>
                  </a:lnTo>
                  <a:lnTo>
                    <a:pt x="279" y="135"/>
                  </a:lnTo>
                  <a:lnTo>
                    <a:pt x="279" y="135"/>
                  </a:lnTo>
                  <a:lnTo>
                    <a:pt x="279" y="135"/>
                  </a:lnTo>
                  <a:lnTo>
                    <a:pt x="277" y="135"/>
                  </a:lnTo>
                  <a:lnTo>
                    <a:pt x="277" y="135"/>
                  </a:lnTo>
                  <a:lnTo>
                    <a:pt x="275" y="137"/>
                  </a:lnTo>
                  <a:lnTo>
                    <a:pt x="273" y="140"/>
                  </a:lnTo>
                  <a:lnTo>
                    <a:pt x="273" y="142"/>
                  </a:lnTo>
                  <a:lnTo>
                    <a:pt x="270" y="144"/>
                  </a:lnTo>
                  <a:lnTo>
                    <a:pt x="270" y="144"/>
                  </a:lnTo>
                  <a:lnTo>
                    <a:pt x="273" y="151"/>
                  </a:lnTo>
                  <a:lnTo>
                    <a:pt x="273" y="151"/>
                  </a:lnTo>
                  <a:lnTo>
                    <a:pt x="273" y="153"/>
                  </a:lnTo>
                  <a:lnTo>
                    <a:pt x="270" y="157"/>
                  </a:lnTo>
                  <a:lnTo>
                    <a:pt x="268" y="160"/>
                  </a:lnTo>
                  <a:lnTo>
                    <a:pt x="268" y="160"/>
                  </a:lnTo>
                  <a:lnTo>
                    <a:pt x="268" y="160"/>
                  </a:lnTo>
                  <a:lnTo>
                    <a:pt x="268" y="160"/>
                  </a:lnTo>
                  <a:lnTo>
                    <a:pt x="268" y="160"/>
                  </a:lnTo>
                  <a:lnTo>
                    <a:pt x="268" y="162"/>
                  </a:lnTo>
                  <a:lnTo>
                    <a:pt x="266" y="162"/>
                  </a:lnTo>
                  <a:lnTo>
                    <a:pt x="264" y="164"/>
                  </a:lnTo>
                  <a:lnTo>
                    <a:pt x="264" y="166"/>
                  </a:lnTo>
                  <a:lnTo>
                    <a:pt x="264" y="171"/>
                  </a:lnTo>
                  <a:lnTo>
                    <a:pt x="264" y="171"/>
                  </a:lnTo>
                  <a:lnTo>
                    <a:pt x="264" y="171"/>
                  </a:lnTo>
                  <a:lnTo>
                    <a:pt x="264" y="171"/>
                  </a:lnTo>
                  <a:lnTo>
                    <a:pt x="264" y="171"/>
                  </a:lnTo>
                  <a:lnTo>
                    <a:pt x="264" y="173"/>
                  </a:lnTo>
                  <a:lnTo>
                    <a:pt x="264" y="173"/>
                  </a:lnTo>
                  <a:lnTo>
                    <a:pt x="266" y="177"/>
                  </a:lnTo>
                  <a:lnTo>
                    <a:pt x="266" y="177"/>
                  </a:lnTo>
                  <a:lnTo>
                    <a:pt x="268" y="177"/>
                  </a:lnTo>
                  <a:lnTo>
                    <a:pt x="270" y="177"/>
                  </a:lnTo>
                  <a:lnTo>
                    <a:pt x="270" y="179"/>
                  </a:lnTo>
                  <a:lnTo>
                    <a:pt x="270" y="179"/>
                  </a:lnTo>
                  <a:lnTo>
                    <a:pt x="270" y="179"/>
                  </a:lnTo>
                  <a:lnTo>
                    <a:pt x="273" y="179"/>
                  </a:lnTo>
                  <a:lnTo>
                    <a:pt x="273" y="179"/>
                  </a:lnTo>
                  <a:lnTo>
                    <a:pt x="273" y="179"/>
                  </a:lnTo>
                  <a:lnTo>
                    <a:pt x="273" y="182"/>
                  </a:lnTo>
                  <a:lnTo>
                    <a:pt x="275" y="182"/>
                  </a:lnTo>
                  <a:lnTo>
                    <a:pt x="275" y="182"/>
                  </a:lnTo>
                  <a:lnTo>
                    <a:pt x="275" y="182"/>
                  </a:lnTo>
                  <a:lnTo>
                    <a:pt x="275" y="182"/>
                  </a:lnTo>
                  <a:lnTo>
                    <a:pt x="275" y="184"/>
                  </a:lnTo>
                  <a:lnTo>
                    <a:pt x="275" y="184"/>
                  </a:lnTo>
                  <a:lnTo>
                    <a:pt x="277" y="184"/>
                  </a:lnTo>
                  <a:lnTo>
                    <a:pt x="277" y="184"/>
                  </a:lnTo>
                  <a:lnTo>
                    <a:pt x="277" y="186"/>
                  </a:lnTo>
                  <a:lnTo>
                    <a:pt x="277" y="186"/>
                  </a:lnTo>
                  <a:lnTo>
                    <a:pt x="279" y="188"/>
                  </a:lnTo>
                  <a:lnTo>
                    <a:pt x="282" y="195"/>
                  </a:lnTo>
                  <a:lnTo>
                    <a:pt x="282" y="195"/>
                  </a:lnTo>
                  <a:lnTo>
                    <a:pt x="282" y="197"/>
                  </a:lnTo>
                  <a:lnTo>
                    <a:pt x="282" y="197"/>
                  </a:lnTo>
                  <a:lnTo>
                    <a:pt x="282" y="197"/>
                  </a:lnTo>
                  <a:lnTo>
                    <a:pt x="284" y="199"/>
                  </a:lnTo>
                  <a:lnTo>
                    <a:pt x="284" y="202"/>
                  </a:lnTo>
                  <a:lnTo>
                    <a:pt x="284" y="202"/>
                  </a:lnTo>
                  <a:lnTo>
                    <a:pt x="284" y="204"/>
                  </a:lnTo>
                  <a:lnTo>
                    <a:pt x="286" y="206"/>
                  </a:lnTo>
                  <a:lnTo>
                    <a:pt x="286" y="206"/>
                  </a:lnTo>
                  <a:lnTo>
                    <a:pt x="286" y="208"/>
                  </a:lnTo>
                  <a:lnTo>
                    <a:pt x="286" y="208"/>
                  </a:lnTo>
                  <a:lnTo>
                    <a:pt x="284" y="208"/>
                  </a:lnTo>
                  <a:lnTo>
                    <a:pt x="284" y="208"/>
                  </a:lnTo>
                  <a:lnTo>
                    <a:pt x="284" y="208"/>
                  </a:lnTo>
                  <a:lnTo>
                    <a:pt x="284" y="208"/>
                  </a:lnTo>
                  <a:lnTo>
                    <a:pt x="284" y="208"/>
                  </a:lnTo>
                  <a:lnTo>
                    <a:pt x="284" y="208"/>
                  </a:lnTo>
                  <a:lnTo>
                    <a:pt x="282" y="208"/>
                  </a:lnTo>
                  <a:lnTo>
                    <a:pt x="282" y="208"/>
                  </a:lnTo>
                  <a:lnTo>
                    <a:pt x="282" y="208"/>
                  </a:lnTo>
                  <a:lnTo>
                    <a:pt x="282" y="208"/>
                  </a:lnTo>
                  <a:lnTo>
                    <a:pt x="282" y="210"/>
                  </a:lnTo>
                  <a:lnTo>
                    <a:pt x="279" y="210"/>
                  </a:lnTo>
                  <a:lnTo>
                    <a:pt x="279" y="210"/>
                  </a:lnTo>
                  <a:lnTo>
                    <a:pt x="279" y="210"/>
                  </a:lnTo>
                  <a:lnTo>
                    <a:pt x="279" y="210"/>
                  </a:lnTo>
                  <a:lnTo>
                    <a:pt x="279" y="213"/>
                  </a:lnTo>
                  <a:lnTo>
                    <a:pt x="279" y="213"/>
                  </a:lnTo>
                  <a:lnTo>
                    <a:pt x="279" y="213"/>
                  </a:lnTo>
                  <a:lnTo>
                    <a:pt x="279" y="213"/>
                  </a:lnTo>
                  <a:lnTo>
                    <a:pt x="282" y="215"/>
                  </a:lnTo>
                  <a:lnTo>
                    <a:pt x="282" y="215"/>
                  </a:lnTo>
                  <a:lnTo>
                    <a:pt x="282" y="215"/>
                  </a:lnTo>
                  <a:lnTo>
                    <a:pt x="282" y="215"/>
                  </a:lnTo>
                  <a:lnTo>
                    <a:pt x="279" y="215"/>
                  </a:lnTo>
                  <a:lnTo>
                    <a:pt x="279" y="215"/>
                  </a:lnTo>
                  <a:lnTo>
                    <a:pt x="279" y="215"/>
                  </a:lnTo>
                  <a:lnTo>
                    <a:pt x="279" y="217"/>
                  </a:lnTo>
                  <a:lnTo>
                    <a:pt x="277" y="217"/>
                  </a:lnTo>
                  <a:lnTo>
                    <a:pt x="277" y="217"/>
                  </a:lnTo>
                  <a:lnTo>
                    <a:pt x="277" y="217"/>
                  </a:lnTo>
                  <a:lnTo>
                    <a:pt x="277" y="219"/>
                  </a:lnTo>
                  <a:lnTo>
                    <a:pt x="275" y="219"/>
                  </a:lnTo>
                  <a:lnTo>
                    <a:pt x="275" y="219"/>
                  </a:lnTo>
                  <a:lnTo>
                    <a:pt x="275" y="222"/>
                  </a:lnTo>
                  <a:lnTo>
                    <a:pt x="275" y="222"/>
                  </a:lnTo>
                  <a:lnTo>
                    <a:pt x="275" y="222"/>
                  </a:lnTo>
                  <a:lnTo>
                    <a:pt x="275" y="219"/>
                  </a:lnTo>
                  <a:lnTo>
                    <a:pt x="275" y="219"/>
                  </a:lnTo>
                  <a:lnTo>
                    <a:pt x="273" y="219"/>
                  </a:lnTo>
                  <a:lnTo>
                    <a:pt x="273" y="219"/>
                  </a:lnTo>
                  <a:lnTo>
                    <a:pt x="273" y="222"/>
                  </a:lnTo>
                  <a:lnTo>
                    <a:pt x="273" y="222"/>
                  </a:lnTo>
                  <a:lnTo>
                    <a:pt x="273" y="222"/>
                  </a:lnTo>
                  <a:lnTo>
                    <a:pt x="273" y="222"/>
                  </a:lnTo>
                  <a:lnTo>
                    <a:pt x="270" y="222"/>
                  </a:lnTo>
                  <a:lnTo>
                    <a:pt x="270" y="222"/>
                  </a:lnTo>
                  <a:lnTo>
                    <a:pt x="273" y="224"/>
                  </a:lnTo>
                  <a:lnTo>
                    <a:pt x="270" y="224"/>
                  </a:lnTo>
                  <a:lnTo>
                    <a:pt x="270" y="224"/>
                  </a:lnTo>
                  <a:lnTo>
                    <a:pt x="270" y="224"/>
                  </a:lnTo>
                  <a:lnTo>
                    <a:pt x="270" y="224"/>
                  </a:lnTo>
                  <a:lnTo>
                    <a:pt x="270" y="224"/>
                  </a:lnTo>
                  <a:lnTo>
                    <a:pt x="270" y="226"/>
                  </a:lnTo>
                  <a:lnTo>
                    <a:pt x="270" y="226"/>
                  </a:lnTo>
                  <a:lnTo>
                    <a:pt x="268" y="226"/>
                  </a:lnTo>
                  <a:lnTo>
                    <a:pt x="268" y="228"/>
                  </a:lnTo>
                  <a:lnTo>
                    <a:pt x="268" y="228"/>
                  </a:lnTo>
                  <a:lnTo>
                    <a:pt x="268" y="228"/>
                  </a:lnTo>
                  <a:lnTo>
                    <a:pt x="268" y="228"/>
                  </a:lnTo>
                  <a:lnTo>
                    <a:pt x="268" y="228"/>
                  </a:lnTo>
                  <a:lnTo>
                    <a:pt x="266" y="228"/>
                  </a:lnTo>
                  <a:lnTo>
                    <a:pt x="266" y="228"/>
                  </a:lnTo>
                  <a:lnTo>
                    <a:pt x="266" y="228"/>
                  </a:lnTo>
                  <a:lnTo>
                    <a:pt x="266" y="228"/>
                  </a:lnTo>
                  <a:lnTo>
                    <a:pt x="266" y="230"/>
                  </a:lnTo>
                  <a:lnTo>
                    <a:pt x="266" y="230"/>
                  </a:lnTo>
                  <a:lnTo>
                    <a:pt x="266" y="230"/>
                  </a:lnTo>
                  <a:lnTo>
                    <a:pt x="266" y="230"/>
                  </a:lnTo>
                  <a:lnTo>
                    <a:pt x="266" y="233"/>
                  </a:lnTo>
                  <a:lnTo>
                    <a:pt x="266" y="233"/>
                  </a:lnTo>
                  <a:lnTo>
                    <a:pt x="266" y="233"/>
                  </a:lnTo>
                  <a:lnTo>
                    <a:pt x="266" y="233"/>
                  </a:lnTo>
                  <a:lnTo>
                    <a:pt x="264" y="233"/>
                  </a:lnTo>
                  <a:lnTo>
                    <a:pt x="264" y="235"/>
                  </a:lnTo>
                  <a:lnTo>
                    <a:pt x="264" y="235"/>
                  </a:lnTo>
                  <a:lnTo>
                    <a:pt x="264" y="235"/>
                  </a:lnTo>
                  <a:lnTo>
                    <a:pt x="264" y="235"/>
                  </a:lnTo>
                  <a:lnTo>
                    <a:pt x="264" y="235"/>
                  </a:lnTo>
                  <a:lnTo>
                    <a:pt x="264" y="235"/>
                  </a:lnTo>
                  <a:lnTo>
                    <a:pt x="264" y="235"/>
                  </a:lnTo>
                  <a:lnTo>
                    <a:pt x="264" y="235"/>
                  </a:lnTo>
                  <a:lnTo>
                    <a:pt x="264" y="235"/>
                  </a:lnTo>
                  <a:lnTo>
                    <a:pt x="262" y="235"/>
                  </a:lnTo>
                  <a:lnTo>
                    <a:pt x="262" y="235"/>
                  </a:lnTo>
                  <a:lnTo>
                    <a:pt x="262" y="235"/>
                  </a:lnTo>
                  <a:lnTo>
                    <a:pt x="262" y="235"/>
                  </a:lnTo>
                  <a:lnTo>
                    <a:pt x="259" y="235"/>
                  </a:lnTo>
                  <a:lnTo>
                    <a:pt x="259" y="235"/>
                  </a:lnTo>
                  <a:lnTo>
                    <a:pt x="259" y="235"/>
                  </a:lnTo>
                  <a:lnTo>
                    <a:pt x="259" y="237"/>
                  </a:lnTo>
                  <a:lnTo>
                    <a:pt x="259" y="237"/>
                  </a:lnTo>
                  <a:lnTo>
                    <a:pt x="257" y="239"/>
                  </a:lnTo>
                  <a:lnTo>
                    <a:pt x="257" y="239"/>
                  </a:lnTo>
                  <a:lnTo>
                    <a:pt x="257" y="239"/>
                  </a:lnTo>
                  <a:lnTo>
                    <a:pt x="257" y="242"/>
                  </a:lnTo>
                  <a:lnTo>
                    <a:pt x="257" y="242"/>
                  </a:lnTo>
                  <a:lnTo>
                    <a:pt x="257" y="242"/>
                  </a:lnTo>
                  <a:lnTo>
                    <a:pt x="257" y="244"/>
                  </a:lnTo>
                  <a:lnTo>
                    <a:pt x="257" y="246"/>
                  </a:lnTo>
                  <a:lnTo>
                    <a:pt x="257" y="246"/>
                  </a:lnTo>
                  <a:lnTo>
                    <a:pt x="259" y="248"/>
                  </a:lnTo>
                  <a:lnTo>
                    <a:pt x="262" y="250"/>
                  </a:lnTo>
                  <a:lnTo>
                    <a:pt x="262" y="250"/>
                  </a:lnTo>
                  <a:lnTo>
                    <a:pt x="262" y="250"/>
                  </a:lnTo>
                  <a:lnTo>
                    <a:pt x="262" y="250"/>
                  </a:lnTo>
                  <a:lnTo>
                    <a:pt x="262" y="250"/>
                  </a:lnTo>
                  <a:lnTo>
                    <a:pt x="264" y="250"/>
                  </a:lnTo>
                  <a:lnTo>
                    <a:pt x="264" y="248"/>
                  </a:lnTo>
                  <a:lnTo>
                    <a:pt x="264" y="248"/>
                  </a:lnTo>
                  <a:lnTo>
                    <a:pt x="264" y="248"/>
                  </a:lnTo>
                  <a:lnTo>
                    <a:pt x="264" y="248"/>
                  </a:lnTo>
                  <a:lnTo>
                    <a:pt x="266" y="248"/>
                  </a:lnTo>
                  <a:lnTo>
                    <a:pt x="266" y="248"/>
                  </a:lnTo>
                  <a:lnTo>
                    <a:pt x="266" y="248"/>
                  </a:lnTo>
                  <a:lnTo>
                    <a:pt x="266" y="248"/>
                  </a:lnTo>
                  <a:lnTo>
                    <a:pt x="266" y="248"/>
                  </a:lnTo>
                  <a:lnTo>
                    <a:pt x="268" y="248"/>
                  </a:lnTo>
                  <a:lnTo>
                    <a:pt x="268" y="248"/>
                  </a:lnTo>
                  <a:lnTo>
                    <a:pt x="268" y="248"/>
                  </a:lnTo>
                  <a:lnTo>
                    <a:pt x="270" y="248"/>
                  </a:lnTo>
                  <a:lnTo>
                    <a:pt x="270" y="248"/>
                  </a:lnTo>
                  <a:lnTo>
                    <a:pt x="270" y="248"/>
                  </a:lnTo>
                  <a:lnTo>
                    <a:pt x="273" y="250"/>
                  </a:lnTo>
                  <a:lnTo>
                    <a:pt x="275" y="250"/>
                  </a:lnTo>
                  <a:lnTo>
                    <a:pt x="275" y="250"/>
                  </a:lnTo>
                  <a:lnTo>
                    <a:pt x="275" y="253"/>
                  </a:lnTo>
                  <a:lnTo>
                    <a:pt x="277" y="255"/>
                  </a:lnTo>
                  <a:lnTo>
                    <a:pt x="277" y="255"/>
                  </a:lnTo>
                  <a:lnTo>
                    <a:pt x="277" y="257"/>
                  </a:lnTo>
                  <a:lnTo>
                    <a:pt x="277" y="259"/>
                  </a:lnTo>
                  <a:lnTo>
                    <a:pt x="277" y="259"/>
                  </a:lnTo>
                  <a:lnTo>
                    <a:pt x="277" y="261"/>
                  </a:lnTo>
                  <a:lnTo>
                    <a:pt x="277" y="261"/>
                  </a:lnTo>
                  <a:lnTo>
                    <a:pt x="275" y="261"/>
                  </a:lnTo>
                  <a:lnTo>
                    <a:pt x="275" y="261"/>
                  </a:lnTo>
                  <a:lnTo>
                    <a:pt x="275" y="261"/>
                  </a:lnTo>
                  <a:lnTo>
                    <a:pt x="273" y="264"/>
                  </a:lnTo>
                  <a:lnTo>
                    <a:pt x="273" y="266"/>
                  </a:lnTo>
                  <a:lnTo>
                    <a:pt x="273" y="266"/>
                  </a:lnTo>
                  <a:lnTo>
                    <a:pt x="273" y="266"/>
                  </a:lnTo>
                  <a:lnTo>
                    <a:pt x="273" y="266"/>
                  </a:lnTo>
                  <a:lnTo>
                    <a:pt x="273" y="268"/>
                  </a:lnTo>
                  <a:lnTo>
                    <a:pt x="273" y="268"/>
                  </a:lnTo>
                  <a:lnTo>
                    <a:pt x="270" y="270"/>
                  </a:lnTo>
                  <a:lnTo>
                    <a:pt x="270" y="270"/>
                  </a:lnTo>
                  <a:lnTo>
                    <a:pt x="270" y="270"/>
                  </a:lnTo>
                  <a:lnTo>
                    <a:pt x="270" y="270"/>
                  </a:lnTo>
                  <a:lnTo>
                    <a:pt x="270" y="270"/>
                  </a:lnTo>
                  <a:lnTo>
                    <a:pt x="270" y="273"/>
                  </a:lnTo>
                  <a:lnTo>
                    <a:pt x="270" y="273"/>
                  </a:lnTo>
                  <a:lnTo>
                    <a:pt x="270" y="273"/>
                  </a:lnTo>
                  <a:lnTo>
                    <a:pt x="270" y="275"/>
                  </a:lnTo>
                  <a:lnTo>
                    <a:pt x="270" y="275"/>
                  </a:lnTo>
                  <a:lnTo>
                    <a:pt x="270" y="277"/>
                  </a:lnTo>
                  <a:lnTo>
                    <a:pt x="270" y="277"/>
                  </a:lnTo>
                  <a:lnTo>
                    <a:pt x="270" y="279"/>
                  </a:lnTo>
                  <a:lnTo>
                    <a:pt x="273" y="279"/>
                  </a:lnTo>
                  <a:lnTo>
                    <a:pt x="273" y="279"/>
                  </a:lnTo>
                  <a:lnTo>
                    <a:pt x="273" y="281"/>
                  </a:lnTo>
                  <a:lnTo>
                    <a:pt x="273" y="281"/>
                  </a:lnTo>
                  <a:lnTo>
                    <a:pt x="273" y="284"/>
                  </a:lnTo>
                  <a:lnTo>
                    <a:pt x="273" y="284"/>
                  </a:lnTo>
                  <a:lnTo>
                    <a:pt x="273" y="284"/>
                  </a:lnTo>
                  <a:lnTo>
                    <a:pt x="273" y="286"/>
                  </a:lnTo>
                  <a:lnTo>
                    <a:pt x="275" y="286"/>
                  </a:lnTo>
                  <a:lnTo>
                    <a:pt x="275" y="290"/>
                  </a:lnTo>
                  <a:lnTo>
                    <a:pt x="275" y="290"/>
                  </a:lnTo>
                  <a:lnTo>
                    <a:pt x="275" y="290"/>
                  </a:lnTo>
                  <a:lnTo>
                    <a:pt x="273" y="292"/>
                  </a:lnTo>
                  <a:lnTo>
                    <a:pt x="273" y="292"/>
                  </a:lnTo>
                  <a:lnTo>
                    <a:pt x="270" y="292"/>
                  </a:lnTo>
                  <a:lnTo>
                    <a:pt x="270" y="292"/>
                  </a:lnTo>
                  <a:lnTo>
                    <a:pt x="270" y="295"/>
                  </a:lnTo>
                  <a:lnTo>
                    <a:pt x="270" y="295"/>
                  </a:lnTo>
                  <a:lnTo>
                    <a:pt x="270" y="295"/>
                  </a:lnTo>
                  <a:lnTo>
                    <a:pt x="268" y="295"/>
                  </a:lnTo>
                  <a:lnTo>
                    <a:pt x="268" y="295"/>
                  </a:lnTo>
                  <a:lnTo>
                    <a:pt x="268" y="297"/>
                  </a:lnTo>
                  <a:lnTo>
                    <a:pt x="268" y="297"/>
                  </a:lnTo>
                  <a:lnTo>
                    <a:pt x="266" y="297"/>
                  </a:lnTo>
                  <a:lnTo>
                    <a:pt x="266" y="297"/>
                  </a:lnTo>
                  <a:lnTo>
                    <a:pt x="266" y="297"/>
                  </a:lnTo>
                  <a:lnTo>
                    <a:pt x="266" y="297"/>
                  </a:lnTo>
                  <a:lnTo>
                    <a:pt x="266" y="297"/>
                  </a:lnTo>
                  <a:lnTo>
                    <a:pt x="264" y="299"/>
                  </a:lnTo>
                  <a:lnTo>
                    <a:pt x="264" y="299"/>
                  </a:lnTo>
                  <a:lnTo>
                    <a:pt x="255" y="301"/>
                  </a:lnTo>
                  <a:lnTo>
                    <a:pt x="255" y="304"/>
                  </a:lnTo>
                  <a:lnTo>
                    <a:pt x="253" y="304"/>
                  </a:lnTo>
                  <a:lnTo>
                    <a:pt x="253" y="306"/>
                  </a:lnTo>
                  <a:lnTo>
                    <a:pt x="251" y="308"/>
                  </a:lnTo>
                  <a:lnTo>
                    <a:pt x="251" y="310"/>
                  </a:lnTo>
                  <a:lnTo>
                    <a:pt x="248" y="310"/>
                  </a:lnTo>
                  <a:lnTo>
                    <a:pt x="231" y="321"/>
                  </a:lnTo>
                  <a:lnTo>
                    <a:pt x="228" y="321"/>
                  </a:lnTo>
                  <a:lnTo>
                    <a:pt x="228" y="321"/>
                  </a:lnTo>
                  <a:lnTo>
                    <a:pt x="228" y="321"/>
                  </a:lnTo>
                  <a:lnTo>
                    <a:pt x="226" y="321"/>
                  </a:lnTo>
                  <a:lnTo>
                    <a:pt x="224" y="319"/>
                  </a:lnTo>
                  <a:lnTo>
                    <a:pt x="222" y="319"/>
                  </a:lnTo>
                  <a:lnTo>
                    <a:pt x="222" y="319"/>
                  </a:lnTo>
                  <a:lnTo>
                    <a:pt x="219" y="319"/>
                  </a:lnTo>
                  <a:lnTo>
                    <a:pt x="219" y="319"/>
                  </a:lnTo>
                  <a:lnTo>
                    <a:pt x="219" y="319"/>
                  </a:lnTo>
                  <a:lnTo>
                    <a:pt x="219" y="319"/>
                  </a:lnTo>
                  <a:lnTo>
                    <a:pt x="219" y="317"/>
                  </a:lnTo>
                  <a:lnTo>
                    <a:pt x="219" y="317"/>
                  </a:lnTo>
                  <a:lnTo>
                    <a:pt x="219" y="317"/>
                  </a:lnTo>
                  <a:lnTo>
                    <a:pt x="217" y="317"/>
                  </a:lnTo>
                  <a:lnTo>
                    <a:pt x="217" y="317"/>
                  </a:lnTo>
                  <a:lnTo>
                    <a:pt x="217" y="317"/>
                  </a:lnTo>
                  <a:lnTo>
                    <a:pt x="215" y="317"/>
                  </a:lnTo>
                  <a:lnTo>
                    <a:pt x="213" y="317"/>
                  </a:lnTo>
                  <a:lnTo>
                    <a:pt x="213" y="317"/>
                  </a:lnTo>
                  <a:lnTo>
                    <a:pt x="213" y="317"/>
                  </a:lnTo>
                  <a:lnTo>
                    <a:pt x="213" y="317"/>
                  </a:lnTo>
                  <a:lnTo>
                    <a:pt x="211" y="315"/>
                  </a:lnTo>
                  <a:lnTo>
                    <a:pt x="206" y="315"/>
                  </a:lnTo>
                  <a:lnTo>
                    <a:pt x="204" y="312"/>
                  </a:lnTo>
                  <a:lnTo>
                    <a:pt x="202" y="312"/>
                  </a:lnTo>
                  <a:lnTo>
                    <a:pt x="195" y="312"/>
                  </a:lnTo>
                  <a:lnTo>
                    <a:pt x="177" y="312"/>
                  </a:lnTo>
                  <a:lnTo>
                    <a:pt x="162" y="312"/>
                  </a:lnTo>
                  <a:lnTo>
                    <a:pt x="160" y="312"/>
                  </a:lnTo>
                  <a:lnTo>
                    <a:pt x="155" y="310"/>
                  </a:lnTo>
                  <a:lnTo>
                    <a:pt x="153" y="310"/>
                  </a:lnTo>
                  <a:lnTo>
                    <a:pt x="149" y="315"/>
                  </a:lnTo>
                  <a:lnTo>
                    <a:pt x="140" y="317"/>
                  </a:lnTo>
                  <a:lnTo>
                    <a:pt x="138" y="319"/>
                  </a:lnTo>
                  <a:lnTo>
                    <a:pt x="138" y="319"/>
                  </a:lnTo>
                  <a:lnTo>
                    <a:pt x="135" y="321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0" y="335"/>
                  </a:lnTo>
                  <a:lnTo>
                    <a:pt x="120" y="335"/>
                  </a:lnTo>
                  <a:lnTo>
                    <a:pt x="118" y="332"/>
                  </a:lnTo>
                  <a:lnTo>
                    <a:pt x="115" y="330"/>
                  </a:lnTo>
                  <a:lnTo>
                    <a:pt x="115" y="328"/>
                  </a:lnTo>
                  <a:lnTo>
                    <a:pt x="113" y="326"/>
                  </a:lnTo>
                  <a:lnTo>
                    <a:pt x="113" y="326"/>
                  </a:lnTo>
                  <a:lnTo>
                    <a:pt x="113" y="324"/>
                  </a:lnTo>
                  <a:lnTo>
                    <a:pt x="113" y="324"/>
                  </a:lnTo>
                  <a:lnTo>
                    <a:pt x="113" y="324"/>
                  </a:lnTo>
                  <a:lnTo>
                    <a:pt x="113" y="324"/>
                  </a:lnTo>
                  <a:lnTo>
                    <a:pt x="113" y="324"/>
                  </a:lnTo>
                  <a:lnTo>
                    <a:pt x="111" y="324"/>
                  </a:lnTo>
                  <a:lnTo>
                    <a:pt x="111" y="324"/>
                  </a:lnTo>
                  <a:lnTo>
                    <a:pt x="111" y="324"/>
                  </a:lnTo>
                  <a:lnTo>
                    <a:pt x="111" y="326"/>
                  </a:lnTo>
                  <a:lnTo>
                    <a:pt x="109" y="326"/>
                  </a:lnTo>
                  <a:lnTo>
                    <a:pt x="109" y="326"/>
                  </a:lnTo>
                  <a:lnTo>
                    <a:pt x="106" y="328"/>
                  </a:lnTo>
                  <a:lnTo>
                    <a:pt x="106" y="328"/>
                  </a:lnTo>
                  <a:lnTo>
                    <a:pt x="91" y="335"/>
                  </a:lnTo>
                  <a:lnTo>
                    <a:pt x="89" y="335"/>
                  </a:lnTo>
                  <a:lnTo>
                    <a:pt x="84" y="335"/>
                  </a:lnTo>
                  <a:lnTo>
                    <a:pt x="75" y="332"/>
                  </a:lnTo>
                  <a:lnTo>
                    <a:pt x="75" y="332"/>
                  </a:lnTo>
                  <a:lnTo>
                    <a:pt x="73" y="335"/>
                  </a:lnTo>
                  <a:lnTo>
                    <a:pt x="71" y="335"/>
                  </a:lnTo>
                  <a:lnTo>
                    <a:pt x="69" y="337"/>
                  </a:lnTo>
                  <a:lnTo>
                    <a:pt x="67" y="337"/>
                  </a:lnTo>
                  <a:lnTo>
                    <a:pt x="56" y="339"/>
                  </a:lnTo>
                  <a:lnTo>
                    <a:pt x="53" y="339"/>
                  </a:lnTo>
                  <a:lnTo>
                    <a:pt x="51" y="341"/>
                  </a:lnTo>
                  <a:lnTo>
                    <a:pt x="42" y="355"/>
                  </a:lnTo>
                  <a:lnTo>
                    <a:pt x="40" y="357"/>
                  </a:lnTo>
                  <a:lnTo>
                    <a:pt x="40" y="357"/>
                  </a:lnTo>
                  <a:lnTo>
                    <a:pt x="40" y="357"/>
                  </a:lnTo>
                  <a:lnTo>
                    <a:pt x="40" y="359"/>
                  </a:lnTo>
                  <a:lnTo>
                    <a:pt x="38" y="359"/>
                  </a:lnTo>
                  <a:lnTo>
                    <a:pt x="38" y="359"/>
                  </a:lnTo>
                  <a:lnTo>
                    <a:pt x="38" y="359"/>
                  </a:lnTo>
                  <a:lnTo>
                    <a:pt x="40" y="359"/>
                  </a:lnTo>
                  <a:lnTo>
                    <a:pt x="40" y="361"/>
                  </a:lnTo>
                  <a:lnTo>
                    <a:pt x="40" y="361"/>
                  </a:lnTo>
                  <a:lnTo>
                    <a:pt x="40" y="363"/>
                  </a:lnTo>
                  <a:lnTo>
                    <a:pt x="40" y="363"/>
                  </a:lnTo>
                  <a:lnTo>
                    <a:pt x="40" y="366"/>
                  </a:lnTo>
                  <a:lnTo>
                    <a:pt x="40" y="366"/>
                  </a:lnTo>
                  <a:lnTo>
                    <a:pt x="40" y="366"/>
                  </a:lnTo>
                  <a:lnTo>
                    <a:pt x="40" y="366"/>
                  </a:lnTo>
                  <a:lnTo>
                    <a:pt x="40" y="366"/>
                  </a:lnTo>
                  <a:lnTo>
                    <a:pt x="38" y="368"/>
                  </a:lnTo>
                  <a:lnTo>
                    <a:pt x="38" y="370"/>
                  </a:lnTo>
                  <a:lnTo>
                    <a:pt x="36" y="372"/>
                  </a:lnTo>
                  <a:lnTo>
                    <a:pt x="36" y="372"/>
                  </a:lnTo>
                  <a:lnTo>
                    <a:pt x="33" y="372"/>
                  </a:lnTo>
                  <a:lnTo>
                    <a:pt x="31" y="372"/>
                  </a:lnTo>
                  <a:lnTo>
                    <a:pt x="29" y="372"/>
                  </a:lnTo>
                  <a:lnTo>
                    <a:pt x="27" y="372"/>
                  </a:lnTo>
                  <a:lnTo>
                    <a:pt x="25" y="374"/>
                  </a:lnTo>
                  <a:lnTo>
                    <a:pt x="22" y="374"/>
                  </a:lnTo>
                  <a:lnTo>
                    <a:pt x="22" y="377"/>
                  </a:lnTo>
                  <a:lnTo>
                    <a:pt x="20" y="377"/>
                  </a:lnTo>
                  <a:lnTo>
                    <a:pt x="20" y="379"/>
                  </a:lnTo>
                  <a:lnTo>
                    <a:pt x="20" y="381"/>
                  </a:lnTo>
                  <a:lnTo>
                    <a:pt x="18" y="381"/>
                  </a:lnTo>
                  <a:lnTo>
                    <a:pt x="16" y="383"/>
                  </a:lnTo>
                  <a:lnTo>
                    <a:pt x="16" y="383"/>
                  </a:lnTo>
                  <a:lnTo>
                    <a:pt x="13" y="386"/>
                  </a:lnTo>
                  <a:lnTo>
                    <a:pt x="13" y="388"/>
                  </a:lnTo>
                  <a:lnTo>
                    <a:pt x="13" y="390"/>
                  </a:lnTo>
                  <a:lnTo>
                    <a:pt x="13" y="390"/>
                  </a:lnTo>
                  <a:lnTo>
                    <a:pt x="11" y="394"/>
                  </a:lnTo>
                  <a:lnTo>
                    <a:pt x="11" y="394"/>
                  </a:lnTo>
                  <a:lnTo>
                    <a:pt x="13" y="397"/>
                  </a:lnTo>
                  <a:lnTo>
                    <a:pt x="13" y="399"/>
                  </a:lnTo>
                  <a:lnTo>
                    <a:pt x="13" y="399"/>
                  </a:lnTo>
                  <a:lnTo>
                    <a:pt x="13" y="399"/>
                  </a:lnTo>
                  <a:lnTo>
                    <a:pt x="13" y="401"/>
                  </a:lnTo>
                  <a:lnTo>
                    <a:pt x="11" y="401"/>
                  </a:lnTo>
                  <a:lnTo>
                    <a:pt x="11" y="401"/>
                  </a:lnTo>
                  <a:lnTo>
                    <a:pt x="11" y="401"/>
                  </a:lnTo>
                  <a:lnTo>
                    <a:pt x="11" y="401"/>
                  </a:lnTo>
                  <a:lnTo>
                    <a:pt x="11" y="399"/>
                  </a:lnTo>
                  <a:lnTo>
                    <a:pt x="9" y="399"/>
                  </a:lnTo>
                  <a:lnTo>
                    <a:pt x="9" y="399"/>
                  </a:lnTo>
                  <a:lnTo>
                    <a:pt x="7" y="399"/>
                  </a:lnTo>
                  <a:lnTo>
                    <a:pt x="7" y="399"/>
                  </a:lnTo>
                  <a:lnTo>
                    <a:pt x="5" y="399"/>
                  </a:lnTo>
                  <a:lnTo>
                    <a:pt x="5" y="401"/>
                  </a:lnTo>
                  <a:lnTo>
                    <a:pt x="7" y="403"/>
                  </a:lnTo>
                  <a:lnTo>
                    <a:pt x="7" y="403"/>
                  </a:lnTo>
                  <a:lnTo>
                    <a:pt x="7" y="406"/>
                  </a:lnTo>
                  <a:lnTo>
                    <a:pt x="7" y="408"/>
                  </a:lnTo>
                  <a:lnTo>
                    <a:pt x="5" y="408"/>
                  </a:lnTo>
                  <a:lnTo>
                    <a:pt x="5" y="408"/>
                  </a:lnTo>
                  <a:lnTo>
                    <a:pt x="5" y="408"/>
                  </a:lnTo>
                  <a:lnTo>
                    <a:pt x="2" y="408"/>
                  </a:lnTo>
                  <a:lnTo>
                    <a:pt x="2" y="408"/>
                  </a:lnTo>
                  <a:lnTo>
                    <a:pt x="2" y="412"/>
                  </a:lnTo>
                  <a:lnTo>
                    <a:pt x="2" y="414"/>
                  </a:lnTo>
                  <a:lnTo>
                    <a:pt x="0" y="417"/>
                  </a:lnTo>
                  <a:lnTo>
                    <a:pt x="0" y="419"/>
                  </a:lnTo>
                  <a:lnTo>
                    <a:pt x="0" y="421"/>
                  </a:lnTo>
                  <a:lnTo>
                    <a:pt x="2" y="432"/>
                  </a:lnTo>
                  <a:lnTo>
                    <a:pt x="2" y="443"/>
                  </a:lnTo>
                  <a:lnTo>
                    <a:pt x="2" y="448"/>
                  </a:lnTo>
                  <a:lnTo>
                    <a:pt x="7" y="445"/>
                  </a:lnTo>
                  <a:lnTo>
                    <a:pt x="11" y="441"/>
                  </a:lnTo>
                  <a:lnTo>
                    <a:pt x="11" y="441"/>
                  </a:lnTo>
                  <a:lnTo>
                    <a:pt x="25" y="437"/>
                  </a:lnTo>
                  <a:lnTo>
                    <a:pt x="27" y="434"/>
                  </a:lnTo>
                  <a:lnTo>
                    <a:pt x="27" y="434"/>
                  </a:lnTo>
                  <a:lnTo>
                    <a:pt x="33" y="428"/>
                  </a:lnTo>
                  <a:lnTo>
                    <a:pt x="36" y="425"/>
                  </a:lnTo>
                  <a:lnTo>
                    <a:pt x="38" y="423"/>
                  </a:lnTo>
                  <a:lnTo>
                    <a:pt x="40" y="423"/>
                  </a:lnTo>
                  <a:lnTo>
                    <a:pt x="42" y="423"/>
                  </a:lnTo>
                  <a:lnTo>
                    <a:pt x="44" y="423"/>
                  </a:lnTo>
                  <a:lnTo>
                    <a:pt x="47" y="425"/>
                  </a:lnTo>
                  <a:lnTo>
                    <a:pt x="49" y="430"/>
                  </a:lnTo>
                  <a:lnTo>
                    <a:pt x="51" y="430"/>
                  </a:lnTo>
                  <a:lnTo>
                    <a:pt x="75" y="434"/>
                  </a:lnTo>
                  <a:lnTo>
                    <a:pt x="84" y="434"/>
                  </a:lnTo>
                  <a:lnTo>
                    <a:pt x="109" y="434"/>
                  </a:lnTo>
                  <a:lnTo>
                    <a:pt x="113" y="437"/>
                  </a:lnTo>
                  <a:lnTo>
                    <a:pt x="120" y="439"/>
                  </a:lnTo>
                  <a:lnTo>
                    <a:pt x="122" y="439"/>
                  </a:lnTo>
                  <a:lnTo>
                    <a:pt x="126" y="439"/>
                  </a:lnTo>
                  <a:lnTo>
                    <a:pt x="129" y="439"/>
                  </a:lnTo>
                  <a:lnTo>
                    <a:pt x="129" y="439"/>
                  </a:lnTo>
                  <a:lnTo>
                    <a:pt x="131" y="439"/>
                  </a:lnTo>
                  <a:lnTo>
                    <a:pt x="131" y="439"/>
                  </a:lnTo>
                  <a:lnTo>
                    <a:pt x="131" y="441"/>
                  </a:lnTo>
                  <a:lnTo>
                    <a:pt x="129" y="441"/>
                  </a:lnTo>
                  <a:lnTo>
                    <a:pt x="129" y="441"/>
                  </a:lnTo>
                  <a:lnTo>
                    <a:pt x="129" y="443"/>
                  </a:lnTo>
                  <a:lnTo>
                    <a:pt x="126" y="443"/>
                  </a:lnTo>
                  <a:lnTo>
                    <a:pt x="126" y="443"/>
                  </a:lnTo>
                  <a:lnTo>
                    <a:pt x="126" y="445"/>
                  </a:lnTo>
                  <a:lnTo>
                    <a:pt x="126" y="448"/>
                  </a:lnTo>
                  <a:lnTo>
                    <a:pt x="126" y="452"/>
                  </a:lnTo>
                  <a:lnTo>
                    <a:pt x="129" y="454"/>
                  </a:lnTo>
                  <a:lnTo>
                    <a:pt x="129" y="456"/>
                  </a:lnTo>
                  <a:lnTo>
                    <a:pt x="131" y="459"/>
                  </a:lnTo>
                  <a:lnTo>
                    <a:pt x="133" y="463"/>
                  </a:lnTo>
                  <a:lnTo>
                    <a:pt x="133" y="463"/>
                  </a:lnTo>
                  <a:lnTo>
                    <a:pt x="135" y="465"/>
                  </a:lnTo>
                  <a:lnTo>
                    <a:pt x="138" y="463"/>
                  </a:lnTo>
                  <a:lnTo>
                    <a:pt x="140" y="461"/>
                  </a:lnTo>
                  <a:lnTo>
                    <a:pt x="142" y="459"/>
                  </a:lnTo>
                  <a:lnTo>
                    <a:pt x="144" y="454"/>
                  </a:lnTo>
                  <a:lnTo>
                    <a:pt x="146" y="452"/>
                  </a:lnTo>
                  <a:lnTo>
                    <a:pt x="149" y="452"/>
                  </a:lnTo>
                  <a:lnTo>
                    <a:pt x="151" y="454"/>
                  </a:lnTo>
                  <a:lnTo>
                    <a:pt x="151" y="459"/>
                  </a:lnTo>
                  <a:lnTo>
                    <a:pt x="151" y="465"/>
                  </a:lnTo>
                  <a:lnTo>
                    <a:pt x="151" y="472"/>
                  </a:lnTo>
                  <a:lnTo>
                    <a:pt x="153" y="472"/>
                  </a:lnTo>
                  <a:lnTo>
                    <a:pt x="155" y="474"/>
                  </a:lnTo>
                  <a:lnTo>
                    <a:pt x="157" y="474"/>
                  </a:lnTo>
                  <a:lnTo>
                    <a:pt x="160" y="472"/>
                  </a:lnTo>
                  <a:lnTo>
                    <a:pt x="160" y="472"/>
                  </a:lnTo>
                  <a:lnTo>
                    <a:pt x="160" y="472"/>
                  </a:lnTo>
                  <a:lnTo>
                    <a:pt x="157" y="470"/>
                  </a:lnTo>
                  <a:lnTo>
                    <a:pt x="157" y="468"/>
                  </a:lnTo>
                  <a:lnTo>
                    <a:pt x="157" y="463"/>
                  </a:lnTo>
                  <a:lnTo>
                    <a:pt x="157" y="463"/>
                  </a:lnTo>
                  <a:lnTo>
                    <a:pt x="157" y="461"/>
                  </a:lnTo>
                  <a:lnTo>
                    <a:pt x="157" y="461"/>
                  </a:lnTo>
                  <a:lnTo>
                    <a:pt x="157" y="459"/>
                  </a:lnTo>
                  <a:lnTo>
                    <a:pt x="160" y="456"/>
                  </a:lnTo>
                  <a:lnTo>
                    <a:pt x="160" y="454"/>
                  </a:lnTo>
                  <a:lnTo>
                    <a:pt x="162" y="454"/>
                  </a:lnTo>
                  <a:lnTo>
                    <a:pt x="162" y="452"/>
                  </a:lnTo>
                  <a:lnTo>
                    <a:pt x="166" y="452"/>
                  </a:lnTo>
                  <a:lnTo>
                    <a:pt x="169" y="452"/>
                  </a:lnTo>
                  <a:lnTo>
                    <a:pt x="171" y="452"/>
                  </a:lnTo>
                  <a:lnTo>
                    <a:pt x="175" y="452"/>
                  </a:lnTo>
                  <a:lnTo>
                    <a:pt x="175" y="452"/>
                  </a:lnTo>
                  <a:lnTo>
                    <a:pt x="177" y="452"/>
                  </a:lnTo>
                  <a:lnTo>
                    <a:pt x="180" y="450"/>
                  </a:lnTo>
                  <a:lnTo>
                    <a:pt x="182" y="450"/>
                  </a:lnTo>
                  <a:lnTo>
                    <a:pt x="186" y="450"/>
                  </a:lnTo>
                  <a:lnTo>
                    <a:pt x="188" y="450"/>
                  </a:lnTo>
                  <a:lnTo>
                    <a:pt x="188" y="450"/>
                  </a:lnTo>
                  <a:lnTo>
                    <a:pt x="191" y="450"/>
                  </a:lnTo>
                  <a:lnTo>
                    <a:pt x="193" y="450"/>
                  </a:lnTo>
                  <a:lnTo>
                    <a:pt x="200" y="450"/>
                  </a:lnTo>
                  <a:lnTo>
                    <a:pt x="202" y="450"/>
                  </a:lnTo>
                  <a:lnTo>
                    <a:pt x="204" y="452"/>
                  </a:lnTo>
                  <a:lnTo>
                    <a:pt x="204" y="452"/>
                  </a:lnTo>
                  <a:lnTo>
                    <a:pt x="206" y="450"/>
                  </a:lnTo>
                  <a:lnTo>
                    <a:pt x="204" y="443"/>
                  </a:lnTo>
                  <a:lnTo>
                    <a:pt x="206" y="441"/>
                  </a:lnTo>
                  <a:lnTo>
                    <a:pt x="208" y="443"/>
                  </a:lnTo>
                  <a:lnTo>
                    <a:pt x="208" y="445"/>
                  </a:lnTo>
                  <a:lnTo>
                    <a:pt x="208" y="448"/>
                  </a:lnTo>
                  <a:lnTo>
                    <a:pt x="211" y="448"/>
                  </a:lnTo>
                  <a:lnTo>
                    <a:pt x="211" y="450"/>
                  </a:lnTo>
                  <a:lnTo>
                    <a:pt x="215" y="450"/>
                  </a:lnTo>
                  <a:lnTo>
                    <a:pt x="217" y="452"/>
                  </a:lnTo>
                  <a:lnTo>
                    <a:pt x="217" y="452"/>
                  </a:lnTo>
                  <a:lnTo>
                    <a:pt x="217" y="452"/>
                  </a:lnTo>
                  <a:lnTo>
                    <a:pt x="219" y="452"/>
                  </a:lnTo>
                  <a:lnTo>
                    <a:pt x="219" y="452"/>
                  </a:lnTo>
                  <a:lnTo>
                    <a:pt x="219" y="450"/>
                  </a:lnTo>
                  <a:lnTo>
                    <a:pt x="219" y="450"/>
                  </a:lnTo>
                  <a:lnTo>
                    <a:pt x="222" y="450"/>
                  </a:lnTo>
                  <a:lnTo>
                    <a:pt x="222" y="450"/>
                  </a:lnTo>
                  <a:lnTo>
                    <a:pt x="222" y="450"/>
                  </a:lnTo>
                  <a:lnTo>
                    <a:pt x="224" y="448"/>
                  </a:lnTo>
                  <a:lnTo>
                    <a:pt x="224" y="445"/>
                  </a:lnTo>
                  <a:lnTo>
                    <a:pt x="224" y="443"/>
                  </a:lnTo>
                  <a:lnTo>
                    <a:pt x="224" y="443"/>
                  </a:lnTo>
                  <a:lnTo>
                    <a:pt x="226" y="443"/>
                  </a:lnTo>
                  <a:lnTo>
                    <a:pt x="226" y="443"/>
                  </a:lnTo>
                  <a:lnTo>
                    <a:pt x="226" y="445"/>
                  </a:lnTo>
                  <a:lnTo>
                    <a:pt x="226" y="445"/>
                  </a:lnTo>
                  <a:lnTo>
                    <a:pt x="226" y="448"/>
                  </a:lnTo>
                  <a:lnTo>
                    <a:pt x="226" y="448"/>
                  </a:lnTo>
                  <a:lnTo>
                    <a:pt x="228" y="448"/>
                  </a:lnTo>
                  <a:lnTo>
                    <a:pt x="228" y="450"/>
                  </a:lnTo>
                  <a:lnTo>
                    <a:pt x="228" y="450"/>
                  </a:lnTo>
                  <a:lnTo>
                    <a:pt x="231" y="450"/>
                  </a:lnTo>
                  <a:lnTo>
                    <a:pt x="231" y="450"/>
                  </a:lnTo>
                  <a:lnTo>
                    <a:pt x="231" y="448"/>
                  </a:lnTo>
                  <a:lnTo>
                    <a:pt x="233" y="445"/>
                  </a:lnTo>
                  <a:lnTo>
                    <a:pt x="233" y="445"/>
                  </a:lnTo>
                  <a:lnTo>
                    <a:pt x="233" y="443"/>
                  </a:lnTo>
                  <a:lnTo>
                    <a:pt x="233" y="441"/>
                  </a:lnTo>
                  <a:lnTo>
                    <a:pt x="233" y="441"/>
                  </a:lnTo>
                  <a:lnTo>
                    <a:pt x="233" y="441"/>
                  </a:lnTo>
                  <a:lnTo>
                    <a:pt x="233" y="439"/>
                  </a:lnTo>
                  <a:lnTo>
                    <a:pt x="233" y="439"/>
                  </a:lnTo>
                  <a:lnTo>
                    <a:pt x="235" y="439"/>
                  </a:lnTo>
                  <a:lnTo>
                    <a:pt x="244" y="439"/>
                  </a:lnTo>
                  <a:lnTo>
                    <a:pt x="244" y="439"/>
                  </a:lnTo>
                  <a:lnTo>
                    <a:pt x="246" y="441"/>
                  </a:lnTo>
                  <a:lnTo>
                    <a:pt x="248" y="443"/>
                  </a:lnTo>
                  <a:lnTo>
                    <a:pt x="251" y="443"/>
                  </a:lnTo>
                  <a:lnTo>
                    <a:pt x="251" y="443"/>
                  </a:lnTo>
                  <a:lnTo>
                    <a:pt x="253" y="441"/>
                  </a:lnTo>
                  <a:lnTo>
                    <a:pt x="253" y="441"/>
                  </a:lnTo>
                  <a:lnTo>
                    <a:pt x="253" y="439"/>
                  </a:lnTo>
                  <a:lnTo>
                    <a:pt x="255" y="439"/>
                  </a:lnTo>
                  <a:lnTo>
                    <a:pt x="257" y="439"/>
                  </a:lnTo>
                  <a:lnTo>
                    <a:pt x="259" y="439"/>
                  </a:lnTo>
                  <a:lnTo>
                    <a:pt x="259" y="439"/>
                  </a:lnTo>
                  <a:lnTo>
                    <a:pt x="262" y="437"/>
                  </a:lnTo>
                  <a:lnTo>
                    <a:pt x="262" y="439"/>
                  </a:lnTo>
                  <a:lnTo>
                    <a:pt x="264" y="439"/>
                  </a:lnTo>
                  <a:lnTo>
                    <a:pt x="264" y="439"/>
                  </a:lnTo>
                  <a:lnTo>
                    <a:pt x="264" y="441"/>
                  </a:lnTo>
                  <a:lnTo>
                    <a:pt x="264" y="441"/>
                  </a:lnTo>
                  <a:lnTo>
                    <a:pt x="264" y="441"/>
                  </a:lnTo>
                  <a:lnTo>
                    <a:pt x="264" y="441"/>
                  </a:lnTo>
                  <a:lnTo>
                    <a:pt x="264" y="443"/>
                  </a:lnTo>
                  <a:lnTo>
                    <a:pt x="264" y="443"/>
                  </a:lnTo>
                  <a:lnTo>
                    <a:pt x="264" y="443"/>
                  </a:lnTo>
                  <a:lnTo>
                    <a:pt x="266" y="445"/>
                  </a:lnTo>
                  <a:lnTo>
                    <a:pt x="266" y="445"/>
                  </a:lnTo>
                  <a:lnTo>
                    <a:pt x="268" y="445"/>
                  </a:lnTo>
                  <a:lnTo>
                    <a:pt x="268" y="445"/>
                  </a:lnTo>
                  <a:lnTo>
                    <a:pt x="275" y="450"/>
                  </a:lnTo>
                  <a:lnTo>
                    <a:pt x="275" y="452"/>
                  </a:lnTo>
                  <a:lnTo>
                    <a:pt x="277" y="454"/>
                  </a:lnTo>
                  <a:lnTo>
                    <a:pt x="277" y="454"/>
                  </a:lnTo>
                  <a:lnTo>
                    <a:pt x="279" y="456"/>
                  </a:lnTo>
                  <a:lnTo>
                    <a:pt x="279" y="459"/>
                  </a:lnTo>
                  <a:lnTo>
                    <a:pt x="279" y="459"/>
                  </a:lnTo>
                  <a:lnTo>
                    <a:pt x="279" y="459"/>
                  </a:lnTo>
                  <a:lnTo>
                    <a:pt x="279" y="461"/>
                  </a:lnTo>
                  <a:lnTo>
                    <a:pt x="277" y="461"/>
                  </a:lnTo>
                  <a:lnTo>
                    <a:pt x="277" y="461"/>
                  </a:lnTo>
                  <a:lnTo>
                    <a:pt x="277" y="461"/>
                  </a:lnTo>
                  <a:lnTo>
                    <a:pt x="277" y="463"/>
                  </a:lnTo>
                  <a:lnTo>
                    <a:pt x="277" y="463"/>
                  </a:lnTo>
                  <a:lnTo>
                    <a:pt x="277" y="463"/>
                  </a:lnTo>
                  <a:lnTo>
                    <a:pt x="275" y="463"/>
                  </a:lnTo>
                  <a:lnTo>
                    <a:pt x="275" y="465"/>
                  </a:lnTo>
                  <a:lnTo>
                    <a:pt x="275" y="470"/>
                  </a:lnTo>
                  <a:lnTo>
                    <a:pt x="275" y="472"/>
                  </a:lnTo>
                  <a:lnTo>
                    <a:pt x="275" y="472"/>
                  </a:lnTo>
                  <a:lnTo>
                    <a:pt x="275" y="474"/>
                  </a:lnTo>
                  <a:lnTo>
                    <a:pt x="275" y="474"/>
                  </a:lnTo>
                  <a:lnTo>
                    <a:pt x="275" y="474"/>
                  </a:lnTo>
                  <a:lnTo>
                    <a:pt x="275" y="474"/>
                  </a:lnTo>
                  <a:lnTo>
                    <a:pt x="277" y="476"/>
                  </a:lnTo>
                  <a:lnTo>
                    <a:pt x="277" y="479"/>
                  </a:lnTo>
                  <a:lnTo>
                    <a:pt x="286" y="481"/>
                  </a:lnTo>
                  <a:lnTo>
                    <a:pt x="286" y="481"/>
                  </a:lnTo>
                  <a:lnTo>
                    <a:pt x="286" y="481"/>
                  </a:lnTo>
                  <a:lnTo>
                    <a:pt x="286" y="483"/>
                  </a:lnTo>
                  <a:lnTo>
                    <a:pt x="286" y="483"/>
                  </a:lnTo>
                  <a:lnTo>
                    <a:pt x="286" y="483"/>
                  </a:lnTo>
                  <a:lnTo>
                    <a:pt x="288" y="490"/>
                  </a:lnTo>
                  <a:lnTo>
                    <a:pt x="288" y="490"/>
                  </a:lnTo>
                  <a:lnTo>
                    <a:pt x="288" y="492"/>
                  </a:lnTo>
                  <a:lnTo>
                    <a:pt x="288" y="492"/>
                  </a:lnTo>
                  <a:lnTo>
                    <a:pt x="288" y="492"/>
                  </a:lnTo>
                  <a:lnTo>
                    <a:pt x="286" y="494"/>
                  </a:lnTo>
                  <a:lnTo>
                    <a:pt x="286" y="494"/>
                  </a:lnTo>
                  <a:lnTo>
                    <a:pt x="286" y="494"/>
                  </a:lnTo>
                  <a:lnTo>
                    <a:pt x="286" y="494"/>
                  </a:lnTo>
                  <a:lnTo>
                    <a:pt x="284" y="494"/>
                  </a:lnTo>
                  <a:lnTo>
                    <a:pt x="284" y="496"/>
                  </a:lnTo>
                  <a:lnTo>
                    <a:pt x="284" y="496"/>
                  </a:lnTo>
                  <a:lnTo>
                    <a:pt x="284" y="499"/>
                  </a:lnTo>
                  <a:lnTo>
                    <a:pt x="284" y="499"/>
                  </a:lnTo>
                  <a:lnTo>
                    <a:pt x="284" y="501"/>
                  </a:lnTo>
                  <a:lnTo>
                    <a:pt x="284" y="501"/>
                  </a:lnTo>
                  <a:lnTo>
                    <a:pt x="282" y="501"/>
                  </a:lnTo>
                  <a:lnTo>
                    <a:pt x="282" y="501"/>
                  </a:lnTo>
                  <a:lnTo>
                    <a:pt x="282" y="503"/>
                  </a:lnTo>
                  <a:lnTo>
                    <a:pt x="279" y="510"/>
                  </a:lnTo>
                  <a:lnTo>
                    <a:pt x="279" y="510"/>
                  </a:lnTo>
                  <a:lnTo>
                    <a:pt x="279" y="512"/>
                  </a:lnTo>
                  <a:lnTo>
                    <a:pt x="279" y="512"/>
                  </a:lnTo>
                  <a:lnTo>
                    <a:pt x="282" y="512"/>
                  </a:lnTo>
                  <a:lnTo>
                    <a:pt x="282" y="512"/>
                  </a:lnTo>
                  <a:lnTo>
                    <a:pt x="282" y="512"/>
                  </a:lnTo>
                  <a:lnTo>
                    <a:pt x="282" y="512"/>
                  </a:lnTo>
                  <a:lnTo>
                    <a:pt x="282" y="514"/>
                  </a:lnTo>
                  <a:lnTo>
                    <a:pt x="284" y="514"/>
                  </a:lnTo>
                  <a:lnTo>
                    <a:pt x="284" y="514"/>
                  </a:lnTo>
                  <a:lnTo>
                    <a:pt x="284" y="516"/>
                  </a:lnTo>
                  <a:lnTo>
                    <a:pt x="286" y="516"/>
                  </a:lnTo>
                  <a:lnTo>
                    <a:pt x="286" y="516"/>
                  </a:lnTo>
                  <a:lnTo>
                    <a:pt x="286" y="516"/>
                  </a:lnTo>
                  <a:lnTo>
                    <a:pt x="286" y="519"/>
                  </a:lnTo>
                  <a:lnTo>
                    <a:pt x="286" y="519"/>
                  </a:lnTo>
                  <a:lnTo>
                    <a:pt x="286" y="519"/>
                  </a:lnTo>
                  <a:lnTo>
                    <a:pt x="286" y="519"/>
                  </a:lnTo>
                  <a:lnTo>
                    <a:pt x="286" y="519"/>
                  </a:lnTo>
                  <a:lnTo>
                    <a:pt x="286" y="525"/>
                  </a:lnTo>
                  <a:lnTo>
                    <a:pt x="286" y="525"/>
                  </a:lnTo>
                  <a:lnTo>
                    <a:pt x="286" y="527"/>
                  </a:lnTo>
                  <a:lnTo>
                    <a:pt x="286" y="527"/>
                  </a:lnTo>
                  <a:lnTo>
                    <a:pt x="286" y="530"/>
                  </a:lnTo>
                  <a:lnTo>
                    <a:pt x="290" y="532"/>
                  </a:lnTo>
                  <a:lnTo>
                    <a:pt x="290" y="534"/>
                  </a:lnTo>
                  <a:lnTo>
                    <a:pt x="293" y="534"/>
                  </a:lnTo>
                  <a:lnTo>
                    <a:pt x="293" y="534"/>
                  </a:lnTo>
                  <a:lnTo>
                    <a:pt x="293" y="534"/>
                  </a:lnTo>
                  <a:lnTo>
                    <a:pt x="293" y="536"/>
                  </a:lnTo>
                  <a:lnTo>
                    <a:pt x="295" y="541"/>
                  </a:lnTo>
                  <a:lnTo>
                    <a:pt x="295" y="541"/>
                  </a:lnTo>
                  <a:lnTo>
                    <a:pt x="295" y="543"/>
                  </a:lnTo>
                  <a:lnTo>
                    <a:pt x="295" y="543"/>
                  </a:lnTo>
                  <a:lnTo>
                    <a:pt x="297" y="545"/>
                  </a:lnTo>
                  <a:lnTo>
                    <a:pt x="297" y="545"/>
                  </a:lnTo>
                  <a:lnTo>
                    <a:pt x="297" y="545"/>
                  </a:lnTo>
                  <a:lnTo>
                    <a:pt x="297" y="547"/>
                  </a:lnTo>
                  <a:lnTo>
                    <a:pt x="297" y="547"/>
                  </a:lnTo>
                  <a:lnTo>
                    <a:pt x="297" y="550"/>
                  </a:lnTo>
                  <a:lnTo>
                    <a:pt x="297" y="550"/>
                  </a:lnTo>
                  <a:lnTo>
                    <a:pt x="297" y="550"/>
                  </a:lnTo>
                  <a:lnTo>
                    <a:pt x="297" y="550"/>
                  </a:lnTo>
                  <a:lnTo>
                    <a:pt x="297" y="550"/>
                  </a:lnTo>
                  <a:lnTo>
                    <a:pt x="297" y="550"/>
                  </a:lnTo>
                  <a:lnTo>
                    <a:pt x="304" y="550"/>
                  </a:lnTo>
                  <a:lnTo>
                    <a:pt x="304" y="550"/>
                  </a:lnTo>
                  <a:lnTo>
                    <a:pt x="304" y="550"/>
                  </a:lnTo>
                  <a:lnTo>
                    <a:pt x="306" y="550"/>
                  </a:lnTo>
                  <a:lnTo>
                    <a:pt x="306" y="550"/>
                  </a:lnTo>
                  <a:lnTo>
                    <a:pt x="306" y="550"/>
                  </a:lnTo>
                  <a:lnTo>
                    <a:pt x="306" y="550"/>
                  </a:lnTo>
                  <a:lnTo>
                    <a:pt x="308" y="550"/>
                  </a:lnTo>
                  <a:lnTo>
                    <a:pt x="308" y="550"/>
                  </a:lnTo>
                  <a:lnTo>
                    <a:pt x="308" y="550"/>
                  </a:lnTo>
                  <a:lnTo>
                    <a:pt x="308" y="547"/>
                  </a:lnTo>
                  <a:lnTo>
                    <a:pt x="308" y="547"/>
                  </a:lnTo>
                  <a:lnTo>
                    <a:pt x="308" y="547"/>
                  </a:lnTo>
                  <a:lnTo>
                    <a:pt x="308" y="547"/>
                  </a:lnTo>
                  <a:lnTo>
                    <a:pt x="310" y="547"/>
                  </a:lnTo>
                  <a:lnTo>
                    <a:pt x="310" y="547"/>
                  </a:lnTo>
                  <a:lnTo>
                    <a:pt x="313" y="547"/>
                  </a:lnTo>
                  <a:lnTo>
                    <a:pt x="313" y="547"/>
                  </a:lnTo>
                  <a:lnTo>
                    <a:pt x="313" y="547"/>
                  </a:lnTo>
                  <a:lnTo>
                    <a:pt x="313" y="547"/>
                  </a:lnTo>
                  <a:lnTo>
                    <a:pt x="315" y="547"/>
                  </a:lnTo>
                  <a:lnTo>
                    <a:pt x="317" y="547"/>
                  </a:lnTo>
                  <a:lnTo>
                    <a:pt x="319" y="550"/>
                  </a:lnTo>
                  <a:lnTo>
                    <a:pt x="319" y="550"/>
                  </a:lnTo>
                  <a:lnTo>
                    <a:pt x="319" y="550"/>
                  </a:lnTo>
                  <a:lnTo>
                    <a:pt x="319" y="550"/>
                  </a:lnTo>
                  <a:lnTo>
                    <a:pt x="319" y="550"/>
                  </a:lnTo>
                  <a:lnTo>
                    <a:pt x="321" y="547"/>
                  </a:lnTo>
                  <a:lnTo>
                    <a:pt x="321" y="547"/>
                  </a:lnTo>
                  <a:lnTo>
                    <a:pt x="321" y="547"/>
                  </a:lnTo>
                  <a:lnTo>
                    <a:pt x="321" y="547"/>
                  </a:lnTo>
                  <a:lnTo>
                    <a:pt x="321" y="547"/>
                  </a:lnTo>
                  <a:lnTo>
                    <a:pt x="321" y="547"/>
                  </a:lnTo>
                  <a:lnTo>
                    <a:pt x="321" y="550"/>
                  </a:lnTo>
                  <a:lnTo>
                    <a:pt x="324" y="550"/>
                  </a:lnTo>
                  <a:lnTo>
                    <a:pt x="324" y="550"/>
                  </a:lnTo>
                  <a:lnTo>
                    <a:pt x="324" y="550"/>
                  </a:lnTo>
                  <a:lnTo>
                    <a:pt x="324" y="550"/>
                  </a:lnTo>
                  <a:lnTo>
                    <a:pt x="326" y="552"/>
                  </a:lnTo>
                  <a:lnTo>
                    <a:pt x="326" y="552"/>
                  </a:lnTo>
                  <a:lnTo>
                    <a:pt x="326" y="552"/>
                  </a:lnTo>
                  <a:lnTo>
                    <a:pt x="326" y="552"/>
                  </a:lnTo>
                  <a:lnTo>
                    <a:pt x="326" y="552"/>
                  </a:lnTo>
                  <a:lnTo>
                    <a:pt x="326" y="552"/>
                  </a:lnTo>
                  <a:lnTo>
                    <a:pt x="328" y="552"/>
                  </a:lnTo>
                  <a:lnTo>
                    <a:pt x="328" y="552"/>
                  </a:lnTo>
                  <a:lnTo>
                    <a:pt x="328" y="552"/>
                  </a:lnTo>
                  <a:lnTo>
                    <a:pt x="328" y="552"/>
                  </a:lnTo>
                  <a:lnTo>
                    <a:pt x="330" y="552"/>
                  </a:lnTo>
                  <a:lnTo>
                    <a:pt x="330" y="552"/>
                  </a:lnTo>
                  <a:lnTo>
                    <a:pt x="330" y="552"/>
                  </a:lnTo>
                  <a:lnTo>
                    <a:pt x="330" y="552"/>
                  </a:lnTo>
                  <a:lnTo>
                    <a:pt x="332" y="554"/>
                  </a:lnTo>
                  <a:lnTo>
                    <a:pt x="332" y="554"/>
                  </a:lnTo>
                  <a:lnTo>
                    <a:pt x="332" y="554"/>
                  </a:lnTo>
                  <a:lnTo>
                    <a:pt x="332" y="554"/>
                  </a:lnTo>
                  <a:lnTo>
                    <a:pt x="332" y="558"/>
                  </a:lnTo>
                  <a:lnTo>
                    <a:pt x="332" y="558"/>
                  </a:lnTo>
                  <a:lnTo>
                    <a:pt x="332" y="558"/>
                  </a:lnTo>
                  <a:lnTo>
                    <a:pt x="332" y="558"/>
                  </a:lnTo>
                  <a:lnTo>
                    <a:pt x="332" y="558"/>
                  </a:lnTo>
                  <a:lnTo>
                    <a:pt x="332" y="561"/>
                  </a:lnTo>
                  <a:lnTo>
                    <a:pt x="332" y="561"/>
                  </a:lnTo>
                  <a:lnTo>
                    <a:pt x="332" y="561"/>
                  </a:lnTo>
                  <a:lnTo>
                    <a:pt x="332" y="561"/>
                  </a:lnTo>
                  <a:lnTo>
                    <a:pt x="332" y="561"/>
                  </a:lnTo>
                  <a:lnTo>
                    <a:pt x="330" y="563"/>
                  </a:lnTo>
                  <a:lnTo>
                    <a:pt x="330" y="565"/>
                  </a:lnTo>
                  <a:lnTo>
                    <a:pt x="332" y="565"/>
                  </a:lnTo>
                  <a:lnTo>
                    <a:pt x="332" y="565"/>
                  </a:lnTo>
                  <a:lnTo>
                    <a:pt x="330" y="565"/>
                  </a:lnTo>
                  <a:lnTo>
                    <a:pt x="330" y="567"/>
                  </a:lnTo>
                  <a:lnTo>
                    <a:pt x="330" y="567"/>
                  </a:lnTo>
                  <a:lnTo>
                    <a:pt x="330" y="567"/>
                  </a:lnTo>
                  <a:lnTo>
                    <a:pt x="330" y="567"/>
                  </a:lnTo>
                  <a:lnTo>
                    <a:pt x="328" y="572"/>
                  </a:lnTo>
                  <a:lnTo>
                    <a:pt x="328" y="572"/>
                  </a:lnTo>
                  <a:lnTo>
                    <a:pt x="328" y="572"/>
                  </a:lnTo>
                  <a:lnTo>
                    <a:pt x="328" y="572"/>
                  </a:lnTo>
                  <a:lnTo>
                    <a:pt x="326" y="572"/>
                  </a:lnTo>
                  <a:lnTo>
                    <a:pt x="326" y="572"/>
                  </a:lnTo>
                  <a:lnTo>
                    <a:pt x="324" y="572"/>
                  </a:lnTo>
                  <a:lnTo>
                    <a:pt x="324" y="578"/>
                  </a:lnTo>
                  <a:lnTo>
                    <a:pt x="324" y="581"/>
                  </a:lnTo>
                  <a:lnTo>
                    <a:pt x="324" y="581"/>
                  </a:lnTo>
                  <a:lnTo>
                    <a:pt x="321" y="581"/>
                  </a:lnTo>
                  <a:lnTo>
                    <a:pt x="321" y="581"/>
                  </a:lnTo>
                  <a:lnTo>
                    <a:pt x="321" y="581"/>
                  </a:lnTo>
                  <a:lnTo>
                    <a:pt x="321" y="583"/>
                  </a:lnTo>
                  <a:lnTo>
                    <a:pt x="321" y="583"/>
                  </a:lnTo>
                  <a:lnTo>
                    <a:pt x="321" y="583"/>
                  </a:lnTo>
                  <a:lnTo>
                    <a:pt x="321" y="585"/>
                  </a:lnTo>
                  <a:lnTo>
                    <a:pt x="321" y="585"/>
                  </a:lnTo>
                  <a:lnTo>
                    <a:pt x="321" y="585"/>
                  </a:lnTo>
                  <a:lnTo>
                    <a:pt x="321" y="585"/>
                  </a:lnTo>
                  <a:lnTo>
                    <a:pt x="321" y="585"/>
                  </a:lnTo>
                  <a:lnTo>
                    <a:pt x="321" y="585"/>
                  </a:lnTo>
                  <a:lnTo>
                    <a:pt x="321" y="587"/>
                  </a:lnTo>
                  <a:lnTo>
                    <a:pt x="321" y="587"/>
                  </a:lnTo>
                  <a:lnTo>
                    <a:pt x="321" y="587"/>
                  </a:lnTo>
                  <a:lnTo>
                    <a:pt x="321" y="587"/>
                  </a:lnTo>
                  <a:lnTo>
                    <a:pt x="321" y="589"/>
                  </a:lnTo>
                  <a:lnTo>
                    <a:pt x="321" y="589"/>
                  </a:lnTo>
                  <a:lnTo>
                    <a:pt x="324" y="594"/>
                  </a:lnTo>
                  <a:lnTo>
                    <a:pt x="324" y="596"/>
                  </a:lnTo>
                  <a:lnTo>
                    <a:pt x="324" y="596"/>
                  </a:lnTo>
                  <a:lnTo>
                    <a:pt x="324" y="596"/>
                  </a:lnTo>
                  <a:lnTo>
                    <a:pt x="324" y="596"/>
                  </a:lnTo>
                  <a:lnTo>
                    <a:pt x="324" y="598"/>
                  </a:lnTo>
                  <a:lnTo>
                    <a:pt x="321" y="598"/>
                  </a:lnTo>
                  <a:lnTo>
                    <a:pt x="321" y="598"/>
                  </a:lnTo>
                  <a:lnTo>
                    <a:pt x="321" y="598"/>
                  </a:lnTo>
                  <a:lnTo>
                    <a:pt x="321" y="598"/>
                  </a:lnTo>
                  <a:lnTo>
                    <a:pt x="321" y="598"/>
                  </a:lnTo>
                  <a:lnTo>
                    <a:pt x="321" y="598"/>
                  </a:lnTo>
                  <a:lnTo>
                    <a:pt x="321" y="598"/>
                  </a:lnTo>
                  <a:lnTo>
                    <a:pt x="319" y="598"/>
                  </a:lnTo>
                  <a:lnTo>
                    <a:pt x="321" y="601"/>
                  </a:lnTo>
                  <a:lnTo>
                    <a:pt x="321" y="601"/>
                  </a:lnTo>
                  <a:lnTo>
                    <a:pt x="321" y="601"/>
                  </a:lnTo>
                  <a:lnTo>
                    <a:pt x="321" y="601"/>
                  </a:lnTo>
                  <a:lnTo>
                    <a:pt x="321" y="601"/>
                  </a:lnTo>
                  <a:lnTo>
                    <a:pt x="319" y="601"/>
                  </a:lnTo>
                  <a:lnTo>
                    <a:pt x="319" y="601"/>
                  </a:lnTo>
                  <a:lnTo>
                    <a:pt x="319" y="603"/>
                  </a:lnTo>
                  <a:lnTo>
                    <a:pt x="319" y="603"/>
                  </a:lnTo>
                  <a:lnTo>
                    <a:pt x="319" y="603"/>
                  </a:lnTo>
                  <a:lnTo>
                    <a:pt x="319" y="603"/>
                  </a:lnTo>
                  <a:lnTo>
                    <a:pt x="319" y="603"/>
                  </a:lnTo>
                  <a:lnTo>
                    <a:pt x="319" y="603"/>
                  </a:lnTo>
                  <a:lnTo>
                    <a:pt x="319" y="605"/>
                  </a:lnTo>
                  <a:lnTo>
                    <a:pt x="324" y="605"/>
                  </a:lnTo>
                  <a:lnTo>
                    <a:pt x="324" y="605"/>
                  </a:lnTo>
                  <a:lnTo>
                    <a:pt x="324" y="605"/>
                  </a:lnTo>
                  <a:lnTo>
                    <a:pt x="324" y="605"/>
                  </a:lnTo>
                  <a:lnTo>
                    <a:pt x="326" y="607"/>
                  </a:lnTo>
                  <a:lnTo>
                    <a:pt x="326" y="607"/>
                  </a:lnTo>
                  <a:lnTo>
                    <a:pt x="326" y="609"/>
                  </a:lnTo>
                  <a:lnTo>
                    <a:pt x="324" y="609"/>
                  </a:lnTo>
                  <a:lnTo>
                    <a:pt x="321" y="612"/>
                  </a:lnTo>
                  <a:lnTo>
                    <a:pt x="321" y="614"/>
                  </a:lnTo>
                  <a:lnTo>
                    <a:pt x="319" y="618"/>
                  </a:lnTo>
                  <a:lnTo>
                    <a:pt x="317" y="620"/>
                  </a:lnTo>
                  <a:lnTo>
                    <a:pt x="317" y="623"/>
                  </a:lnTo>
                  <a:lnTo>
                    <a:pt x="317" y="623"/>
                  </a:lnTo>
                  <a:lnTo>
                    <a:pt x="319" y="623"/>
                  </a:lnTo>
                  <a:lnTo>
                    <a:pt x="321" y="625"/>
                  </a:lnTo>
                  <a:lnTo>
                    <a:pt x="321" y="625"/>
                  </a:lnTo>
                  <a:lnTo>
                    <a:pt x="321" y="627"/>
                  </a:lnTo>
                  <a:lnTo>
                    <a:pt x="321" y="627"/>
                  </a:lnTo>
                  <a:lnTo>
                    <a:pt x="321" y="627"/>
                  </a:lnTo>
                  <a:lnTo>
                    <a:pt x="321" y="629"/>
                  </a:lnTo>
                  <a:lnTo>
                    <a:pt x="321" y="629"/>
                  </a:lnTo>
                  <a:lnTo>
                    <a:pt x="326" y="632"/>
                  </a:lnTo>
                  <a:lnTo>
                    <a:pt x="328" y="632"/>
                  </a:lnTo>
                  <a:lnTo>
                    <a:pt x="328" y="632"/>
                  </a:lnTo>
                  <a:lnTo>
                    <a:pt x="330" y="632"/>
                  </a:lnTo>
                  <a:lnTo>
                    <a:pt x="330" y="632"/>
                  </a:lnTo>
                  <a:lnTo>
                    <a:pt x="330" y="634"/>
                  </a:lnTo>
                  <a:lnTo>
                    <a:pt x="330" y="634"/>
                  </a:lnTo>
                  <a:lnTo>
                    <a:pt x="330" y="634"/>
                  </a:lnTo>
                  <a:lnTo>
                    <a:pt x="330" y="634"/>
                  </a:lnTo>
                  <a:lnTo>
                    <a:pt x="332" y="636"/>
                  </a:lnTo>
                  <a:lnTo>
                    <a:pt x="332" y="636"/>
                  </a:lnTo>
                  <a:lnTo>
                    <a:pt x="337" y="638"/>
                  </a:lnTo>
                  <a:lnTo>
                    <a:pt x="337" y="638"/>
                  </a:lnTo>
                  <a:lnTo>
                    <a:pt x="339" y="638"/>
                  </a:lnTo>
                  <a:lnTo>
                    <a:pt x="339" y="638"/>
                  </a:lnTo>
                  <a:lnTo>
                    <a:pt x="341" y="638"/>
                  </a:lnTo>
                  <a:lnTo>
                    <a:pt x="341" y="638"/>
                  </a:lnTo>
                  <a:lnTo>
                    <a:pt x="341" y="638"/>
                  </a:lnTo>
                  <a:lnTo>
                    <a:pt x="341" y="640"/>
                  </a:lnTo>
                  <a:lnTo>
                    <a:pt x="341" y="640"/>
                  </a:lnTo>
                  <a:lnTo>
                    <a:pt x="339" y="640"/>
                  </a:lnTo>
                  <a:lnTo>
                    <a:pt x="339" y="640"/>
                  </a:lnTo>
                  <a:lnTo>
                    <a:pt x="339" y="640"/>
                  </a:lnTo>
                  <a:lnTo>
                    <a:pt x="339" y="640"/>
                  </a:lnTo>
                  <a:lnTo>
                    <a:pt x="339" y="643"/>
                  </a:lnTo>
                  <a:lnTo>
                    <a:pt x="339" y="643"/>
                  </a:lnTo>
                  <a:lnTo>
                    <a:pt x="339" y="643"/>
                  </a:lnTo>
                  <a:lnTo>
                    <a:pt x="339" y="645"/>
                  </a:lnTo>
                  <a:lnTo>
                    <a:pt x="341" y="645"/>
                  </a:lnTo>
                  <a:lnTo>
                    <a:pt x="341" y="645"/>
                  </a:lnTo>
                  <a:lnTo>
                    <a:pt x="341" y="647"/>
                  </a:lnTo>
                  <a:lnTo>
                    <a:pt x="339" y="647"/>
                  </a:lnTo>
                  <a:lnTo>
                    <a:pt x="339" y="647"/>
                  </a:lnTo>
                  <a:lnTo>
                    <a:pt x="337" y="649"/>
                  </a:lnTo>
                  <a:lnTo>
                    <a:pt x="335" y="649"/>
                  </a:lnTo>
                  <a:lnTo>
                    <a:pt x="335" y="649"/>
                  </a:lnTo>
                  <a:lnTo>
                    <a:pt x="335" y="649"/>
                  </a:lnTo>
                  <a:lnTo>
                    <a:pt x="335" y="649"/>
                  </a:lnTo>
                  <a:lnTo>
                    <a:pt x="335" y="649"/>
                  </a:lnTo>
                  <a:lnTo>
                    <a:pt x="335" y="651"/>
                  </a:lnTo>
                  <a:lnTo>
                    <a:pt x="337" y="651"/>
                  </a:lnTo>
                  <a:lnTo>
                    <a:pt x="339" y="654"/>
                  </a:lnTo>
                  <a:lnTo>
                    <a:pt x="344" y="656"/>
                  </a:lnTo>
                  <a:lnTo>
                    <a:pt x="344" y="656"/>
                  </a:lnTo>
                  <a:lnTo>
                    <a:pt x="344" y="658"/>
                  </a:lnTo>
                  <a:lnTo>
                    <a:pt x="344" y="658"/>
                  </a:lnTo>
                  <a:lnTo>
                    <a:pt x="344" y="658"/>
                  </a:lnTo>
                  <a:lnTo>
                    <a:pt x="344" y="658"/>
                  </a:lnTo>
                  <a:lnTo>
                    <a:pt x="344" y="660"/>
                  </a:lnTo>
                  <a:lnTo>
                    <a:pt x="344" y="663"/>
                  </a:lnTo>
                  <a:lnTo>
                    <a:pt x="344" y="663"/>
                  </a:lnTo>
                  <a:lnTo>
                    <a:pt x="344" y="663"/>
                  </a:lnTo>
                  <a:lnTo>
                    <a:pt x="344" y="665"/>
                  </a:lnTo>
                  <a:lnTo>
                    <a:pt x="344" y="665"/>
                  </a:lnTo>
                  <a:lnTo>
                    <a:pt x="344" y="665"/>
                  </a:lnTo>
                  <a:lnTo>
                    <a:pt x="346" y="665"/>
                  </a:lnTo>
                  <a:lnTo>
                    <a:pt x="346" y="665"/>
                  </a:lnTo>
                  <a:lnTo>
                    <a:pt x="346" y="665"/>
                  </a:lnTo>
                  <a:lnTo>
                    <a:pt x="348" y="665"/>
                  </a:lnTo>
                  <a:lnTo>
                    <a:pt x="348" y="667"/>
                  </a:lnTo>
                  <a:lnTo>
                    <a:pt x="348" y="667"/>
                  </a:lnTo>
                  <a:lnTo>
                    <a:pt x="350" y="667"/>
                  </a:lnTo>
                  <a:lnTo>
                    <a:pt x="350" y="665"/>
                  </a:lnTo>
                  <a:lnTo>
                    <a:pt x="350" y="665"/>
                  </a:lnTo>
                  <a:lnTo>
                    <a:pt x="350" y="665"/>
                  </a:lnTo>
                  <a:lnTo>
                    <a:pt x="350" y="665"/>
                  </a:lnTo>
                  <a:lnTo>
                    <a:pt x="352" y="665"/>
                  </a:lnTo>
                  <a:lnTo>
                    <a:pt x="352" y="665"/>
                  </a:lnTo>
                  <a:lnTo>
                    <a:pt x="352" y="667"/>
                  </a:lnTo>
                  <a:lnTo>
                    <a:pt x="355" y="665"/>
                  </a:lnTo>
                  <a:lnTo>
                    <a:pt x="355" y="665"/>
                  </a:lnTo>
                  <a:lnTo>
                    <a:pt x="355" y="665"/>
                  </a:lnTo>
                  <a:lnTo>
                    <a:pt x="355" y="665"/>
                  </a:lnTo>
                  <a:lnTo>
                    <a:pt x="355" y="665"/>
                  </a:lnTo>
                  <a:lnTo>
                    <a:pt x="355" y="665"/>
                  </a:lnTo>
                  <a:lnTo>
                    <a:pt x="357" y="665"/>
                  </a:lnTo>
                  <a:lnTo>
                    <a:pt x="359" y="665"/>
                  </a:lnTo>
                  <a:lnTo>
                    <a:pt x="359" y="665"/>
                  </a:lnTo>
                  <a:lnTo>
                    <a:pt x="359" y="665"/>
                  </a:lnTo>
                  <a:lnTo>
                    <a:pt x="359" y="665"/>
                  </a:lnTo>
                  <a:lnTo>
                    <a:pt x="359" y="665"/>
                  </a:lnTo>
                  <a:lnTo>
                    <a:pt x="359" y="665"/>
                  </a:lnTo>
                  <a:lnTo>
                    <a:pt x="359" y="665"/>
                  </a:lnTo>
                  <a:lnTo>
                    <a:pt x="359" y="667"/>
                  </a:lnTo>
                  <a:lnTo>
                    <a:pt x="359" y="667"/>
                  </a:lnTo>
                  <a:lnTo>
                    <a:pt x="359" y="667"/>
                  </a:lnTo>
                  <a:lnTo>
                    <a:pt x="359" y="667"/>
                  </a:lnTo>
                  <a:lnTo>
                    <a:pt x="361" y="667"/>
                  </a:lnTo>
                  <a:lnTo>
                    <a:pt x="366" y="667"/>
                  </a:lnTo>
                  <a:lnTo>
                    <a:pt x="368" y="667"/>
                  </a:lnTo>
                  <a:lnTo>
                    <a:pt x="368" y="665"/>
                  </a:lnTo>
                  <a:lnTo>
                    <a:pt x="370" y="665"/>
                  </a:lnTo>
                  <a:lnTo>
                    <a:pt x="370" y="665"/>
                  </a:lnTo>
                  <a:lnTo>
                    <a:pt x="370" y="665"/>
                  </a:lnTo>
                  <a:lnTo>
                    <a:pt x="370" y="665"/>
                  </a:lnTo>
                  <a:lnTo>
                    <a:pt x="372" y="663"/>
                  </a:lnTo>
                  <a:lnTo>
                    <a:pt x="372" y="663"/>
                  </a:lnTo>
                  <a:lnTo>
                    <a:pt x="372" y="663"/>
                  </a:lnTo>
                  <a:lnTo>
                    <a:pt x="372" y="663"/>
                  </a:lnTo>
                  <a:lnTo>
                    <a:pt x="375" y="663"/>
                  </a:lnTo>
                  <a:lnTo>
                    <a:pt x="375" y="663"/>
                  </a:lnTo>
                  <a:lnTo>
                    <a:pt x="375" y="663"/>
                  </a:lnTo>
                  <a:lnTo>
                    <a:pt x="375" y="663"/>
                  </a:lnTo>
                  <a:lnTo>
                    <a:pt x="375" y="663"/>
                  </a:lnTo>
                  <a:lnTo>
                    <a:pt x="377" y="660"/>
                  </a:lnTo>
                  <a:lnTo>
                    <a:pt x="377" y="663"/>
                  </a:lnTo>
                  <a:lnTo>
                    <a:pt x="377" y="663"/>
                  </a:lnTo>
                  <a:lnTo>
                    <a:pt x="377" y="663"/>
                  </a:lnTo>
                  <a:lnTo>
                    <a:pt x="377" y="663"/>
                  </a:lnTo>
                  <a:lnTo>
                    <a:pt x="377" y="663"/>
                  </a:lnTo>
                  <a:lnTo>
                    <a:pt x="379" y="665"/>
                  </a:lnTo>
                  <a:lnTo>
                    <a:pt x="379" y="665"/>
                  </a:lnTo>
                  <a:lnTo>
                    <a:pt x="379" y="665"/>
                  </a:lnTo>
                  <a:lnTo>
                    <a:pt x="379" y="665"/>
                  </a:lnTo>
                  <a:lnTo>
                    <a:pt x="379" y="665"/>
                  </a:lnTo>
                  <a:lnTo>
                    <a:pt x="381" y="665"/>
                  </a:lnTo>
                  <a:lnTo>
                    <a:pt x="381" y="663"/>
                  </a:lnTo>
                  <a:lnTo>
                    <a:pt x="381" y="663"/>
                  </a:lnTo>
                  <a:lnTo>
                    <a:pt x="381" y="663"/>
                  </a:lnTo>
                  <a:lnTo>
                    <a:pt x="381" y="663"/>
                  </a:lnTo>
                  <a:lnTo>
                    <a:pt x="383" y="663"/>
                  </a:lnTo>
                  <a:lnTo>
                    <a:pt x="383" y="663"/>
                  </a:lnTo>
                  <a:lnTo>
                    <a:pt x="383" y="663"/>
                  </a:lnTo>
                  <a:lnTo>
                    <a:pt x="383" y="663"/>
                  </a:lnTo>
                  <a:lnTo>
                    <a:pt x="383" y="663"/>
                  </a:lnTo>
                  <a:lnTo>
                    <a:pt x="383" y="663"/>
                  </a:lnTo>
                  <a:lnTo>
                    <a:pt x="383" y="665"/>
                  </a:lnTo>
                  <a:lnTo>
                    <a:pt x="386" y="665"/>
                  </a:lnTo>
                  <a:lnTo>
                    <a:pt x="386" y="665"/>
                  </a:lnTo>
                  <a:lnTo>
                    <a:pt x="386" y="663"/>
                  </a:lnTo>
                  <a:lnTo>
                    <a:pt x="386" y="663"/>
                  </a:lnTo>
                  <a:lnTo>
                    <a:pt x="386" y="663"/>
                  </a:lnTo>
                  <a:lnTo>
                    <a:pt x="386" y="663"/>
                  </a:lnTo>
                  <a:lnTo>
                    <a:pt x="386" y="663"/>
                  </a:lnTo>
                  <a:lnTo>
                    <a:pt x="386" y="660"/>
                  </a:lnTo>
                  <a:lnTo>
                    <a:pt x="386" y="660"/>
                  </a:lnTo>
                  <a:lnTo>
                    <a:pt x="386" y="660"/>
                  </a:lnTo>
                  <a:lnTo>
                    <a:pt x="386" y="660"/>
                  </a:lnTo>
                  <a:lnTo>
                    <a:pt x="386" y="660"/>
                  </a:lnTo>
                  <a:lnTo>
                    <a:pt x="386" y="658"/>
                  </a:lnTo>
                  <a:lnTo>
                    <a:pt x="386" y="658"/>
                  </a:lnTo>
                  <a:lnTo>
                    <a:pt x="388" y="658"/>
                  </a:lnTo>
                  <a:lnTo>
                    <a:pt x="388" y="660"/>
                  </a:lnTo>
                  <a:lnTo>
                    <a:pt x="388" y="660"/>
                  </a:lnTo>
                  <a:lnTo>
                    <a:pt x="388" y="660"/>
                  </a:lnTo>
                  <a:lnTo>
                    <a:pt x="388" y="660"/>
                  </a:lnTo>
                  <a:lnTo>
                    <a:pt x="390" y="658"/>
                  </a:lnTo>
                  <a:lnTo>
                    <a:pt x="390" y="658"/>
                  </a:lnTo>
                  <a:lnTo>
                    <a:pt x="390" y="658"/>
                  </a:lnTo>
                  <a:lnTo>
                    <a:pt x="390" y="656"/>
                  </a:lnTo>
                  <a:lnTo>
                    <a:pt x="390" y="656"/>
                  </a:lnTo>
                  <a:lnTo>
                    <a:pt x="390" y="656"/>
                  </a:lnTo>
                  <a:lnTo>
                    <a:pt x="390" y="654"/>
                  </a:lnTo>
                  <a:lnTo>
                    <a:pt x="390" y="654"/>
                  </a:lnTo>
                  <a:lnTo>
                    <a:pt x="390" y="654"/>
                  </a:lnTo>
                  <a:lnTo>
                    <a:pt x="388" y="654"/>
                  </a:lnTo>
                  <a:lnTo>
                    <a:pt x="388" y="654"/>
                  </a:lnTo>
                  <a:lnTo>
                    <a:pt x="388" y="654"/>
                  </a:lnTo>
                  <a:lnTo>
                    <a:pt x="388" y="654"/>
                  </a:lnTo>
                  <a:lnTo>
                    <a:pt x="386" y="654"/>
                  </a:lnTo>
                  <a:lnTo>
                    <a:pt x="386" y="654"/>
                  </a:lnTo>
                  <a:lnTo>
                    <a:pt x="383" y="654"/>
                  </a:lnTo>
                  <a:lnTo>
                    <a:pt x="383" y="654"/>
                  </a:lnTo>
                  <a:lnTo>
                    <a:pt x="383" y="654"/>
                  </a:lnTo>
                  <a:lnTo>
                    <a:pt x="383" y="654"/>
                  </a:lnTo>
                  <a:lnTo>
                    <a:pt x="383" y="654"/>
                  </a:lnTo>
                  <a:lnTo>
                    <a:pt x="383" y="651"/>
                  </a:lnTo>
                  <a:lnTo>
                    <a:pt x="383" y="651"/>
                  </a:lnTo>
                  <a:lnTo>
                    <a:pt x="390" y="649"/>
                  </a:lnTo>
                  <a:lnTo>
                    <a:pt x="390" y="647"/>
                  </a:lnTo>
                  <a:lnTo>
                    <a:pt x="390" y="647"/>
                  </a:lnTo>
                  <a:lnTo>
                    <a:pt x="390" y="647"/>
                  </a:lnTo>
                  <a:lnTo>
                    <a:pt x="390" y="647"/>
                  </a:lnTo>
                  <a:lnTo>
                    <a:pt x="390" y="647"/>
                  </a:lnTo>
                  <a:lnTo>
                    <a:pt x="390" y="645"/>
                  </a:lnTo>
                  <a:lnTo>
                    <a:pt x="390" y="645"/>
                  </a:lnTo>
                  <a:lnTo>
                    <a:pt x="390" y="645"/>
                  </a:lnTo>
                  <a:lnTo>
                    <a:pt x="390" y="643"/>
                  </a:lnTo>
                  <a:lnTo>
                    <a:pt x="390" y="643"/>
                  </a:lnTo>
                  <a:lnTo>
                    <a:pt x="390" y="643"/>
                  </a:lnTo>
                  <a:lnTo>
                    <a:pt x="395" y="643"/>
                  </a:lnTo>
                  <a:lnTo>
                    <a:pt x="395" y="643"/>
                  </a:lnTo>
                  <a:lnTo>
                    <a:pt x="395" y="643"/>
                  </a:lnTo>
                  <a:lnTo>
                    <a:pt x="395" y="643"/>
                  </a:lnTo>
                  <a:lnTo>
                    <a:pt x="395" y="645"/>
                  </a:lnTo>
                  <a:lnTo>
                    <a:pt x="395" y="645"/>
                  </a:lnTo>
                  <a:lnTo>
                    <a:pt x="395" y="645"/>
                  </a:lnTo>
                  <a:lnTo>
                    <a:pt x="392" y="647"/>
                  </a:lnTo>
                  <a:lnTo>
                    <a:pt x="392" y="647"/>
                  </a:lnTo>
                  <a:lnTo>
                    <a:pt x="392" y="647"/>
                  </a:lnTo>
                  <a:lnTo>
                    <a:pt x="392" y="647"/>
                  </a:lnTo>
                  <a:lnTo>
                    <a:pt x="392" y="647"/>
                  </a:lnTo>
                  <a:lnTo>
                    <a:pt x="392" y="647"/>
                  </a:lnTo>
                  <a:lnTo>
                    <a:pt x="395" y="647"/>
                  </a:lnTo>
                  <a:lnTo>
                    <a:pt x="395" y="649"/>
                  </a:lnTo>
                  <a:lnTo>
                    <a:pt x="395" y="649"/>
                  </a:lnTo>
                  <a:lnTo>
                    <a:pt x="395" y="647"/>
                  </a:lnTo>
                  <a:lnTo>
                    <a:pt x="397" y="647"/>
                  </a:lnTo>
                  <a:lnTo>
                    <a:pt x="399" y="647"/>
                  </a:lnTo>
                  <a:lnTo>
                    <a:pt x="399" y="645"/>
                  </a:lnTo>
                  <a:lnTo>
                    <a:pt x="399" y="645"/>
                  </a:lnTo>
                  <a:lnTo>
                    <a:pt x="401" y="645"/>
                  </a:lnTo>
                  <a:lnTo>
                    <a:pt x="401" y="645"/>
                  </a:lnTo>
                  <a:lnTo>
                    <a:pt x="401" y="645"/>
                  </a:lnTo>
                  <a:lnTo>
                    <a:pt x="401" y="647"/>
                  </a:lnTo>
                  <a:lnTo>
                    <a:pt x="401" y="647"/>
                  </a:lnTo>
                  <a:lnTo>
                    <a:pt x="401" y="647"/>
                  </a:lnTo>
                  <a:lnTo>
                    <a:pt x="401" y="647"/>
                  </a:lnTo>
                  <a:lnTo>
                    <a:pt x="401" y="647"/>
                  </a:lnTo>
                  <a:lnTo>
                    <a:pt x="403" y="647"/>
                  </a:lnTo>
                  <a:lnTo>
                    <a:pt x="406" y="647"/>
                  </a:lnTo>
                  <a:lnTo>
                    <a:pt x="406" y="647"/>
                  </a:lnTo>
                  <a:lnTo>
                    <a:pt x="408" y="647"/>
                  </a:lnTo>
                  <a:lnTo>
                    <a:pt x="408" y="647"/>
                  </a:lnTo>
                  <a:lnTo>
                    <a:pt x="408" y="645"/>
                  </a:lnTo>
                  <a:lnTo>
                    <a:pt x="410" y="645"/>
                  </a:lnTo>
                  <a:lnTo>
                    <a:pt x="410" y="645"/>
                  </a:lnTo>
                  <a:lnTo>
                    <a:pt x="410" y="645"/>
                  </a:lnTo>
                  <a:lnTo>
                    <a:pt x="410" y="645"/>
                  </a:lnTo>
                  <a:lnTo>
                    <a:pt x="410" y="645"/>
                  </a:lnTo>
                  <a:lnTo>
                    <a:pt x="412" y="645"/>
                  </a:lnTo>
                  <a:lnTo>
                    <a:pt x="412" y="645"/>
                  </a:lnTo>
                  <a:lnTo>
                    <a:pt x="412" y="645"/>
                  </a:lnTo>
                  <a:lnTo>
                    <a:pt x="412" y="645"/>
                  </a:lnTo>
                  <a:lnTo>
                    <a:pt x="412" y="647"/>
                  </a:lnTo>
                  <a:lnTo>
                    <a:pt x="412" y="647"/>
                  </a:lnTo>
                  <a:lnTo>
                    <a:pt x="412" y="647"/>
                  </a:lnTo>
                  <a:lnTo>
                    <a:pt x="412" y="647"/>
                  </a:lnTo>
                  <a:lnTo>
                    <a:pt x="412" y="647"/>
                  </a:lnTo>
                  <a:lnTo>
                    <a:pt x="414" y="647"/>
                  </a:lnTo>
                  <a:lnTo>
                    <a:pt x="414" y="647"/>
                  </a:lnTo>
                  <a:lnTo>
                    <a:pt x="417" y="647"/>
                  </a:lnTo>
                  <a:lnTo>
                    <a:pt x="423" y="645"/>
                  </a:lnTo>
                  <a:lnTo>
                    <a:pt x="423" y="645"/>
                  </a:lnTo>
                  <a:lnTo>
                    <a:pt x="423" y="645"/>
                  </a:lnTo>
                  <a:lnTo>
                    <a:pt x="426" y="643"/>
                  </a:lnTo>
                  <a:lnTo>
                    <a:pt x="426" y="643"/>
                  </a:lnTo>
                  <a:lnTo>
                    <a:pt x="426" y="643"/>
                  </a:lnTo>
                  <a:lnTo>
                    <a:pt x="426" y="640"/>
                  </a:lnTo>
                  <a:lnTo>
                    <a:pt x="426" y="640"/>
                  </a:lnTo>
                  <a:lnTo>
                    <a:pt x="426" y="640"/>
                  </a:lnTo>
                  <a:lnTo>
                    <a:pt x="426" y="640"/>
                  </a:lnTo>
                  <a:lnTo>
                    <a:pt x="428" y="640"/>
                  </a:lnTo>
                  <a:lnTo>
                    <a:pt x="428" y="640"/>
                  </a:lnTo>
                  <a:lnTo>
                    <a:pt x="430" y="638"/>
                  </a:lnTo>
                  <a:lnTo>
                    <a:pt x="430" y="638"/>
                  </a:lnTo>
                  <a:lnTo>
                    <a:pt x="434" y="636"/>
                  </a:lnTo>
                  <a:lnTo>
                    <a:pt x="434" y="636"/>
                  </a:lnTo>
                  <a:lnTo>
                    <a:pt x="439" y="634"/>
                  </a:lnTo>
                  <a:lnTo>
                    <a:pt x="439" y="634"/>
                  </a:lnTo>
                  <a:lnTo>
                    <a:pt x="441" y="634"/>
                  </a:lnTo>
                  <a:lnTo>
                    <a:pt x="441" y="634"/>
                  </a:lnTo>
                  <a:lnTo>
                    <a:pt x="443" y="634"/>
                  </a:lnTo>
                  <a:lnTo>
                    <a:pt x="443" y="634"/>
                  </a:lnTo>
                  <a:lnTo>
                    <a:pt x="443" y="632"/>
                  </a:lnTo>
                  <a:lnTo>
                    <a:pt x="446" y="632"/>
                  </a:lnTo>
                  <a:lnTo>
                    <a:pt x="448" y="632"/>
                  </a:lnTo>
                  <a:lnTo>
                    <a:pt x="448" y="632"/>
                  </a:lnTo>
                  <a:lnTo>
                    <a:pt x="448" y="632"/>
                  </a:lnTo>
                  <a:lnTo>
                    <a:pt x="450" y="632"/>
                  </a:lnTo>
                  <a:lnTo>
                    <a:pt x="454" y="629"/>
                  </a:lnTo>
                  <a:lnTo>
                    <a:pt x="459" y="627"/>
                  </a:lnTo>
                  <a:lnTo>
                    <a:pt x="459" y="627"/>
                  </a:lnTo>
                  <a:lnTo>
                    <a:pt x="463" y="625"/>
                  </a:lnTo>
                  <a:lnTo>
                    <a:pt x="463" y="625"/>
                  </a:lnTo>
                  <a:lnTo>
                    <a:pt x="465" y="625"/>
                  </a:lnTo>
                  <a:lnTo>
                    <a:pt x="465" y="625"/>
                  </a:lnTo>
                  <a:lnTo>
                    <a:pt x="468" y="625"/>
                  </a:lnTo>
                  <a:lnTo>
                    <a:pt x="468" y="625"/>
                  </a:lnTo>
                  <a:lnTo>
                    <a:pt x="470" y="625"/>
                  </a:lnTo>
                  <a:lnTo>
                    <a:pt x="470" y="625"/>
                  </a:lnTo>
                  <a:lnTo>
                    <a:pt x="470" y="623"/>
                  </a:lnTo>
                  <a:lnTo>
                    <a:pt x="472" y="623"/>
                  </a:lnTo>
                  <a:lnTo>
                    <a:pt x="472" y="623"/>
                  </a:lnTo>
                  <a:lnTo>
                    <a:pt x="472" y="620"/>
                  </a:lnTo>
                  <a:lnTo>
                    <a:pt x="474" y="620"/>
                  </a:lnTo>
                  <a:lnTo>
                    <a:pt x="477" y="620"/>
                  </a:lnTo>
                  <a:lnTo>
                    <a:pt x="477" y="620"/>
                  </a:lnTo>
                  <a:lnTo>
                    <a:pt x="479" y="620"/>
                  </a:lnTo>
                  <a:lnTo>
                    <a:pt x="479" y="620"/>
                  </a:lnTo>
                  <a:lnTo>
                    <a:pt x="483" y="616"/>
                  </a:lnTo>
                  <a:lnTo>
                    <a:pt x="485" y="616"/>
                  </a:lnTo>
                  <a:lnTo>
                    <a:pt x="485" y="616"/>
                  </a:lnTo>
                  <a:lnTo>
                    <a:pt x="485" y="616"/>
                  </a:lnTo>
                  <a:lnTo>
                    <a:pt x="488" y="616"/>
                  </a:lnTo>
                  <a:lnTo>
                    <a:pt x="490" y="616"/>
                  </a:lnTo>
                  <a:lnTo>
                    <a:pt x="492" y="616"/>
                  </a:lnTo>
                  <a:lnTo>
                    <a:pt x="494" y="616"/>
                  </a:lnTo>
                  <a:lnTo>
                    <a:pt x="496" y="616"/>
                  </a:lnTo>
                  <a:lnTo>
                    <a:pt x="496" y="616"/>
                  </a:lnTo>
                  <a:lnTo>
                    <a:pt x="496" y="616"/>
                  </a:lnTo>
                  <a:lnTo>
                    <a:pt x="496" y="616"/>
                  </a:lnTo>
                  <a:lnTo>
                    <a:pt x="496" y="616"/>
                  </a:lnTo>
                  <a:lnTo>
                    <a:pt x="496" y="616"/>
                  </a:lnTo>
                  <a:lnTo>
                    <a:pt x="499" y="616"/>
                  </a:lnTo>
                  <a:lnTo>
                    <a:pt x="501" y="616"/>
                  </a:lnTo>
                  <a:lnTo>
                    <a:pt x="508" y="614"/>
                  </a:lnTo>
                  <a:lnTo>
                    <a:pt x="508" y="612"/>
                  </a:lnTo>
                  <a:lnTo>
                    <a:pt x="510" y="609"/>
                  </a:lnTo>
                  <a:lnTo>
                    <a:pt x="510" y="609"/>
                  </a:lnTo>
                  <a:lnTo>
                    <a:pt x="510" y="609"/>
                  </a:lnTo>
                  <a:lnTo>
                    <a:pt x="512" y="609"/>
                  </a:lnTo>
                  <a:lnTo>
                    <a:pt x="512" y="609"/>
                  </a:lnTo>
                  <a:lnTo>
                    <a:pt x="521" y="607"/>
                  </a:lnTo>
                  <a:lnTo>
                    <a:pt x="523" y="605"/>
                  </a:lnTo>
                  <a:lnTo>
                    <a:pt x="523" y="605"/>
                  </a:lnTo>
                  <a:lnTo>
                    <a:pt x="525" y="605"/>
                  </a:lnTo>
                  <a:lnTo>
                    <a:pt x="525" y="603"/>
                  </a:lnTo>
                  <a:lnTo>
                    <a:pt x="530" y="603"/>
                  </a:lnTo>
                  <a:lnTo>
                    <a:pt x="532" y="601"/>
                  </a:lnTo>
                  <a:lnTo>
                    <a:pt x="532" y="601"/>
                  </a:lnTo>
                  <a:lnTo>
                    <a:pt x="534" y="601"/>
                  </a:lnTo>
                  <a:lnTo>
                    <a:pt x="534" y="601"/>
                  </a:lnTo>
                  <a:lnTo>
                    <a:pt x="534" y="603"/>
                  </a:lnTo>
                  <a:lnTo>
                    <a:pt x="534" y="603"/>
                  </a:lnTo>
                  <a:lnTo>
                    <a:pt x="534" y="603"/>
                  </a:lnTo>
                  <a:lnTo>
                    <a:pt x="534" y="603"/>
                  </a:lnTo>
                  <a:lnTo>
                    <a:pt x="534" y="603"/>
                  </a:lnTo>
                  <a:lnTo>
                    <a:pt x="536" y="603"/>
                  </a:lnTo>
                  <a:lnTo>
                    <a:pt x="536" y="603"/>
                  </a:lnTo>
                  <a:lnTo>
                    <a:pt x="539" y="603"/>
                  </a:lnTo>
                  <a:lnTo>
                    <a:pt x="539" y="603"/>
                  </a:lnTo>
                  <a:lnTo>
                    <a:pt x="539" y="603"/>
                  </a:lnTo>
                  <a:lnTo>
                    <a:pt x="541" y="603"/>
                  </a:lnTo>
                  <a:lnTo>
                    <a:pt x="541" y="603"/>
                  </a:lnTo>
                  <a:lnTo>
                    <a:pt x="541" y="603"/>
                  </a:lnTo>
                  <a:lnTo>
                    <a:pt x="541" y="601"/>
                  </a:lnTo>
                  <a:lnTo>
                    <a:pt x="543" y="601"/>
                  </a:lnTo>
                  <a:lnTo>
                    <a:pt x="543" y="601"/>
                  </a:lnTo>
                  <a:lnTo>
                    <a:pt x="543" y="601"/>
                  </a:lnTo>
                  <a:lnTo>
                    <a:pt x="545" y="601"/>
                  </a:lnTo>
                  <a:lnTo>
                    <a:pt x="545" y="601"/>
                  </a:lnTo>
                  <a:lnTo>
                    <a:pt x="545" y="601"/>
                  </a:lnTo>
                  <a:lnTo>
                    <a:pt x="545" y="601"/>
                  </a:lnTo>
                  <a:lnTo>
                    <a:pt x="545" y="601"/>
                  </a:lnTo>
                  <a:lnTo>
                    <a:pt x="547" y="601"/>
                  </a:lnTo>
                  <a:lnTo>
                    <a:pt x="547" y="601"/>
                  </a:lnTo>
                  <a:lnTo>
                    <a:pt x="547" y="601"/>
                  </a:lnTo>
                  <a:lnTo>
                    <a:pt x="547" y="603"/>
                  </a:lnTo>
                  <a:lnTo>
                    <a:pt x="547" y="603"/>
                  </a:lnTo>
                  <a:lnTo>
                    <a:pt x="550" y="603"/>
                  </a:lnTo>
                  <a:lnTo>
                    <a:pt x="550" y="603"/>
                  </a:lnTo>
                  <a:lnTo>
                    <a:pt x="552" y="601"/>
                  </a:lnTo>
                  <a:lnTo>
                    <a:pt x="552" y="601"/>
                  </a:lnTo>
                  <a:lnTo>
                    <a:pt x="552" y="601"/>
                  </a:lnTo>
                  <a:lnTo>
                    <a:pt x="554" y="601"/>
                  </a:lnTo>
                  <a:lnTo>
                    <a:pt x="556" y="601"/>
                  </a:lnTo>
                  <a:lnTo>
                    <a:pt x="556" y="601"/>
                  </a:lnTo>
                  <a:lnTo>
                    <a:pt x="556" y="601"/>
                  </a:lnTo>
                  <a:lnTo>
                    <a:pt x="563" y="598"/>
                  </a:lnTo>
                  <a:lnTo>
                    <a:pt x="565" y="596"/>
                  </a:lnTo>
                  <a:lnTo>
                    <a:pt x="565" y="596"/>
                  </a:lnTo>
                  <a:lnTo>
                    <a:pt x="565" y="596"/>
                  </a:lnTo>
                  <a:lnTo>
                    <a:pt x="567" y="596"/>
                  </a:lnTo>
                  <a:lnTo>
                    <a:pt x="567" y="598"/>
                  </a:lnTo>
                  <a:lnTo>
                    <a:pt x="567" y="598"/>
                  </a:lnTo>
                  <a:lnTo>
                    <a:pt x="567" y="598"/>
                  </a:lnTo>
                  <a:lnTo>
                    <a:pt x="570" y="598"/>
                  </a:lnTo>
                  <a:lnTo>
                    <a:pt x="572" y="598"/>
                  </a:lnTo>
                  <a:lnTo>
                    <a:pt x="572" y="598"/>
                  </a:lnTo>
                  <a:lnTo>
                    <a:pt x="572" y="598"/>
                  </a:lnTo>
                  <a:lnTo>
                    <a:pt x="572" y="598"/>
                  </a:lnTo>
                  <a:lnTo>
                    <a:pt x="574" y="598"/>
                  </a:lnTo>
                  <a:lnTo>
                    <a:pt x="574" y="598"/>
                  </a:lnTo>
                  <a:lnTo>
                    <a:pt x="574" y="598"/>
                  </a:lnTo>
                  <a:lnTo>
                    <a:pt x="576" y="598"/>
                  </a:lnTo>
                  <a:lnTo>
                    <a:pt x="578" y="598"/>
                  </a:lnTo>
                  <a:lnTo>
                    <a:pt x="581" y="598"/>
                  </a:lnTo>
                  <a:lnTo>
                    <a:pt x="581" y="598"/>
                  </a:lnTo>
                  <a:lnTo>
                    <a:pt x="581" y="598"/>
                  </a:lnTo>
                  <a:lnTo>
                    <a:pt x="581" y="598"/>
                  </a:lnTo>
                  <a:lnTo>
                    <a:pt x="581" y="601"/>
                  </a:lnTo>
                  <a:lnTo>
                    <a:pt x="581" y="601"/>
                  </a:lnTo>
                  <a:lnTo>
                    <a:pt x="581" y="601"/>
                  </a:lnTo>
                  <a:lnTo>
                    <a:pt x="581" y="601"/>
                  </a:lnTo>
                  <a:lnTo>
                    <a:pt x="581" y="601"/>
                  </a:lnTo>
                  <a:lnTo>
                    <a:pt x="578" y="603"/>
                  </a:lnTo>
                  <a:lnTo>
                    <a:pt x="578" y="603"/>
                  </a:lnTo>
                  <a:lnTo>
                    <a:pt x="578" y="603"/>
                  </a:lnTo>
                  <a:lnTo>
                    <a:pt x="578" y="603"/>
                  </a:lnTo>
                  <a:lnTo>
                    <a:pt x="578" y="603"/>
                  </a:lnTo>
                  <a:lnTo>
                    <a:pt x="578" y="603"/>
                  </a:lnTo>
                  <a:lnTo>
                    <a:pt x="578" y="605"/>
                  </a:lnTo>
                  <a:lnTo>
                    <a:pt x="581" y="605"/>
                  </a:lnTo>
                  <a:lnTo>
                    <a:pt x="581" y="605"/>
                  </a:lnTo>
                  <a:lnTo>
                    <a:pt x="581" y="603"/>
                  </a:lnTo>
                  <a:lnTo>
                    <a:pt x="583" y="603"/>
                  </a:lnTo>
                  <a:lnTo>
                    <a:pt x="583" y="603"/>
                  </a:lnTo>
                  <a:lnTo>
                    <a:pt x="585" y="603"/>
                  </a:lnTo>
                  <a:lnTo>
                    <a:pt x="585" y="603"/>
                  </a:lnTo>
                  <a:lnTo>
                    <a:pt x="587" y="601"/>
                  </a:lnTo>
                  <a:lnTo>
                    <a:pt x="587" y="601"/>
                  </a:lnTo>
                  <a:lnTo>
                    <a:pt x="587" y="598"/>
                  </a:lnTo>
                  <a:lnTo>
                    <a:pt x="590" y="598"/>
                  </a:lnTo>
                  <a:lnTo>
                    <a:pt x="594" y="598"/>
                  </a:lnTo>
                  <a:lnTo>
                    <a:pt x="594" y="596"/>
                  </a:lnTo>
                  <a:lnTo>
                    <a:pt x="596" y="594"/>
                  </a:lnTo>
                  <a:lnTo>
                    <a:pt x="598" y="594"/>
                  </a:lnTo>
                  <a:lnTo>
                    <a:pt x="607" y="589"/>
                  </a:lnTo>
                  <a:lnTo>
                    <a:pt x="614" y="587"/>
                  </a:lnTo>
                  <a:lnTo>
                    <a:pt x="623" y="583"/>
                  </a:lnTo>
                  <a:lnTo>
                    <a:pt x="629" y="578"/>
                  </a:lnTo>
                  <a:lnTo>
                    <a:pt x="634" y="578"/>
                  </a:lnTo>
                  <a:lnTo>
                    <a:pt x="634" y="578"/>
                  </a:lnTo>
                  <a:lnTo>
                    <a:pt x="636" y="576"/>
                  </a:lnTo>
                  <a:lnTo>
                    <a:pt x="636" y="576"/>
                  </a:lnTo>
                  <a:lnTo>
                    <a:pt x="638" y="576"/>
                  </a:lnTo>
                  <a:lnTo>
                    <a:pt x="638" y="576"/>
                  </a:lnTo>
                  <a:lnTo>
                    <a:pt x="640" y="576"/>
                  </a:lnTo>
                  <a:lnTo>
                    <a:pt x="640" y="576"/>
                  </a:lnTo>
                  <a:lnTo>
                    <a:pt x="643" y="574"/>
                  </a:lnTo>
                  <a:lnTo>
                    <a:pt x="643" y="574"/>
                  </a:lnTo>
                  <a:lnTo>
                    <a:pt x="643" y="572"/>
                  </a:lnTo>
                  <a:lnTo>
                    <a:pt x="645" y="572"/>
                  </a:lnTo>
                  <a:lnTo>
                    <a:pt x="643" y="572"/>
                  </a:lnTo>
                  <a:lnTo>
                    <a:pt x="643" y="570"/>
                  </a:lnTo>
                  <a:lnTo>
                    <a:pt x="643" y="570"/>
                  </a:lnTo>
                  <a:lnTo>
                    <a:pt x="643" y="570"/>
                  </a:lnTo>
                  <a:lnTo>
                    <a:pt x="643" y="570"/>
                  </a:lnTo>
                  <a:lnTo>
                    <a:pt x="643" y="570"/>
                  </a:lnTo>
                  <a:lnTo>
                    <a:pt x="643" y="570"/>
                  </a:lnTo>
                  <a:lnTo>
                    <a:pt x="640" y="567"/>
                  </a:lnTo>
                  <a:lnTo>
                    <a:pt x="640" y="570"/>
                  </a:lnTo>
                  <a:lnTo>
                    <a:pt x="640" y="570"/>
                  </a:lnTo>
                  <a:lnTo>
                    <a:pt x="640" y="570"/>
                  </a:lnTo>
                  <a:lnTo>
                    <a:pt x="640" y="570"/>
                  </a:lnTo>
                  <a:lnTo>
                    <a:pt x="638" y="570"/>
                  </a:lnTo>
                  <a:lnTo>
                    <a:pt x="638" y="567"/>
                  </a:lnTo>
                  <a:lnTo>
                    <a:pt x="638" y="567"/>
                  </a:lnTo>
                  <a:lnTo>
                    <a:pt x="636" y="567"/>
                  </a:lnTo>
                  <a:lnTo>
                    <a:pt x="636" y="567"/>
                  </a:lnTo>
                  <a:lnTo>
                    <a:pt x="636" y="567"/>
                  </a:lnTo>
                  <a:lnTo>
                    <a:pt x="636" y="567"/>
                  </a:lnTo>
                  <a:lnTo>
                    <a:pt x="636" y="567"/>
                  </a:lnTo>
                  <a:lnTo>
                    <a:pt x="636" y="565"/>
                  </a:lnTo>
                  <a:lnTo>
                    <a:pt x="638" y="563"/>
                  </a:lnTo>
                  <a:lnTo>
                    <a:pt x="640" y="556"/>
                  </a:lnTo>
                  <a:lnTo>
                    <a:pt x="640" y="556"/>
                  </a:lnTo>
                  <a:lnTo>
                    <a:pt x="640" y="556"/>
                  </a:lnTo>
                  <a:lnTo>
                    <a:pt x="640" y="554"/>
                  </a:lnTo>
                  <a:lnTo>
                    <a:pt x="640" y="552"/>
                  </a:lnTo>
                  <a:lnTo>
                    <a:pt x="640" y="550"/>
                  </a:lnTo>
                  <a:lnTo>
                    <a:pt x="640" y="550"/>
                  </a:lnTo>
                  <a:lnTo>
                    <a:pt x="643" y="547"/>
                  </a:lnTo>
                  <a:lnTo>
                    <a:pt x="643" y="547"/>
                  </a:lnTo>
                  <a:lnTo>
                    <a:pt x="647" y="545"/>
                  </a:lnTo>
                  <a:lnTo>
                    <a:pt x="647" y="541"/>
                  </a:lnTo>
                  <a:lnTo>
                    <a:pt x="647" y="538"/>
                  </a:lnTo>
                  <a:lnTo>
                    <a:pt x="649" y="534"/>
                  </a:lnTo>
                  <a:lnTo>
                    <a:pt x="649" y="534"/>
                  </a:lnTo>
                  <a:lnTo>
                    <a:pt x="649" y="534"/>
                  </a:lnTo>
                  <a:lnTo>
                    <a:pt x="649" y="534"/>
                  </a:lnTo>
                  <a:lnTo>
                    <a:pt x="649" y="532"/>
                  </a:lnTo>
                  <a:lnTo>
                    <a:pt x="649" y="532"/>
                  </a:lnTo>
                  <a:lnTo>
                    <a:pt x="649" y="530"/>
                  </a:lnTo>
                  <a:lnTo>
                    <a:pt x="649" y="530"/>
                  </a:lnTo>
                  <a:lnTo>
                    <a:pt x="652" y="530"/>
                  </a:lnTo>
                  <a:lnTo>
                    <a:pt x="652" y="530"/>
                  </a:lnTo>
                  <a:lnTo>
                    <a:pt x="652" y="527"/>
                  </a:lnTo>
                  <a:lnTo>
                    <a:pt x="652" y="527"/>
                  </a:lnTo>
                  <a:lnTo>
                    <a:pt x="652" y="525"/>
                  </a:lnTo>
                  <a:lnTo>
                    <a:pt x="654" y="525"/>
                  </a:lnTo>
                  <a:lnTo>
                    <a:pt x="654" y="523"/>
                  </a:lnTo>
                  <a:lnTo>
                    <a:pt x="656" y="521"/>
                  </a:lnTo>
                  <a:lnTo>
                    <a:pt x="656" y="519"/>
                  </a:lnTo>
                  <a:lnTo>
                    <a:pt x="656" y="519"/>
                  </a:lnTo>
                  <a:lnTo>
                    <a:pt x="656" y="519"/>
                  </a:lnTo>
                  <a:lnTo>
                    <a:pt x="656" y="519"/>
                  </a:lnTo>
                  <a:lnTo>
                    <a:pt x="656" y="519"/>
                  </a:lnTo>
                  <a:lnTo>
                    <a:pt x="654" y="519"/>
                  </a:lnTo>
                  <a:lnTo>
                    <a:pt x="654" y="519"/>
                  </a:lnTo>
                  <a:lnTo>
                    <a:pt x="654" y="519"/>
                  </a:lnTo>
                  <a:lnTo>
                    <a:pt x="654" y="519"/>
                  </a:lnTo>
                  <a:lnTo>
                    <a:pt x="654" y="516"/>
                  </a:lnTo>
                  <a:lnTo>
                    <a:pt x="654" y="516"/>
                  </a:lnTo>
                  <a:lnTo>
                    <a:pt x="654" y="516"/>
                  </a:lnTo>
                  <a:lnTo>
                    <a:pt x="654" y="514"/>
                  </a:lnTo>
                  <a:lnTo>
                    <a:pt x="654" y="514"/>
                  </a:lnTo>
                  <a:lnTo>
                    <a:pt x="654" y="514"/>
                  </a:lnTo>
                  <a:lnTo>
                    <a:pt x="654" y="514"/>
                  </a:lnTo>
                  <a:lnTo>
                    <a:pt x="656" y="514"/>
                  </a:lnTo>
                  <a:lnTo>
                    <a:pt x="656" y="512"/>
                  </a:lnTo>
                  <a:lnTo>
                    <a:pt x="656" y="512"/>
                  </a:lnTo>
                  <a:lnTo>
                    <a:pt x="656" y="512"/>
                  </a:lnTo>
                  <a:lnTo>
                    <a:pt x="658" y="512"/>
                  </a:lnTo>
                  <a:lnTo>
                    <a:pt x="658" y="512"/>
                  </a:lnTo>
                  <a:lnTo>
                    <a:pt x="658" y="512"/>
                  </a:lnTo>
                  <a:lnTo>
                    <a:pt x="658" y="512"/>
                  </a:lnTo>
                  <a:lnTo>
                    <a:pt x="660" y="512"/>
                  </a:lnTo>
                  <a:lnTo>
                    <a:pt x="660" y="512"/>
                  </a:lnTo>
                  <a:lnTo>
                    <a:pt x="660" y="512"/>
                  </a:lnTo>
                  <a:lnTo>
                    <a:pt x="663" y="512"/>
                  </a:lnTo>
                  <a:lnTo>
                    <a:pt x="663" y="512"/>
                  </a:lnTo>
                  <a:lnTo>
                    <a:pt x="663" y="512"/>
                  </a:lnTo>
                  <a:lnTo>
                    <a:pt x="663" y="514"/>
                  </a:lnTo>
                  <a:lnTo>
                    <a:pt x="663" y="514"/>
                  </a:lnTo>
                  <a:lnTo>
                    <a:pt x="663" y="512"/>
                  </a:lnTo>
                  <a:lnTo>
                    <a:pt x="665" y="512"/>
                  </a:lnTo>
                  <a:lnTo>
                    <a:pt x="665" y="512"/>
                  </a:lnTo>
                  <a:lnTo>
                    <a:pt x="665" y="512"/>
                  </a:lnTo>
                  <a:lnTo>
                    <a:pt x="665" y="512"/>
                  </a:lnTo>
                  <a:lnTo>
                    <a:pt x="667" y="512"/>
                  </a:lnTo>
                  <a:lnTo>
                    <a:pt x="667" y="507"/>
                  </a:lnTo>
                  <a:lnTo>
                    <a:pt x="669" y="505"/>
                  </a:lnTo>
                  <a:lnTo>
                    <a:pt x="669" y="505"/>
                  </a:lnTo>
                  <a:lnTo>
                    <a:pt x="669" y="505"/>
                  </a:lnTo>
                  <a:lnTo>
                    <a:pt x="669" y="503"/>
                  </a:lnTo>
                  <a:lnTo>
                    <a:pt x="669" y="503"/>
                  </a:lnTo>
                  <a:lnTo>
                    <a:pt x="672" y="503"/>
                  </a:lnTo>
                  <a:lnTo>
                    <a:pt x="672" y="503"/>
                  </a:lnTo>
                  <a:lnTo>
                    <a:pt x="672" y="503"/>
                  </a:lnTo>
                  <a:lnTo>
                    <a:pt x="672" y="501"/>
                  </a:lnTo>
                  <a:lnTo>
                    <a:pt x="674" y="501"/>
                  </a:lnTo>
                  <a:lnTo>
                    <a:pt x="672" y="501"/>
                  </a:lnTo>
                  <a:lnTo>
                    <a:pt x="672" y="501"/>
                  </a:lnTo>
                  <a:lnTo>
                    <a:pt x="672" y="499"/>
                  </a:lnTo>
                  <a:lnTo>
                    <a:pt x="672" y="499"/>
                  </a:lnTo>
                  <a:lnTo>
                    <a:pt x="672" y="499"/>
                  </a:lnTo>
                  <a:lnTo>
                    <a:pt x="674" y="499"/>
                  </a:lnTo>
                  <a:lnTo>
                    <a:pt x="674" y="496"/>
                  </a:lnTo>
                  <a:lnTo>
                    <a:pt x="676" y="494"/>
                  </a:lnTo>
                  <a:lnTo>
                    <a:pt x="676" y="492"/>
                  </a:lnTo>
                  <a:lnTo>
                    <a:pt x="678" y="490"/>
                  </a:lnTo>
                  <a:lnTo>
                    <a:pt x="678" y="490"/>
                  </a:lnTo>
                  <a:lnTo>
                    <a:pt x="678" y="490"/>
                  </a:lnTo>
                  <a:lnTo>
                    <a:pt x="676" y="490"/>
                  </a:lnTo>
                  <a:lnTo>
                    <a:pt x="676" y="490"/>
                  </a:lnTo>
                  <a:lnTo>
                    <a:pt x="676" y="490"/>
                  </a:lnTo>
                  <a:lnTo>
                    <a:pt x="676" y="490"/>
                  </a:lnTo>
                  <a:lnTo>
                    <a:pt x="676" y="490"/>
                  </a:lnTo>
                  <a:lnTo>
                    <a:pt x="674" y="490"/>
                  </a:lnTo>
                  <a:lnTo>
                    <a:pt x="674" y="490"/>
                  </a:lnTo>
                  <a:lnTo>
                    <a:pt x="674" y="490"/>
                  </a:lnTo>
                  <a:lnTo>
                    <a:pt x="674" y="490"/>
                  </a:lnTo>
                  <a:lnTo>
                    <a:pt x="674" y="490"/>
                  </a:lnTo>
                  <a:lnTo>
                    <a:pt x="676" y="488"/>
                  </a:lnTo>
                  <a:lnTo>
                    <a:pt x="676" y="488"/>
                  </a:lnTo>
                  <a:lnTo>
                    <a:pt x="676" y="483"/>
                  </a:lnTo>
                  <a:lnTo>
                    <a:pt x="676" y="483"/>
                  </a:lnTo>
                  <a:lnTo>
                    <a:pt x="676" y="483"/>
                  </a:lnTo>
                  <a:lnTo>
                    <a:pt x="678" y="483"/>
                  </a:lnTo>
                  <a:lnTo>
                    <a:pt x="678" y="483"/>
                  </a:lnTo>
                  <a:lnTo>
                    <a:pt x="678" y="481"/>
                  </a:lnTo>
                  <a:lnTo>
                    <a:pt x="678" y="481"/>
                  </a:lnTo>
                  <a:lnTo>
                    <a:pt x="678" y="481"/>
                  </a:lnTo>
                  <a:lnTo>
                    <a:pt x="678" y="479"/>
                  </a:lnTo>
                  <a:lnTo>
                    <a:pt x="678" y="476"/>
                  </a:lnTo>
                  <a:lnTo>
                    <a:pt x="678" y="474"/>
                  </a:lnTo>
                  <a:lnTo>
                    <a:pt x="676" y="472"/>
                  </a:lnTo>
                  <a:lnTo>
                    <a:pt x="676" y="472"/>
                  </a:lnTo>
                  <a:lnTo>
                    <a:pt x="676" y="472"/>
                  </a:lnTo>
                  <a:lnTo>
                    <a:pt x="674" y="470"/>
                  </a:lnTo>
                  <a:lnTo>
                    <a:pt x="674" y="470"/>
                  </a:lnTo>
                  <a:lnTo>
                    <a:pt x="674" y="470"/>
                  </a:lnTo>
                  <a:lnTo>
                    <a:pt x="674" y="468"/>
                  </a:lnTo>
                  <a:lnTo>
                    <a:pt x="674" y="468"/>
                  </a:lnTo>
                  <a:lnTo>
                    <a:pt x="674" y="468"/>
                  </a:lnTo>
                  <a:lnTo>
                    <a:pt x="674" y="468"/>
                  </a:lnTo>
                  <a:lnTo>
                    <a:pt x="676" y="465"/>
                  </a:lnTo>
                  <a:lnTo>
                    <a:pt x="676" y="465"/>
                  </a:lnTo>
                  <a:lnTo>
                    <a:pt x="676" y="465"/>
                  </a:lnTo>
                  <a:lnTo>
                    <a:pt x="678" y="463"/>
                  </a:lnTo>
                  <a:lnTo>
                    <a:pt x="680" y="463"/>
                  </a:lnTo>
                  <a:lnTo>
                    <a:pt x="680" y="463"/>
                  </a:lnTo>
                  <a:lnTo>
                    <a:pt x="680" y="459"/>
                  </a:lnTo>
                  <a:lnTo>
                    <a:pt x="680" y="459"/>
                  </a:lnTo>
                  <a:lnTo>
                    <a:pt x="683" y="459"/>
                  </a:lnTo>
                  <a:lnTo>
                    <a:pt x="683" y="456"/>
                  </a:lnTo>
                  <a:lnTo>
                    <a:pt x="683" y="456"/>
                  </a:lnTo>
                  <a:lnTo>
                    <a:pt x="683" y="456"/>
                  </a:lnTo>
                  <a:lnTo>
                    <a:pt x="685" y="456"/>
                  </a:lnTo>
                  <a:lnTo>
                    <a:pt x="705" y="456"/>
                  </a:lnTo>
                  <a:lnTo>
                    <a:pt x="707" y="456"/>
                  </a:lnTo>
                  <a:lnTo>
                    <a:pt x="707" y="456"/>
                  </a:lnTo>
                  <a:lnTo>
                    <a:pt x="709" y="456"/>
                  </a:lnTo>
                  <a:lnTo>
                    <a:pt x="709" y="454"/>
                  </a:lnTo>
                  <a:lnTo>
                    <a:pt x="709" y="454"/>
                  </a:lnTo>
                  <a:lnTo>
                    <a:pt x="711" y="450"/>
                  </a:lnTo>
                  <a:lnTo>
                    <a:pt x="711" y="450"/>
                  </a:lnTo>
                  <a:lnTo>
                    <a:pt x="711" y="450"/>
                  </a:lnTo>
                  <a:lnTo>
                    <a:pt x="711" y="448"/>
                  </a:lnTo>
                  <a:lnTo>
                    <a:pt x="711" y="445"/>
                  </a:lnTo>
                  <a:lnTo>
                    <a:pt x="714" y="441"/>
                  </a:lnTo>
                  <a:lnTo>
                    <a:pt x="714" y="441"/>
                  </a:lnTo>
                  <a:lnTo>
                    <a:pt x="714" y="441"/>
                  </a:lnTo>
                  <a:lnTo>
                    <a:pt x="714" y="439"/>
                  </a:lnTo>
                  <a:lnTo>
                    <a:pt x="714" y="437"/>
                  </a:lnTo>
                  <a:lnTo>
                    <a:pt x="714" y="437"/>
                  </a:lnTo>
                  <a:lnTo>
                    <a:pt x="714" y="437"/>
                  </a:lnTo>
                  <a:lnTo>
                    <a:pt x="716" y="437"/>
                  </a:lnTo>
                  <a:lnTo>
                    <a:pt x="716" y="434"/>
                  </a:lnTo>
                  <a:lnTo>
                    <a:pt x="716" y="434"/>
                  </a:lnTo>
                  <a:lnTo>
                    <a:pt x="716" y="434"/>
                  </a:lnTo>
                  <a:lnTo>
                    <a:pt x="716" y="434"/>
                  </a:lnTo>
                  <a:lnTo>
                    <a:pt x="718" y="434"/>
                  </a:lnTo>
                  <a:lnTo>
                    <a:pt x="718" y="434"/>
                  </a:lnTo>
                  <a:lnTo>
                    <a:pt x="718" y="434"/>
                  </a:lnTo>
                  <a:lnTo>
                    <a:pt x="718" y="434"/>
                  </a:lnTo>
                  <a:lnTo>
                    <a:pt x="720" y="434"/>
                  </a:lnTo>
                  <a:lnTo>
                    <a:pt x="720" y="432"/>
                  </a:lnTo>
                  <a:lnTo>
                    <a:pt x="720" y="432"/>
                  </a:lnTo>
                  <a:lnTo>
                    <a:pt x="722" y="430"/>
                  </a:lnTo>
                  <a:lnTo>
                    <a:pt x="722" y="430"/>
                  </a:lnTo>
                  <a:lnTo>
                    <a:pt x="722" y="430"/>
                  </a:lnTo>
                  <a:lnTo>
                    <a:pt x="725" y="425"/>
                  </a:lnTo>
                  <a:lnTo>
                    <a:pt x="725" y="425"/>
                  </a:lnTo>
                  <a:lnTo>
                    <a:pt x="722" y="423"/>
                  </a:lnTo>
                  <a:lnTo>
                    <a:pt x="725" y="417"/>
                  </a:lnTo>
                  <a:lnTo>
                    <a:pt x="725" y="414"/>
                  </a:lnTo>
                  <a:lnTo>
                    <a:pt x="725" y="414"/>
                  </a:lnTo>
                  <a:lnTo>
                    <a:pt x="727" y="412"/>
                  </a:lnTo>
                  <a:lnTo>
                    <a:pt x="729" y="412"/>
                  </a:lnTo>
                  <a:lnTo>
                    <a:pt x="729" y="412"/>
                  </a:lnTo>
                  <a:lnTo>
                    <a:pt x="729" y="410"/>
                  </a:lnTo>
                  <a:lnTo>
                    <a:pt x="729" y="410"/>
                  </a:lnTo>
                  <a:lnTo>
                    <a:pt x="731" y="410"/>
                  </a:lnTo>
                  <a:lnTo>
                    <a:pt x="731" y="410"/>
                  </a:lnTo>
                  <a:lnTo>
                    <a:pt x="731" y="410"/>
                  </a:lnTo>
                  <a:lnTo>
                    <a:pt x="731" y="410"/>
                  </a:lnTo>
                  <a:lnTo>
                    <a:pt x="731" y="410"/>
                  </a:lnTo>
                  <a:lnTo>
                    <a:pt x="734" y="406"/>
                  </a:lnTo>
                  <a:lnTo>
                    <a:pt x="734" y="406"/>
                  </a:lnTo>
                  <a:lnTo>
                    <a:pt x="734" y="406"/>
                  </a:lnTo>
                  <a:lnTo>
                    <a:pt x="734" y="406"/>
                  </a:lnTo>
                  <a:lnTo>
                    <a:pt x="734" y="403"/>
                  </a:lnTo>
                  <a:lnTo>
                    <a:pt x="734" y="403"/>
                  </a:lnTo>
                  <a:lnTo>
                    <a:pt x="734" y="401"/>
                  </a:lnTo>
                  <a:lnTo>
                    <a:pt x="734" y="401"/>
                  </a:lnTo>
                  <a:lnTo>
                    <a:pt x="734" y="401"/>
                  </a:lnTo>
                  <a:lnTo>
                    <a:pt x="734" y="401"/>
                  </a:lnTo>
                  <a:lnTo>
                    <a:pt x="734" y="401"/>
                  </a:lnTo>
                  <a:lnTo>
                    <a:pt x="736" y="401"/>
                  </a:lnTo>
                  <a:lnTo>
                    <a:pt x="736" y="401"/>
                  </a:lnTo>
                  <a:lnTo>
                    <a:pt x="736" y="401"/>
                  </a:lnTo>
                  <a:lnTo>
                    <a:pt x="736" y="401"/>
                  </a:lnTo>
                  <a:lnTo>
                    <a:pt x="738" y="401"/>
                  </a:lnTo>
                  <a:lnTo>
                    <a:pt x="738" y="401"/>
                  </a:lnTo>
                  <a:lnTo>
                    <a:pt x="738" y="401"/>
                  </a:lnTo>
                  <a:lnTo>
                    <a:pt x="740" y="399"/>
                  </a:lnTo>
                  <a:lnTo>
                    <a:pt x="740" y="399"/>
                  </a:lnTo>
                  <a:lnTo>
                    <a:pt x="740" y="399"/>
                  </a:lnTo>
                  <a:lnTo>
                    <a:pt x="740" y="399"/>
                  </a:lnTo>
                  <a:lnTo>
                    <a:pt x="740" y="399"/>
                  </a:lnTo>
                  <a:lnTo>
                    <a:pt x="740" y="397"/>
                  </a:lnTo>
                  <a:lnTo>
                    <a:pt x="740" y="397"/>
                  </a:lnTo>
                  <a:lnTo>
                    <a:pt x="740" y="397"/>
                  </a:lnTo>
                  <a:lnTo>
                    <a:pt x="740" y="394"/>
                  </a:lnTo>
                  <a:lnTo>
                    <a:pt x="742" y="392"/>
                  </a:lnTo>
                  <a:lnTo>
                    <a:pt x="742" y="390"/>
                  </a:lnTo>
                  <a:lnTo>
                    <a:pt x="742" y="390"/>
                  </a:lnTo>
                  <a:lnTo>
                    <a:pt x="742" y="388"/>
                  </a:lnTo>
                  <a:lnTo>
                    <a:pt x="742" y="386"/>
                  </a:lnTo>
                  <a:lnTo>
                    <a:pt x="742" y="386"/>
                  </a:lnTo>
                  <a:lnTo>
                    <a:pt x="742" y="386"/>
                  </a:lnTo>
                  <a:lnTo>
                    <a:pt x="742" y="383"/>
                  </a:lnTo>
                  <a:lnTo>
                    <a:pt x="740" y="383"/>
                  </a:lnTo>
                  <a:lnTo>
                    <a:pt x="740" y="383"/>
                  </a:lnTo>
                  <a:lnTo>
                    <a:pt x="740" y="383"/>
                  </a:lnTo>
                  <a:lnTo>
                    <a:pt x="742" y="381"/>
                  </a:lnTo>
                  <a:lnTo>
                    <a:pt x="742" y="379"/>
                  </a:lnTo>
                  <a:lnTo>
                    <a:pt x="742" y="377"/>
                  </a:lnTo>
                  <a:lnTo>
                    <a:pt x="740" y="374"/>
                  </a:lnTo>
                  <a:lnTo>
                    <a:pt x="740" y="374"/>
                  </a:lnTo>
                  <a:lnTo>
                    <a:pt x="740" y="372"/>
                  </a:lnTo>
                  <a:lnTo>
                    <a:pt x="740" y="372"/>
                  </a:lnTo>
                  <a:lnTo>
                    <a:pt x="736" y="368"/>
                  </a:lnTo>
                  <a:lnTo>
                    <a:pt x="736" y="368"/>
                  </a:lnTo>
                  <a:lnTo>
                    <a:pt x="734" y="368"/>
                  </a:lnTo>
                  <a:lnTo>
                    <a:pt x="734" y="368"/>
                  </a:lnTo>
                  <a:lnTo>
                    <a:pt x="734" y="368"/>
                  </a:lnTo>
                  <a:lnTo>
                    <a:pt x="734" y="366"/>
                  </a:lnTo>
                  <a:lnTo>
                    <a:pt x="734" y="366"/>
                  </a:lnTo>
                  <a:lnTo>
                    <a:pt x="734" y="366"/>
                  </a:lnTo>
                  <a:lnTo>
                    <a:pt x="734" y="363"/>
                  </a:lnTo>
                  <a:lnTo>
                    <a:pt x="736" y="361"/>
                  </a:lnTo>
                  <a:lnTo>
                    <a:pt x="734" y="361"/>
                  </a:lnTo>
                  <a:lnTo>
                    <a:pt x="734" y="361"/>
                  </a:lnTo>
                  <a:lnTo>
                    <a:pt x="734" y="361"/>
                  </a:lnTo>
                  <a:lnTo>
                    <a:pt x="734" y="361"/>
                  </a:lnTo>
                  <a:lnTo>
                    <a:pt x="734" y="361"/>
                  </a:lnTo>
                  <a:lnTo>
                    <a:pt x="734" y="359"/>
                  </a:lnTo>
                  <a:lnTo>
                    <a:pt x="734" y="359"/>
                  </a:lnTo>
                  <a:lnTo>
                    <a:pt x="734" y="359"/>
                  </a:lnTo>
                  <a:lnTo>
                    <a:pt x="734" y="359"/>
                  </a:lnTo>
                  <a:lnTo>
                    <a:pt x="734" y="357"/>
                  </a:lnTo>
                  <a:lnTo>
                    <a:pt x="734" y="357"/>
                  </a:lnTo>
                  <a:lnTo>
                    <a:pt x="731" y="357"/>
                  </a:lnTo>
                  <a:lnTo>
                    <a:pt x="731" y="357"/>
                  </a:lnTo>
                  <a:lnTo>
                    <a:pt x="731" y="357"/>
                  </a:lnTo>
                  <a:lnTo>
                    <a:pt x="731" y="357"/>
                  </a:lnTo>
                  <a:lnTo>
                    <a:pt x="729" y="355"/>
                  </a:lnTo>
                  <a:lnTo>
                    <a:pt x="729" y="355"/>
                  </a:lnTo>
                  <a:lnTo>
                    <a:pt x="729" y="355"/>
                  </a:lnTo>
                  <a:lnTo>
                    <a:pt x="729" y="355"/>
                  </a:lnTo>
                  <a:lnTo>
                    <a:pt x="729" y="355"/>
                  </a:lnTo>
                  <a:lnTo>
                    <a:pt x="729" y="355"/>
                  </a:lnTo>
                  <a:lnTo>
                    <a:pt x="727" y="355"/>
                  </a:lnTo>
                  <a:lnTo>
                    <a:pt x="727" y="355"/>
                  </a:lnTo>
                  <a:lnTo>
                    <a:pt x="727" y="355"/>
                  </a:lnTo>
                  <a:lnTo>
                    <a:pt x="727" y="355"/>
                  </a:lnTo>
                  <a:lnTo>
                    <a:pt x="725" y="357"/>
                  </a:lnTo>
                  <a:lnTo>
                    <a:pt x="725" y="357"/>
                  </a:lnTo>
                  <a:lnTo>
                    <a:pt x="725" y="357"/>
                  </a:lnTo>
                  <a:lnTo>
                    <a:pt x="725" y="357"/>
                  </a:lnTo>
                  <a:lnTo>
                    <a:pt x="722" y="355"/>
                  </a:lnTo>
                  <a:lnTo>
                    <a:pt x="722" y="355"/>
                  </a:lnTo>
                  <a:lnTo>
                    <a:pt x="722" y="355"/>
                  </a:lnTo>
                  <a:lnTo>
                    <a:pt x="722" y="355"/>
                  </a:lnTo>
                  <a:lnTo>
                    <a:pt x="720" y="355"/>
                  </a:lnTo>
                  <a:lnTo>
                    <a:pt x="720" y="352"/>
                  </a:lnTo>
                  <a:lnTo>
                    <a:pt x="720" y="352"/>
                  </a:lnTo>
                  <a:lnTo>
                    <a:pt x="718" y="352"/>
                  </a:lnTo>
                  <a:lnTo>
                    <a:pt x="718" y="350"/>
                  </a:lnTo>
                  <a:lnTo>
                    <a:pt x="718" y="350"/>
                  </a:lnTo>
                  <a:lnTo>
                    <a:pt x="720" y="350"/>
                  </a:lnTo>
                  <a:lnTo>
                    <a:pt x="720" y="350"/>
                  </a:lnTo>
                  <a:lnTo>
                    <a:pt x="720" y="350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48"/>
                  </a:lnTo>
                  <a:lnTo>
                    <a:pt x="725" y="348"/>
                  </a:lnTo>
                  <a:lnTo>
                    <a:pt x="727" y="348"/>
                  </a:lnTo>
                  <a:lnTo>
                    <a:pt x="727" y="348"/>
                  </a:lnTo>
                  <a:lnTo>
                    <a:pt x="729" y="348"/>
                  </a:lnTo>
                  <a:lnTo>
                    <a:pt x="729" y="348"/>
                  </a:lnTo>
                  <a:lnTo>
                    <a:pt x="729" y="348"/>
                  </a:lnTo>
                  <a:lnTo>
                    <a:pt x="729" y="348"/>
                  </a:lnTo>
                  <a:lnTo>
                    <a:pt x="729" y="350"/>
                  </a:lnTo>
                  <a:lnTo>
                    <a:pt x="729" y="350"/>
                  </a:lnTo>
                  <a:lnTo>
                    <a:pt x="729" y="350"/>
                  </a:lnTo>
                  <a:lnTo>
                    <a:pt x="738" y="350"/>
                  </a:lnTo>
                  <a:lnTo>
                    <a:pt x="740" y="350"/>
                  </a:lnTo>
                  <a:lnTo>
                    <a:pt x="740" y="348"/>
                  </a:lnTo>
                  <a:lnTo>
                    <a:pt x="740" y="348"/>
                  </a:lnTo>
                  <a:lnTo>
                    <a:pt x="742" y="348"/>
                  </a:lnTo>
                  <a:lnTo>
                    <a:pt x="742" y="348"/>
                  </a:lnTo>
                  <a:lnTo>
                    <a:pt x="742" y="348"/>
                  </a:lnTo>
                  <a:lnTo>
                    <a:pt x="742" y="346"/>
                  </a:lnTo>
                  <a:lnTo>
                    <a:pt x="742" y="346"/>
                  </a:lnTo>
                  <a:lnTo>
                    <a:pt x="742" y="346"/>
                  </a:lnTo>
                  <a:lnTo>
                    <a:pt x="742" y="343"/>
                  </a:lnTo>
                  <a:lnTo>
                    <a:pt x="742" y="339"/>
                  </a:lnTo>
                  <a:lnTo>
                    <a:pt x="742" y="339"/>
                  </a:lnTo>
                  <a:lnTo>
                    <a:pt x="742" y="339"/>
                  </a:lnTo>
                  <a:lnTo>
                    <a:pt x="742" y="339"/>
                  </a:lnTo>
                  <a:lnTo>
                    <a:pt x="740" y="339"/>
                  </a:lnTo>
                  <a:lnTo>
                    <a:pt x="740" y="337"/>
                  </a:lnTo>
                  <a:lnTo>
                    <a:pt x="740" y="337"/>
                  </a:lnTo>
                  <a:lnTo>
                    <a:pt x="740" y="337"/>
                  </a:lnTo>
                  <a:lnTo>
                    <a:pt x="736" y="337"/>
                  </a:lnTo>
                  <a:lnTo>
                    <a:pt x="736" y="337"/>
                  </a:lnTo>
                  <a:lnTo>
                    <a:pt x="736" y="337"/>
                  </a:lnTo>
                  <a:lnTo>
                    <a:pt x="736" y="337"/>
                  </a:lnTo>
                  <a:lnTo>
                    <a:pt x="736" y="337"/>
                  </a:lnTo>
                  <a:lnTo>
                    <a:pt x="734" y="337"/>
                  </a:lnTo>
                  <a:lnTo>
                    <a:pt x="734" y="335"/>
                  </a:lnTo>
                  <a:lnTo>
                    <a:pt x="734" y="335"/>
                  </a:lnTo>
                  <a:lnTo>
                    <a:pt x="736" y="332"/>
                  </a:lnTo>
                  <a:lnTo>
                    <a:pt x="736" y="328"/>
                  </a:lnTo>
                  <a:lnTo>
                    <a:pt x="736" y="324"/>
                  </a:lnTo>
                  <a:lnTo>
                    <a:pt x="736" y="321"/>
                  </a:lnTo>
                  <a:lnTo>
                    <a:pt x="736" y="321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6" y="317"/>
                  </a:lnTo>
                  <a:lnTo>
                    <a:pt x="734" y="317"/>
                  </a:lnTo>
                  <a:lnTo>
                    <a:pt x="734" y="315"/>
                  </a:lnTo>
                  <a:lnTo>
                    <a:pt x="734" y="315"/>
                  </a:lnTo>
                  <a:lnTo>
                    <a:pt x="731" y="315"/>
                  </a:lnTo>
                  <a:lnTo>
                    <a:pt x="731" y="315"/>
                  </a:lnTo>
                  <a:lnTo>
                    <a:pt x="731" y="315"/>
                  </a:lnTo>
                  <a:lnTo>
                    <a:pt x="729" y="312"/>
                  </a:lnTo>
                  <a:lnTo>
                    <a:pt x="727" y="315"/>
                  </a:lnTo>
                  <a:lnTo>
                    <a:pt x="727" y="317"/>
                  </a:lnTo>
                  <a:lnTo>
                    <a:pt x="727" y="317"/>
                  </a:lnTo>
                  <a:lnTo>
                    <a:pt x="725" y="317"/>
                  </a:lnTo>
                  <a:lnTo>
                    <a:pt x="727" y="312"/>
                  </a:lnTo>
                  <a:lnTo>
                    <a:pt x="727" y="312"/>
                  </a:lnTo>
                  <a:lnTo>
                    <a:pt x="727" y="310"/>
                  </a:lnTo>
                  <a:lnTo>
                    <a:pt x="727" y="310"/>
                  </a:lnTo>
                  <a:lnTo>
                    <a:pt x="727" y="308"/>
                  </a:lnTo>
                  <a:lnTo>
                    <a:pt x="727" y="308"/>
                  </a:lnTo>
                  <a:lnTo>
                    <a:pt x="727" y="308"/>
                  </a:lnTo>
                  <a:lnTo>
                    <a:pt x="729" y="306"/>
                  </a:lnTo>
                  <a:lnTo>
                    <a:pt x="729" y="304"/>
                  </a:lnTo>
                  <a:lnTo>
                    <a:pt x="731" y="301"/>
                  </a:lnTo>
                  <a:lnTo>
                    <a:pt x="731" y="301"/>
                  </a:lnTo>
                  <a:lnTo>
                    <a:pt x="731" y="299"/>
                  </a:lnTo>
                  <a:lnTo>
                    <a:pt x="734" y="299"/>
                  </a:lnTo>
                  <a:lnTo>
                    <a:pt x="734" y="299"/>
                  </a:lnTo>
                  <a:lnTo>
                    <a:pt x="736" y="299"/>
                  </a:lnTo>
                  <a:lnTo>
                    <a:pt x="736" y="299"/>
                  </a:lnTo>
                  <a:lnTo>
                    <a:pt x="736" y="299"/>
                  </a:lnTo>
                  <a:lnTo>
                    <a:pt x="740" y="295"/>
                  </a:lnTo>
                  <a:lnTo>
                    <a:pt x="740" y="295"/>
                  </a:lnTo>
                  <a:lnTo>
                    <a:pt x="742" y="295"/>
                  </a:lnTo>
                  <a:lnTo>
                    <a:pt x="742" y="295"/>
                  </a:lnTo>
                  <a:lnTo>
                    <a:pt x="742" y="295"/>
                  </a:lnTo>
                  <a:lnTo>
                    <a:pt x="742" y="295"/>
                  </a:lnTo>
                  <a:lnTo>
                    <a:pt x="742" y="295"/>
                  </a:lnTo>
                  <a:lnTo>
                    <a:pt x="745" y="295"/>
                  </a:lnTo>
                  <a:lnTo>
                    <a:pt x="745" y="295"/>
                  </a:lnTo>
                  <a:lnTo>
                    <a:pt x="745" y="295"/>
                  </a:lnTo>
                  <a:lnTo>
                    <a:pt x="745" y="295"/>
                  </a:lnTo>
                  <a:lnTo>
                    <a:pt x="745" y="295"/>
                  </a:lnTo>
                  <a:lnTo>
                    <a:pt x="747" y="297"/>
                  </a:lnTo>
                  <a:lnTo>
                    <a:pt x="747" y="297"/>
                  </a:lnTo>
                  <a:lnTo>
                    <a:pt x="747" y="297"/>
                  </a:lnTo>
                  <a:lnTo>
                    <a:pt x="747" y="297"/>
                  </a:lnTo>
                  <a:lnTo>
                    <a:pt x="749" y="297"/>
                  </a:lnTo>
                  <a:lnTo>
                    <a:pt x="749" y="297"/>
                  </a:lnTo>
                  <a:lnTo>
                    <a:pt x="749" y="297"/>
                  </a:lnTo>
                  <a:lnTo>
                    <a:pt x="751" y="297"/>
                  </a:lnTo>
                  <a:lnTo>
                    <a:pt x="751" y="297"/>
                  </a:lnTo>
                  <a:lnTo>
                    <a:pt x="753" y="297"/>
                  </a:lnTo>
                  <a:lnTo>
                    <a:pt x="753" y="297"/>
                  </a:lnTo>
                  <a:lnTo>
                    <a:pt x="753" y="297"/>
                  </a:lnTo>
                  <a:lnTo>
                    <a:pt x="753" y="297"/>
                  </a:lnTo>
                  <a:lnTo>
                    <a:pt x="753" y="295"/>
                  </a:lnTo>
                  <a:lnTo>
                    <a:pt x="753" y="295"/>
                  </a:lnTo>
                  <a:lnTo>
                    <a:pt x="753" y="295"/>
                  </a:lnTo>
                  <a:lnTo>
                    <a:pt x="753" y="292"/>
                  </a:lnTo>
                  <a:lnTo>
                    <a:pt x="753" y="292"/>
                  </a:lnTo>
                  <a:lnTo>
                    <a:pt x="742" y="284"/>
                  </a:lnTo>
                  <a:lnTo>
                    <a:pt x="742" y="284"/>
                  </a:lnTo>
                  <a:lnTo>
                    <a:pt x="742" y="284"/>
                  </a:lnTo>
                  <a:lnTo>
                    <a:pt x="742" y="281"/>
                  </a:lnTo>
                  <a:lnTo>
                    <a:pt x="742" y="281"/>
                  </a:lnTo>
                  <a:lnTo>
                    <a:pt x="745" y="281"/>
                  </a:lnTo>
                  <a:lnTo>
                    <a:pt x="745" y="281"/>
                  </a:lnTo>
                  <a:lnTo>
                    <a:pt x="745" y="284"/>
                  </a:lnTo>
                  <a:lnTo>
                    <a:pt x="745" y="284"/>
                  </a:lnTo>
                  <a:lnTo>
                    <a:pt x="745" y="284"/>
                  </a:lnTo>
                  <a:lnTo>
                    <a:pt x="747" y="284"/>
                  </a:lnTo>
                  <a:lnTo>
                    <a:pt x="747" y="284"/>
                  </a:lnTo>
                  <a:lnTo>
                    <a:pt x="747" y="284"/>
                  </a:lnTo>
                  <a:lnTo>
                    <a:pt x="749" y="284"/>
                  </a:lnTo>
                  <a:lnTo>
                    <a:pt x="749" y="284"/>
                  </a:lnTo>
                  <a:lnTo>
                    <a:pt x="749" y="284"/>
                  </a:lnTo>
                  <a:lnTo>
                    <a:pt x="749" y="284"/>
                  </a:lnTo>
                  <a:lnTo>
                    <a:pt x="749" y="284"/>
                  </a:lnTo>
                  <a:lnTo>
                    <a:pt x="751" y="284"/>
                  </a:lnTo>
                  <a:lnTo>
                    <a:pt x="751" y="284"/>
                  </a:lnTo>
                  <a:lnTo>
                    <a:pt x="751" y="284"/>
                  </a:lnTo>
                  <a:lnTo>
                    <a:pt x="751" y="284"/>
                  </a:lnTo>
                  <a:lnTo>
                    <a:pt x="751" y="284"/>
                  </a:lnTo>
                  <a:lnTo>
                    <a:pt x="753" y="284"/>
                  </a:lnTo>
                  <a:lnTo>
                    <a:pt x="753" y="284"/>
                  </a:lnTo>
                  <a:lnTo>
                    <a:pt x="756" y="281"/>
                  </a:lnTo>
                  <a:lnTo>
                    <a:pt x="756" y="281"/>
                  </a:lnTo>
                  <a:lnTo>
                    <a:pt x="756" y="281"/>
                  </a:lnTo>
                  <a:lnTo>
                    <a:pt x="758" y="281"/>
                  </a:lnTo>
                  <a:lnTo>
                    <a:pt x="760" y="281"/>
                  </a:lnTo>
                  <a:lnTo>
                    <a:pt x="760" y="284"/>
                  </a:lnTo>
                  <a:lnTo>
                    <a:pt x="760" y="284"/>
                  </a:lnTo>
                  <a:lnTo>
                    <a:pt x="762" y="281"/>
                  </a:lnTo>
                  <a:lnTo>
                    <a:pt x="762" y="281"/>
                  </a:lnTo>
                  <a:lnTo>
                    <a:pt x="767" y="279"/>
                  </a:lnTo>
                  <a:lnTo>
                    <a:pt x="767" y="279"/>
                  </a:lnTo>
                  <a:lnTo>
                    <a:pt x="769" y="279"/>
                  </a:lnTo>
                  <a:lnTo>
                    <a:pt x="771" y="279"/>
                  </a:lnTo>
                  <a:lnTo>
                    <a:pt x="771" y="279"/>
                  </a:lnTo>
                  <a:lnTo>
                    <a:pt x="771" y="279"/>
                  </a:lnTo>
                  <a:lnTo>
                    <a:pt x="771" y="279"/>
                  </a:lnTo>
                  <a:lnTo>
                    <a:pt x="773" y="279"/>
                  </a:lnTo>
                  <a:lnTo>
                    <a:pt x="773" y="279"/>
                  </a:lnTo>
                  <a:lnTo>
                    <a:pt x="776" y="281"/>
                  </a:lnTo>
                  <a:lnTo>
                    <a:pt x="776" y="281"/>
                  </a:lnTo>
                  <a:lnTo>
                    <a:pt x="776" y="281"/>
                  </a:lnTo>
                  <a:lnTo>
                    <a:pt x="776" y="281"/>
                  </a:lnTo>
                  <a:lnTo>
                    <a:pt x="776" y="281"/>
                  </a:lnTo>
                  <a:lnTo>
                    <a:pt x="776" y="279"/>
                  </a:lnTo>
                  <a:lnTo>
                    <a:pt x="778" y="279"/>
                  </a:lnTo>
                  <a:lnTo>
                    <a:pt x="778" y="279"/>
                  </a:lnTo>
                  <a:lnTo>
                    <a:pt x="776" y="279"/>
                  </a:lnTo>
                  <a:lnTo>
                    <a:pt x="776" y="277"/>
                  </a:lnTo>
                  <a:lnTo>
                    <a:pt x="778" y="277"/>
                  </a:lnTo>
                  <a:lnTo>
                    <a:pt x="778" y="277"/>
                  </a:lnTo>
                  <a:lnTo>
                    <a:pt x="778" y="277"/>
                  </a:lnTo>
                  <a:lnTo>
                    <a:pt x="778" y="277"/>
                  </a:lnTo>
                  <a:lnTo>
                    <a:pt x="778" y="277"/>
                  </a:lnTo>
                  <a:lnTo>
                    <a:pt x="778" y="277"/>
                  </a:lnTo>
                  <a:lnTo>
                    <a:pt x="778" y="277"/>
                  </a:lnTo>
                  <a:lnTo>
                    <a:pt x="780" y="279"/>
                  </a:lnTo>
                  <a:lnTo>
                    <a:pt x="780" y="279"/>
                  </a:lnTo>
                  <a:lnTo>
                    <a:pt x="782" y="279"/>
                  </a:lnTo>
                  <a:lnTo>
                    <a:pt x="782" y="279"/>
                  </a:lnTo>
                  <a:lnTo>
                    <a:pt x="785" y="279"/>
                  </a:lnTo>
                  <a:lnTo>
                    <a:pt x="785" y="279"/>
                  </a:lnTo>
                  <a:lnTo>
                    <a:pt x="785" y="279"/>
                  </a:lnTo>
                  <a:lnTo>
                    <a:pt x="787" y="279"/>
                  </a:lnTo>
                  <a:lnTo>
                    <a:pt x="787" y="281"/>
                  </a:lnTo>
                  <a:lnTo>
                    <a:pt x="787" y="281"/>
                  </a:lnTo>
                  <a:lnTo>
                    <a:pt x="787" y="281"/>
                  </a:lnTo>
                  <a:lnTo>
                    <a:pt x="787" y="281"/>
                  </a:lnTo>
                  <a:lnTo>
                    <a:pt x="787" y="281"/>
                  </a:lnTo>
                  <a:lnTo>
                    <a:pt x="787" y="281"/>
                  </a:lnTo>
                  <a:lnTo>
                    <a:pt x="789" y="281"/>
                  </a:lnTo>
                  <a:lnTo>
                    <a:pt x="789" y="281"/>
                  </a:lnTo>
                  <a:lnTo>
                    <a:pt x="789" y="281"/>
                  </a:lnTo>
                  <a:lnTo>
                    <a:pt x="791" y="281"/>
                  </a:lnTo>
                  <a:lnTo>
                    <a:pt x="791" y="281"/>
                  </a:lnTo>
                  <a:lnTo>
                    <a:pt x="791" y="281"/>
                  </a:lnTo>
                  <a:lnTo>
                    <a:pt x="791" y="281"/>
                  </a:lnTo>
                  <a:lnTo>
                    <a:pt x="791" y="281"/>
                  </a:lnTo>
                  <a:lnTo>
                    <a:pt x="791" y="284"/>
                  </a:lnTo>
                  <a:lnTo>
                    <a:pt x="793" y="284"/>
                  </a:lnTo>
                  <a:lnTo>
                    <a:pt x="793" y="284"/>
                  </a:lnTo>
                  <a:lnTo>
                    <a:pt x="793" y="284"/>
                  </a:lnTo>
                  <a:lnTo>
                    <a:pt x="796" y="284"/>
                  </a:lnTo>
                  <a:lnTo>
                    <a:pt x="793" y="281"/>
                  </a:lnTo>
                  <a:lnTo>
                    <a:pt x="793" y="279"/>
                  </a:lnTo>
                  <a:lnTo>
                    <a:pt x="793" y="279"/>
                  </a:lnTo>
                  <a:lnTo>
                    <a:pt x="793" y="279"/>
                  </a:lnTo>
                  <a:lnTo>
                    <a:pt x="793" y="277"/>
                  </a:lnTo>
                  <a:lnTo>
                    <a:pt x="796" y="277"/>
                  </a:lnTo>
                  <a:lnTo>
                    <a:pt x="796" y="277"/>
                  </a:lnTo>
                  <a:lnTo>
                    <a:pt x="796" y="275"/>
                  </a:lnTo>
                  <a:lnTo>
                    <a:pt x="796" y="273"/>
                  </a:lnTo>
                  <a:lnTo>
                    <a:pt x="796" y="273"/>
                  </a:lnTo>
                  <a:lnTo>
                    <a:pt x="796" y="273"/>
                  </a:lnTo>
                  <a:lnTo>
                    <a:pt x="796" y="273"/>
                  </a:lnTo>
                  <a:lnTo>
                    <a:pt x="796" y="270"/>
                  </a:lnTo>
                  <a:lnTo>
                    <a:pt x="796" y="268"/>
                  </a:lnTo>
                  <a:lnTo>
                    <a:pt x="793" y="266"/>
                  </a:lnTo>
                  <a:lnTo>
                    <a:pt x="791" y="266"/>
                  </a:lnTo>
                  <a:lnTo>
                    <a:pt x="789" y="264"/>
                  </a:lnTo>
                  <a:lnTo>
                    <a:pt x="789" y="264"/>
                  </a:lnTo>
                  <a:lnTo>
                    <a:pt x="789" y="264"/>
                  </a:lnTo>
                  <a:lnTo>
                    <a:pt x="787" y="261"/>
                  </a:lnTo>
                  <a:lnTo>
                    <a:pt x="787" y="261"/>
                  </a:lnTo>
                  <a:lnTo>
                    <a:pt x="787" y="261"/>
                  </a:lnTo>
                  <a:lnTo>
                    <a:pt x="787" y="261"/>
                  </a:lnTo>
                  <a:lnTo>
                    <a:pt x="787" y="259"/>
                  </a:lnTo>
                  <a:lnTo>
                    <a:pt x="782" y="259"/>
                  </a:lnTo>
                  <a:lnTo>
                    <a:pt x="782" y="257"/>
                  </a:lnTo>
                  <a:lnTo>
                    <a:pt x="782" y="257"/>
                  </a:lnTo>
                  <a:lnTo>
                    <a:pt x="782" y="257"/>
                  </a:lnTo>
                  <a:lnTo>
                    <a:pt x="780" y="255"/>
                  </a:lnTo>
                  <a:lnTo>
                    <a:pt x="780" y="253"/>
                  </a:lnTo>
                  <a:lnTo>
                    <a:pt x="780" y="253"/>
                  </a:lnTo>
                  <a:lnTo>
                    <a:pt x="780" y="253"/>
                  </a:lnTo>
                  <a:lnTo>
                    <a:pt x="778" y="253"/>
                  </a:lnTo>
                  <a:lnTo>
                    <a:pt x="778" y="253"/>
                  </a:lnTo>
                  <a:lnTo>
                    <a:pt x="778" y="253"/>
                  </a:lnTo>
                  <a:lnTo>
                    <a:pt x="776" y="253"/>
                  </a:lnTo>
                  <a:lnTo>
                    <a:pt x="776" y="253"/>
                  </a:lnTo>
                  <a:lnTo>
                    <a:pt x="776" y="253"/>
                  </a:lnTo>
                  <a:lnTo>
                    <a:pt x="776" y="253"/>
                  </a:lnTo>
                  <a:lnTo>
                    <a:pt x="773" y="253"/>
                  </a:lnTo>
                  <a:lnTo>
                    <a:pt x="773" y="250"/>
                  </a:lnTo>
                  <a:lnTo>
                    <a:pt x="773" y="250"/>
                  </a:lnTo>
                  <a:lnTo>
                    <a:pt x="773" y="248"/>
                  </a:lnTo>
                  <a:lnTo>
                    <a:pt x="773" y="248"/>
                  </a:lnTo>
                  <a:lnTo>
                    <a:pt x="773" y="248"/>
                  </a:lnTo>
                  <a:lnTo>
                    <a:pt x="776" y="246"/>
                  </a:lnTo>
                  <a:lnTo>
                    <a:pt x="776" y="244"/>
                  </a:lnTo>
                  <a:lnTo>
                    <a:pt x="776" y="244"/>
                  </a:lnTo>
                  <a:lnTo>
                    <a:pt x="776" y="244"/>
                  </a:lnTo>
                  <a:lnTo>
                    <a:pt x="773" y="242"/>
                  </a:lnTo>
                  <a:lnTo>
                    <a:pt x="773" y="242"/>
                  </a:lnTo>
                  <a:lnTo>
                    <a:pt x="773" y="242"/>
                  </a:lnTo>
                  <a:lnTo>
                    <a:pt x="773" y="242"/>
                  </a:lnTo>
                  <a:lnTo>
                    <a:pt x="773" y="242"/>
                  </a:lnTo>
                  <a:lnTo>
                    <a:pt x="773" y="242"/>
                  </a:lnTo>
                  <a:lnTo>
                    <a:pt x="771" y="242"/>
                  </a:lnTo>
                  <a:lnTo>
                    <a:pt x="771" y="242"/>
                  </a:lnTo>
                  <a:lnTo>
                    <a:pt x="771" y="242"/>
                  </a:lnTo>
                  <a:lnTo>
                    <a:pt x="771" y="242"/>
                  </a:lnTo>
                  <a:lnTo>
                    <a:pt x="771" y="242"/>
                  </a:lnTo>
                  <a:lnTo>
                    <a:pt x="771" y="242"/>
                  </a:lnTo>
                  <a:lnTo>
                    <a:pt x="771" y="242"/>
                  </a:lnTo>
                  <a:lnTo>
                    <a:pt x="771" y="242"/>
                  </a:lnTo>
                  <a:lnTo>
                    <a:pt x="771" y="239"/>
                  </a:lnTo>
                  <a:lnTo>
                    <a:pt x="771" y="239"/>
                  </a:lnTo>
                  <a:lnTo>
                    <a:pt x="771" y="239"/>
                  </a:lnTo>
                  <a:lnTo>
                    <a:pt x="771" y="237"/>
                  </a:lnTo>
                  <a:lnTo>
                    <a:pt x="771" y="237"/>
                  </a:lnTo>
                  <a:lnTo>
                    <a:pt x="771" y="237"/>
                  </a:lnTo>
                  <a:lnTo>
                    <a:pt x="771" y="237"/>
                  </a:lnTo>
                  <a:lnTo>
                    <a:pt x="771" y="237"/>
                  </a:lnTo>
                  <a:lnTo>
                    <a:pt x="771" y="237"/>
                  </a:lnTo>
                  <a:lnTo>
                    <a:pt x="769" y="237"/>
                  </a:lnTo>
                  <a:lnTo>
                    <a:pt x="769" y="237"/>
                  </a:lnTo>
                  <a:lnTo>
                    <a:pt x="769" y="239"/>
                  </a:lnTo>
                  <a:lnTo>
                    <a:pt x="769" y="239"/>
                  </a:lnTo>
                  <a:lnTo>
                    <a:pt x="769" y="239"/>
                  </a:lnTo>
                  <a:lnTo>
                    <a:pt x="769" y="242"/>
                  </a:lnTo>
                  <a:lnTo>
                    <a:pt x="767" y="242"/>
                  </a:lnTo>
                  <a:lnTo>
                    <a:pt x="767" y="242"/>
                  </a:lnTo>
                  <a:lnTo>
                    <a:pt x="767" y="242"/>
                  </a:lnTo>
                  <a:lnTo>
                    <a:pt x="767" y="239"/>
                  </a:lnTo>
                  <a:lnTo>
                    <a:pt x="765" y="239"/>
                  </a:lnTo>
                  <a:lnTo>
                    <a:pt x="765" y="239"/>
                  </a:lnTo>
                  <a:lnTo>
                    <a:pt x="765" y="239"/>
                  </a:lnTo>
                  <a:lnTo>
                    <a:pt x="765" y="237"/>
                  </a:lnTo>
                  <a:lnTo>
                    <a:pt x="767" y="233"/>
                  </a:lnTo>
                  <a:lnTo>
                    <a:pt x="767" y="233"/>
                  </a:lnTo>
                  <a:lnTo>
                    <a:pt x="767" y="230"/>
                  </a:lnTo>
                  <a:lnTo>
                    <a:pt x="767" y="230"/>
                  </a:lnTo>
                  <a:lnTo>
                    <a:pt x="767" y="230"/>
                  </a:lnTo>
                  <a:lnTo>
                    <a:pt x="769" y="230"/>
                  </a:lnTo>
                  <a:lnTo>
                    <a:pt x="769" y="230"/>
                  </a:lnTo>
                  <a:lnTo>
                    <a:pt x="769" y="230"/>
                  </a:lnTo>
                  <a:lnTo>
                    <a:pt x="769" y="230"/>
                  </a:lnTo>
                  <a:lnTo>
                    <a:pt x="769" y="228"/>
                  </a:lnTo>
                  <a:lnTo>
                    <a:pt x="769" y="228"/>
                  </a:lnTo>
                  <a:lnTo>
                    <a:pt x="769" y="226"/>
                  </a:lnTo>
                  <a:lnTo>
                    <a:pt x="769" y="226"/>
                  </a:lnTo>
                  <a:lnTo>
                    <a:pt x="769" y="226"/>
                  </a:lnTo>
                  <a:lnTo>
                    <a:pt x="769" y="224"/>
                  </a:lnTo>
                  <a:lnTo>
                    <a:pt x="769" y="224"/>
                  </a:lnTo>
                  <a:lnTo>
                    <a:pt x="769" y="224"/>
                  </a:lnTo>
                  <a:lnTo>
                    <a:pt x="767" y="219"/>
                  </a:lnTo>
                  <a:lnTo>
                    <a:pt x="769" y="219"/>
                  </a:lnTo>
                  <a:lnTo>
                    <a:pt x="769" y="217"/>
                  </a:lnTo>
                  <a:lnTo>
                    <a:pt x="769" y="215"/>
                  </a:lnTo>
                  <a:lnTo>
                    <a:pt x="771" y="204"/>
                  </a:lnTo>
                  <a:lnTo>
                    <a:pt x="771" y="204"/>
                  </a:lnTo>
                  <a:lnTo>
                    <a:pt x="771" y="204"/>
                  </a:lnTo>
                  <a:lnTo>
                    <a:pt x="771" y="204"/>
                  </a:lnTo>
                  <a:lnTo>
                    <a:pt x="773" y="202"/>
                  </a:lnTo>
                  <a:lnTo>
                    <a:pt x="773" y="202"/>
                  </a:lnTo>
                  <a:lnTo>
                    <a:pt x="776" y="199"/>
                  </a:lnTo>
                  <a:lnTo>
                    <a:pt x="776" y="199"/>
                  </a:lnTo>
                  <a:lnTo>
                    <a:pt x="776" y="199"/>
                  </a:lnTo>
                  <a:lnTo>
                    <a:pt x="776" y="199"/>
                  </a:lnTo>
                  <a:lnTo>
                    <a:pt x="778" y="199"/>
                  </a:lnTo>
                  <a:lnTo>
                    <a:pt x="780" y="202"/>
                  </a:lnTo>
                  <a:lnTo>
                    <a:pt x="787" y="202"/>
                  </a:lnTo>
                  <a:lnTo>
                    <a:pt x="787" y="199"/>
                  </a:lnTo>
                  <a:lnTo>
                    <a:pt x="789" y="199"/>
                  </a:lnTo>
                  <a:lnTo>
                    <a:pt x="789" y="199"/>
                  </a:lnTo>
                  <a:lnTo>
                    <a:pt x="789" y="199"/>
                  </a:lnTo>
                  <a:lnTo>
                    <a:pt x="789" y="199"/>
                  </a:lnTo>
                  <a:lnTo>
                    <a:pt x="789" y="199"/>
                  </a:lnTo>
                  <a:lnTo>
                    <a:pt x="791" y="199"/>
                  </a:lnTo>
                  <a:lnTo>
                    <a:pt x="791" y="197"/>
                  </a:lnTo>
                  <a:lnTo>
                    <a:pt x="791" y="197"/>
                  </a:lnTo>
                  <a:lnTo>
                    <a:pt x="791" y="197"/>
                  </a:lnTo>
                  <a:lnTo>
                    <a:pt x="791" y="197"/>
                  </a:lnTo>
                  <a:lnTo>
                    <a:pt x="791" y="195"/>
                  </a:lnTo>
                  <a:lnTo>
                    <a:pt x="791" y="195"/>
                  </a:lnTo>
                  <a:lnTo>
                    <a:pt x="791" y="193"/>
                  </a:lnTo>
                  <a:lnTo>
                    <a:pt x="791" y="193"/>
                  </a:lnTo>
                  <a:lnTo>
                    <a:pt x="789" y="191"/>
                  </a:lnTo>
                  <a:lnTo>
                    <a:pt x="789" y="191"/>
                  </a:lnTo>
                  <a:lnTo>
                    <a:pt x="789" y="191"/>
                  </a:lnTo>
                  <a:lnTo>
                    <a:pt x="789" y="191"/>
                  </a:lnTo>
                  <a:lnTo>
                    <a:pt x="789" y="191"/>
                  </a:lnTo>
                  <a:lnTo>
                    <a:pt x="791" y="186"/>
                  </a:lnTo>
                  <a:lnTo>
                    <a:pt x="791" y="182"/>
                  </a:lnTo>
                  <a:lnTo>
                    <a:pt x="789" y="179"/>
                  </a:lnTo>
                  <a:lnTo>
                    <a:pt x="789" y="179"/>
                  </a:lnTo>
                  <a:lnTo>
                    <a:pt x="791" y="179"/>
                  </a:lnTo>
                  <a:lnTo>
                    <a:pt x="791" y="177"/>
                  </a:lnTo>
                  <a:lnTo>
                    <a:pt x="791" y="177"/>
                  </a:lnTo>
                  <a:lnTo>
                    <a:pt x="791" y="177"/>
                  </a:lnTo>
                  <a:lnTo>
                    <a:pt x="791" y="177"/>
                  </a:lnTo>
                  <a:lnTo>
                    <a:pt x="796" y="175"/>
                  </a:lnTo>
                  <a:lnTo>
                    <a:pt x="796" y="175"/>
                  </a:lnTo>
                  <a:lnTo>
                    <a:pt x="798" y="175"/>
                  </a:lnTo>
                  <a:lnTo>
                    <a:pt x="798" y="175"/>
                  </a:lnTo>
                  <a:lnTo>
                    <a:pt x="798" y="175"/>
                  </a:lnTo>
                  <a:lnTo>
                    <a:pt x="800" y="175"/>
                  </a:lnTo>
                  <a:lnTo>
                    <a:pt x="800" y="175"/>
                  </a:lnTo>
                  <a:lnTo>
                    <a:pt x="800" y="175"/>
                  </a:lnTo>
                  <a:lnTo>
                    <a:pt x="800" y="175"/>
                  </a:lnTo>
                  <a:lnTo>
                    <a:pt x="800" y="173"/>
                  </a:lnTo>
                  <a:lnTo>
                    <a:pt x="800" y="173"/>
                  </a:lnTo>
                  <a:lnTo>
                    <a:pt x="800" y="173"/>
                  </a:lnTo>
                  <a:lnTo>
                    <a:pt x="800" y="171"/>
                  </a:lnTo>
                  <a:lnTo>
                    <a:pt x="807" y="164"/>
                  </a:lnTo>
                  <a:lnTo>
                    <a:pt x="811" y="160"/>
                  </a:lnTo>
                  <a:lnTo>
                    <a:pt x="813" y="160"/>
                  </a:lnTo>
                  <a:lnTo>
                    <a:pt x="813" y="157"/>
                  </a:lnTo>
                  <a:lnTo>
                    <a:pt x="813" y="157"/>
                  </a:lnTo>
                  <a:lnTo>
                    <a:pt x="816" y="155"/>
                  </a:lnTo>
                  <a:lnTo>
                    <a:pt x="816" y="155"/>
                  </a:lnTo>
                  <a:lnTo>
                    <a:pt x="816" y="153"/>
                  </a:lnTo>
                  <a:lnTo>
                    <a:pt x="816" y="153"/>
                  </a:lnTo>
                  <a:lnTo>
                    <a:pt x="816" y="151"/>
                  </a:lnTo>
                  <a:lnTo>
                    <a:pt x="818" y="148"/>
                  </a:lnTo>
                  <a:lnTo>
                    <a:pt x="818" y="146"/>
                  </a:lnTo>
                  <a:lnTo>
                    <a:pt x="818" y="146"/>
                  </a:lnTo>
                  <a:lnTo>
                    <a:pt x="818" y="146"/>
                  </a:lnTo>
                  <a:lnTo>
                    <a:pt x="820" y="144"/>
                  </a:lnTo>
                  <a:lnTo>
                    <a:pt x="820" y="144"/>
                  </a:lnTo>
                  <a:lnTo>
                    <a:pt x="820" y="144"/>
                  </a:lnTo>
                  <a:lnTo>
                    <a:pt x="820" y="144"/>
                  </a:lnTo>
                  <a:lnTo>
                    <a:pt x="820" y="142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ABA47FCD-FF52-4281-AA46-A2E58EE355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4" y="2213"/>
              <a:ext cx="530" cy="536"/>
            </a:xfrm>
            <a:custGeom>
              <a:avLst/>
              <a:gdLst>
                <a:gd name="T0" fmla="*/ 505 w 530"/>
                <a:gd name="T1" fmla="*/ 159 h 536"/>
                <a:gd name="T2" fmla="*/ 463 w 530"/>
                <a:gd name="T3" fmla="*/ 142 h 536"/>
                <a:gd name="T4" fmla="*/ 428 w 530"/>
                <a:gd name="T5" fmla="*/ 124 h 536"/>
                <a:gd name="T6" fmla="*/ 386 w 530"/>
                <a:gd name="T7" fmla="*/ 111 h 536"/>
                <a:gd name="T8" fmla="*/ 381 w 530"/>
                <a:gd name="T9" fmla="*/ 91 h 536"/>
                <a:gd name="T10" fmla="*/ 364 w 530"/>
                <a:gd name="T11" fmla="*/ 64 h 536"/>
                <a:gd name="T12" fmla="*/ 306 w 530"/>
                <a:gd name="T13" fmla="*/ 55 h 536"/>
                <a:gd name="T14" fmla="*/ 322 w 530"/>
                <a:gd name="T15" fmla="*/ 35 h 536"/>
                <a:gd name="T16" fmla="*/ 322 w 530"/>
                <a:gd name="T17" fmla="*/ 6 h 536"/>
                <a:gd name="T18" fmla="*/ 295 w 530"/>
                <a:gd name="T19" fmla="*/ 33 h 536"/>
                <a:gd name="T20" fmla="*/ 275 w 530"/>
                <a:gd name="T21" fmla="*/ 31 h 536"/>
                <a:gd name="T22" fmla="*/ 246 w 530"/>
                <a:gd name="T23" fmla="*/ 31 h 536"/>
                <a:gd name="T24" fmla="*/ 206 w 530"/>
                <a:gd name="T25" fmla="*/ 31 h 536"/>
                <a:gd name="T26" fmla="*/ 182 w 530"/>
                <a:gd name="T27" fmla="*/ 13 h 536"/>
                <a:gd name="T28" fmla="*/ 158 w 530"/>
                <a:gd name="T29" fmla="*/ 4 h 536"/>
                <a:gd name="T30" fmla="*/ 135 w 530"/>
                <a:gd name="T31" fmla="*/ 6 h 536"/>
                <a:gd name="T32" fmla="*/ 109 w 530"/>
                <a:gd name="T33" fmla="*/ 11 h 536"/>
                <a:gd name="T34" fmla="*/ 98 w 530"/>
                <a:gd name="T35" fmla="*/ 15 h 536"/>
                <a:gd name="T36" fmla="*/ 91 w 530"/>
                <a:gd name="T37" fmla="*/ 26 h 536"/>
                <a:gd name="T38" fmla="*/ 80 w 530"/>
                <a:gd name="T39" fmla="*/ 44 h 536"/>
                <a:gd name="T40" fmla="*/ 51 w 530"/>
                <a:gd name="T41" fmla="*/ 57 h 536"/>
                <a:gd name="T42" fmla="*/ 49 w 530"/>
                <a:gd name="T43" fmla="*/ 51 h 536"/>
                <a:gd name="T44" fmla="*/ 40 w 530"/>
                <a:gd name="T45" fmla="*/ 46 h 536"/>
                <a:gd name="T46" fmla="*/ 31 w 530"/>
                <a:gd name="T47" fmla="*/ 51 h 536"/>
                <a:gd name="T48" fmla="*/ 29 w 530"/>
                <a:gd name="T49" fmla="*/ 131 h 536"/>
                <a:gd name="T50" fmla="*/ 9 w 530"/>
                <a:gd name="T51" fmla="*/ 179 h 536"/>
                <a:gd name="T52" fmla="*/ 14 w 530"/>
                <a:gd name="T53" fmla="*/ 219 h 536"/>
                <a:gd name="T54" fmla="*/ 2 w 530"/>
                <a:gd name="T55" fmla="*/ 232 h 536"/>
                <a:gd name="T56" fmla="*/ 5 w 530"/>
                <a:gd name="T57" fmla="*/ 244 h 536"/>
                <a:gd name="T58" fmla="*/ 14 w 530"/>
                <a:gd name="T59" fmla="*/ 266 h 536"/>
                <a:gd name="T60" fmla="*/ 20 w 530"/>
                <a:gd name="T61" fmla="*/ 272 h 536"/>
                <a:gd name="T62" fmla="*/ 22 w 530"/>
                <a:gd name="T63" fmla="*/ 283 h 536"/>
                <a:gd name="T64" fmla="*/ 22 w 530"/>
                <a:gd name="T65" fmla="*/ 299 h 536"/>
                <a:gd name="T66" fmla="*/ 16 w 530"/>
                <a:gd name="T67" fmla="*/ 330 h 536"/>
                <a:gd name="T68" fmla="*/ 16 w 530"/>
                <a:gd name="T69" fmla="*/ 354 h 536"/>
                <a:gd name="T70" fmla="*/ 14 w 530"/>
                <a:gd name="T71" fmla="*/ 379 h 536"/>
                <a:gd name="T72" fmla="*/ 27 w 530"/>
                <a:gd name="T73" fmla="*/ 383 h 536"/>
                <a:gd name="T74" fmla="*/ 38 w 530"/>
                <a:gd name="T75" fmla="*/ 381 h 536"/>
                <a:gd name="T76" fmla="*/ 53 w 530"/>
                <a:gd name="T77" fmla="*/ 388 h 536"/>
                <a:gd name="T78" fmla="*/ 69 w 530"/>
                <a:gd name="T79" fmla="*/ 390 h 536"/>
                <a:gd name="T80" fmla="*/ 80 w 530"/>
                <a:gd name="T81" fmla="*/ 392 h 536"/>
                <a:gd name="T82" fmla="*/ 96 w 530"/>
                <a:gd name="T83" fmla="*/ 396 h 536"/>
                <a:gd name="T84" fmla="*/ 107 w 530"/>
                <a:gd name="T85" fmla="*/ 390 h 536"/>
                <a:gd name="T86" fmla="*/ 118 w 530"/>
                <a:gd name="T87" fmla="*/ 383 h 536"/>
                <a:gd name="T88" fmla="*/ 158 w 530"/>
                <a:gd name="T89" fmla="*/ 394 h 536"/>
                <a:gd name="T90" fmla="*/ 180 w 530"/>
                <a:gd name="T91" fmla="*/ 421 h 536"/>
                <a:gd name="T92" fmla="*/ 186 w 530"/>
                <a:gd name="T93" fmla="*/ 447 h 536"/>
                <a:gd name="T94" fmla="*/ 191 w 530"/>
                <a:gd name="T95" fmla="*/ 478 h 536"/>
                <a:gd name="T96" fmla="*/ 204 w 530"/>
                <a:gd name="T97" fmla="*/ 532 h 536"/>
                <a:gd name="T98" fmla="*/ 233 w 530"/>
                <a:gd name="T99" fmla="*/ 529 h 536"/>
                <a:gd name="T100" fmla="*/ 288 w 530"/>
                <a:gd name="T101" fmla="*/ 536 h 536"/>
                <a:gd name="T102" fmla="*/ 324 w 530"/>
                <a:gd name="T103" fmla="*/ 478 h 536"/>
                <a:gd name="T104" fmla="*/ 375 w 530"/>
                <a:gd name="T105" fmla="*/ 416 h 536"/>
                <a:gd name="T106" fmla="*/ 399 w 530"/>
                <a:gd name="T107" fmla="*/ 399 h 536"/>
                <a:gd name="T108" fmla="*/ 426 w 530"/>
                <a:gd name="T109" fmla="*/ 381 h 536"/>
                <a:gd name="T110" fmla="*/ 439 w 530"/>
                <a:gd name="T111" fmla="*/ 357 h 536"/>
                <a:gd name="T112" fmla="*/ 446 w 530"/>
                <a:gd name="T113" fmla="*/ 334 h 536"/>
                <a:gd name="T114" fmla="*/ 461 w 530"/>
                <a:gd name="T115" fmla="*/ 321 h 536"/>
                <a:gd name="T116" fmla="*/ 479 w 530"/>
                <a:gd name="T117" fmla="*/ 286 h 536"/>
                <a:gd name="T118" fmla="*/ 505 w 530"/>
                <a:gd name="T119" fmla="*/ 241 h 536"/>
                <a:gd name="T120" fmla="*/ 528 w 530"/>
                <a:gd name="T121" fmla="*/ 184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30" h="536">
                  <a:moveTo>
                    <a:pt x="530" y="179"/>
                  </a:moveTo>
                  <a:lnTo>
                    <a:pt x="530" y="179"/>
                  </a:lnTo>
                  <a:lnTo>
                    <a:pt x="528" y="177"/>
                  </a:lnTo>
                  <a:lnTo>
                    <a:pt x="528" y="175"/>
                  </a:lnTo>
                  <a:lnTo>
                    <a:pt x="523" y="168"/>
                  </a:lnTo>
                  <a:lnTo>
                    <a:pt x="519" y="164"/>
                  </a:lnTo>
                  <a:lnTo>
                    <a:pt x="519" y="162"/>
                  </a:lnTo>
                  <a:lnTo>
                    <a:pt x="516" y="162"/>
                  </a:lnTo>
                  <a:lnTo>
                    <a:pt x="516" y="162"/>
                  </a:lnTo>
                  <a:lnTo>
                    <a:pt x="514" y="162"/>
                  </a:lnTo>
                  <a:lnTo>
                    <a:pt x="514" y="162"/>
                  </a:lnTo>
                  <a:lnTo>
                    <a:pt x="512" y="162"/>
                  </a:lnTo>
                  <a:lnTo>
                    <a:pt x="512" y="162"/>
                  </a:lnTo>
                  <a:lnTo>
                    <a:pt x="510" y="159"/>
                  </a:lnTo>
                  <a:lnTo>
                    <a:pt x="508" y="159"/>
                  </a:lnTo>
                  <a:lnTo>
                    <a:pt x="505" y="159"/>
                  </a:lnTo>
                  <a:lnTo>
                    <a:pt x="505" y="159"/>
                  </a:lnTo>
                  <a:lnTo>
                    <a:pt x="503" y="159"/>
                  </a:lnTo>
                  <a:lnTo>
                    <a:pt x="503" y="159"/>
                  </a:lnTo>
                  <a:lnTo>
                    <a:pt x="501" y="157"/>
                  </a:lnTo>
                  <a:lnTo>
                    <a:pt x="501" y="157"/>
                  </a:lnTo>
                  <a:lnTo>
                    <a:pt x="497" y="153"/>
                  </a:lnTo>
                  <a:lnTo>
                    <a:pt x="494" y="150"/>
                  </a:lnTo>
                  <a:lnTo>
                    <a:pt x="494" y="150"/>
                  </a:lnTo>
                  <a:lnTo>
                    <a:pt x="492" y="150"/>
                  </a:lnTo>
                  <a:lnTo>
                    <a:pt x="485" y="150"/>
                  </a:lnTo>
                  <a:lnTo>
                    <a:pt x="485" y="150"/>
                  </a:lnTo>
                  <a:lnTo>
                    <a:pt x="483" y="150"/>
                  </a:lnTo>
                  <a:lnTo>
                    <a:pt x="479" y="148"/>
                  </a:lnTo>
                  <a:lnTo>
                    <a:pt x="479" y="148"/>
                  </a:lnTo>
                  <a:lnTo>
                    <a:pt x="463" y="142"/>
                  </a:lnTo>
                  <a:lnTo>
                    <a:pt x="463" y="142"/>
                  </a:lnTo>
                  <a:lnTo>
                    <a:pt x="461" y="139"/>
                  </a:lnTo>
                  <a:lnTo>
                    <a:pt x="459" y="137"/>
                  </a:lnTo>
                  <a:lnTo>
                    <a:pt x="457" y="137"/>
                  </a:lnTo>
                  <a:lnTo>
                    <a:pt x="452" y="137"/>
                  </a:lnTo>
                  <a:lnTo>
                    <a:pt x="450" y="135"/>
                  </a:lnTo>
                  <a:lnTo>
                    <a:pt x="448" y="135"/>
                  </a:lnTo>
                  <a:lnTo>
                    <a:pt x="448" y="135"/>
                  </a:lnTo>
                  <a:lnTo>
                    <a:pt x="446" y="133"/>
                  </a:lnTo>
                  <a:lnTo>
                    <a:pt x="446" y="133"/>
                  </a:lnTo>
                  <a:lnTo>
                    <a:pt x="446" y="133"/>
                  </a:lnTo>
                  <a:lnTo>
                    <a:pt x="446" y="131"/>
                  </a:lnTo>
                  <a:lnTo>
                    <a:pt x="439" y="128"/>
                  </a:lnTo>
                  <a:lnTo>
                    <a:pt x="435" y="126"/>
                  </a:lnTo>
                  <a:lnTo>
                    <a:pt x="432" y="124"/>
                  </a:lnTo>
                  <a:lnTo>
                    <a:pt x="432" y="124"/>
                  </a:lnTo>
                  <a:lnTo>
                    <a:pt x="428" y="124"/>
                  </a:lnTo>
                  <a:lnTo>
                    <a:pt x="428" y="124"/>
                  </a:lnTo>
                  <a:lnTo>
                    <a:pt x="426" y="124"/>
                  </a:lnTo>
                  <a:lnTo>
                    <a:pt x="426" y="124"/>
                  </a:lnTo>
                  <a:lnTo>
                    <a:pt x="419" y="117"/>
                  </a:lnTo>
                  <a:lnTo>
                    <a:pt x="417" y="117"/>
                  </a:lnTo>
                  <a:lnTo>
                    <a:pt x="417" y="117"/>
                  </a:lnTo>
                  <a:lnTo>
                    <a:pt x="415" y="117"/>
                  </a:lnTo>
                  <a:lnTo>
                    <a:pt x="408" y="117"/>
                  </a:lnTo>
                  <a:lnTo>
                    <a:pt x="406" y="117"/>
                  </a:lnTo>
                  <a:lnTo>
                    <a:pt x="401" y="117"/>
                  </a:lnTo>
                  <a:lnTo>
                    <a:pt x="397" y="117"/>
                  </a:lnTo>
                  <a:lnTo>
                    <a:pt x="388" y="115"/>
                  </a:lnTo>
                  <a:lnTo>
                    <a:pt x="386" y="113"/>
                  </a:lnTo>
                  <a:lnTo>
                    <a:pt x="386" y="113"/>
                  </a:lnTo>
                  <a:lnTo>
                    <a:pt x="386" y="113"/>
                  </a:lnTo>
                  <a:lnTo>
                    <a:pt x="386" y="111"/>
                  </a:lnTo>
                  <a:lnTo>
                    <a:pt x="390" y="104"/>
                  </a:lnTo>
                  <a:lnTo>
                    <a:pt x="390" y="104"/>
                  </a:lnTo>
                  <a:lnTo>
                    <a:pt x="395" y="97"/>
                  </a:lnTo>
                  <a:lnTo>
                    <a:pt x="395" y="97"/>
                  </a:lnTo>
                  <a:lnTo>
                    <a:pt x="395" y="95"/>
                  </a:lnTo>
                  <a:lnTo>
                    <a:pt x="395" y="93"/>
                  </a:lnTo>
                  <a:lnTo>
                    <a:pt x="395" y="93"/>
                  </a:lnTo>
                  <a:lnTo>
                    <a:pt x="395" y="93"/>
                  </a:lnTo>
                  <a:lnTo>
                    <a:pt x="388" y="88"/>
                  </a:lnTo>
                  <a:lnTo>
                    <a:pt x="386" y="88"/>
                  </a:lnTo>
                  <a:lnTo>
                    <a:pt x="386" y="88"/>
                  </a:lnTo>
                  <a:lnTo>
                    <a:pt x="386" y="88"/>
                  </a:lnTo>
                  <a:lnTo>
                    <a:pt x="386" y="88"/>
                  </a:lnTo>
                  <a:lnTo>
                    <a:pt x="384" y="88"/>
                  </a:lnTo>
                  <a:lnTo>
                    <a:pt x="381" y="91"/>
                  </a:lnTo>
                  <a:lnTo>
                    <a:pt x="381" y="91"/>
                  </a:lnTo>
                  <a:lnTo>
                    <a:pt x="379" y="93"/>
                  </a:lnTo>
                  <a:lnTo>
                    <a:pt x="379" y="91"/>
                  </a:lnTo>
                  <a:lnTo>
                    <a:pt x="377" y="91"/>
                  </a:lnTo>
                  <a:lnTo>
                    <a:pt x="377" y="88"/>
                  </a:lnTo>
                  <a:lnTo>
                    <a:pt x="375" y="88"/>
                  </a:lnTo>
                  <a:lnTo>
                    <a:pt x="375" y="86"/>
                  </a:lnTo>
                  <a:lnTo>
                    <a:pt x="375" y="86"/>
                  </a:lnTo>
                  <a:lnTo>
                    <a:pt x="375" y="84"/>
                  </a:lnTo>
                  <a:lnTo>
                    <a:pt x="375" y="68"/>
                  </a:lnTo>
                  <a:lnTo>
                    <a:pt x="375" y="66"/>
                  </a:lnTo>
                  <a:lnTo>
                    <a:pt x="375" y="66"/>
                  </a:lnTo>
                  <a:lnTo>
                    <a:pt x="375" y="64"/>
                  </a:lnTo>
                  <a:lnTo>
                    <a:pt x="375" y="64"/>
                  </a:lnTo>
                  <a:lnTo>
                    <a:pt x="368" y="64"/>
                  </a:lnTo>
                  <a:lnTo>
                    <a:pt x="366" y="64"/>
                  </a:lnTo>
                  <a:lnTo>
                    <a:pt x="364" y="64"/>
                  </a:lnTo>
                  <a:lnTo>
                    <a:pt x="357" y="62"/>
                  </a:lnTo>
                  <a:lnTo>
                    <a:pt x="357" y="62"/>
                  </a:lnTo>
                  <a:lnTo>
                    <a:pt x="348" y="62"/>
                  </a:lnTo>
                  <a:lnTo>
                    <a:pt x="348" y="62"/>
                  </a:lnTo>
                  <a:lnTo>
                    <a:pt x="346" y="62"/>
                  </a:lnTo>
                  <a:lnTo>
                    <a:pt x="344" y="64"/>
                  </a:lnTo>
                  <a:lnTo>
                    <a:pt x="341" y="62"/>
                  </a:lnTo>
                  <a:lnTo>
                    <a:pt x="337" y="62"/>
                  </a:lnTo>
                  <a:lnTo>
                    <a:pt x="335" y="62"/>
                  </a:lnTo>
                  <a:lnTo>
                    <a:pt x="326" y="62"/>
                  </a:lnTo>
                  <a:lnTo>
                    <a:pt x="322" y="62"/>
                  </a:lnTo>
                  <a:lnTo>
                    <a:pt x="315" y="57"/>
                  </a:lnTo>
                  <a:lnTo>
                    <a:pt x="310" y="57"/>
                  </a:lnTo>
                  <a:lnTo>
                    <a:pt x="306" y="57"/>
                  </a:lnTo>
                  <a:lnTo>
                    <a:pt x="306" y="55"/>
                  </a:lnTo>
                  <a:lnTo>
                    <a:pt x="306" y="55"/>
                  </a:lnTo>
                  <a:lnTo>
                    <a:pt x="306" y="55"/>
                  </a:lnTo>
                  <a:lnTo>
                    <a:pt x="306" y="53"/>
                  </a:lnTo>
                  <a:lnTo>
                    <a:pt x="306" y="53"/>
                  </a:lnTo>
                  <a:lnTo>
                    <a:pt x="308" y="51"/>
                  </a:lnTo>
                  <a:lnTo>
                    <a:pt x="310" y="49"/>
                  </a:lnTo>
                  <a:lnTo>
                    <a:pt x="310" y="49"/>
                  </a:lnTo>
                  <a:lnTo>
                    <a:pt x="313" y="46"/>
                  </a:lnTo>
                  <a:lnTo>
                    <a:pt x="313" y="44"/>
                  </a:lnTo>
                  <a:lnTo>
                    <a:pt x="313" y="42"/>
                  </a:lnTo>
                  <a:lnTo>
                    <a:pt x="315" y="40"/>
                  </a:lnTo>
                  <a:lnTo>
                    <a:pt x="315" y="40"/>
                  </a:lnTo>
                  <a:lnTo>
                    <a:pt x="315" y="40"/>
                  </a:lnTo>
                  <a:lnTo>
                    <a:pt x="315" y="37"/>
                  </a:lnTo>
                  <a:lnTo>
                    <a:pt x="317" y="37"/>
                  </a:lnTo>
                  <a:lnTo>
                    <a:pt x="319" y="37"/>
                  </a:lnTo>
                  <a:lnTo>
                    <a:pt x="322" y="35"/>
                  </a:lnTo>
                  <a:lnTo>
                    <a:pt x="324" y="35"/>
                  </a:lnTo>
                  <a:lnTo>
                    <a:pt x="324" y="35"/>
                  </a:lnTo>
                  <a:lnTo>
                    <a:pt x="324" y="35"/>
                  </a:lnTo>
                  <a:lnTo>
                    <a:pt x="326" y="26"/>
                  </a:lnTo>
                  <a:lnTo>
                    <a:pt x="326" y="24"/>
                  </a:lnTo>
                  <a:lnTo>
                    <a:pt x="326" y="24"/>
                  </a:lnTo>
                  <a:lnTo>
                    <a:pt x="326" y="20"/>
                  </a:lnTo>
                  <a:lnTo>
                    <a:pt x="328" y="9"/>
                  </a:lnTo>
                  <a:lnTo>
                    <a:pt x="328" y="9"/>
                  </a:lnTo>
                  <a:lnTo>
                    <a:pt x="328" y="6"/>
                  </a:lnTo>
                  <a:lnTo>
                    <a:pt x="328" y="6"/>
                  </a:lnTo>
                  <a:lnTo>
                    <a:pt x="328" y="4"/>
                  </a:lnTo>
                  <a:lnTo>
                    <a:pt x="328" y="4"/>
                  </a:lnTo>
                  <a:lnTo>
                    <a:pt x="324" y="4"/>
                  </a:lnTo>
                  <a:lnTo>
                    <a:pt x="324" y="6"/>
                  </a:lnTo>
                  <a:lnTo>
                    <a:pt x="322" y="6"/>
                  </a:lnTo>
                  <a:lnTo>
                    <a:pt x="319" y="9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5" y="13"/>
                  </a:lnTo>
                  <a:lnTo>
                    <a:pt x="308" y="20"/>
                  </a:lnTo>
                  <a:lnTo>
                    <a:pt x="306" y="22"/>
                  </a:lnTo>
                  <a:lnTo>
                    <a:pt x="302" y="24"/>
                  </a:lnTo>
                  <a:lnTo>
                    <a:pt x="302" y="26"/>
                  </a:lnTo>
                  <a:lnTo>
                    <a:pt x="302" y="26"/>
                  </a:lnTo>
                  <a:lnTo>
                    <a:pt x="302" y="26"/>
                  </a:lnTo>
                  <a:lnTo>
                    <a:pt x="299" y="29"/>
                  </a:lnTo>
                  <a:lnTo>
                    <a:pt x="299" y="29"/>
                  </a:lnTo>
                  <a:lnTo>
                    <a:pt x="299" y="31"/>
                  </a:lnTo>
                  <a:lnTo>
                    <a:pt x="297" y="33"/>
                  </a:lnTo>
                  <a:lnTo>
                    <a:pt x="295" y="33"/>
                  </a:lnTo>
                  <a:lnTo>
                    <a:pt x="295" y="33"/>
                  </a:lnTo>
                  <a:lnTo>
                    <a:pt x="293" y="33"/>
                  </a:lnTo>
                  <a:lnTo>
                    <a:pt x="290" y="33"/>
                  </a:lnTo>
                  <a:lnTo>
                    <a:pt x="288" y="35"/>
                  </a:lnTo>
                  <a:lnTo>
                    <a:pt x="282" y="37"/>
                  </a:lnTo>
                  <a:lnTo>
                    <a:pt x="282" y="37"/>
                  </a:lnTo>
                  <a:lnTo>
                    <a:pt x="279" y="37"/>
                  </a:lnTo>
                  <a:lnTo>
                    <a:pt x="277" y="37"/>
                  </a:lnTo>
                  <a:lnTo>
                    <a:pt x="277" y="37"/>
                  </a:lnTo>
                  <a:lnTo>
                    <a:pt x="275" y="35"/>
                  </a:lnTo>
                  <a:lnTo>
                    <a:pt x="275" y="35"/>
                  </a:lnTo>
                  <a:lnTo>
                    <a:pt x="275" y="35"/>
                  </a:lnTo>
                  <a:lnTo>
                    <a:pt x="275" y="33"/>
                  </a:lnTo>
                  <a:lnTo>
                    <a:pt x="275" y="33"/>
                  </a:lnTo>
                  <a:lnTo>
                    <a:pt x="275" y="31"/>
                  </a:lnTo>
                  <a:lnTo>
                    <a:pt x="275" y="31"/>
                  </a:lnTo>
                  <a:lnTo>
                    <a:pt x="275" y="31"/>
                  </a:lnTo>
                  <a:lnTo>
                    <a:pt x="273" y="29"/>
                  </a:lnTo>
                  <a:lnTo>
                    <a:pt x="271" y="26"/>
                  </a:lnTo>
                  <a:lnTo>
                    <a:pt x="268" y="26"/>
                  </a:lnTo>
                  <a:lnTo>
                    <a:pt x="266" y="24"/>
                  </a:lnTo>
                  <a:lnTo>
                    <a:pt x="266" y="24"/>
                  </a:lnTo>
                  <a:lnTo>
                    <a:pt x="266" y="24"/>
                  </a:lnTo>
                  <a:lnTo>
                    <a:pt x="262" y="24"/>
                  </a:lnTo>
                  <a:lnTo>
                    <a:pt x="262" y="24"/>
                  </a:lnTo>
                  <a:lnTo>
                    <a:pt x="262" y="24"/>
                  </a:lnTo>
                  <a:lnTo>
                    <a:pt x="255" y="24"/>
                  </a:lnTo>
                  <a:lnTo>
                    <a:pt x="251" y="26"/>
                  </a:lnTo>
                  <a:lnTo>
                    <a:pt x="248" y="26"/>
                  </a:lnTo>
                  <a:lnTo>
                    <a:pt x="248" y="29"/>
                  </a:lnTo>
                  <a:lnTo>
                    <a:pt x="248" y="29"/>
                  </a:lnTo>
                  <a:lnTo>
                    <a:pt x="246" y="31"/>
                  </a:lnTo>
                  <a:lnTo>
                    <a:pt x="246" y="31"/>
                  </a:lnTo>
                  <a:lnTo>
                    <a:pt x="246" y="31"/>
                  </a:lnTo>
                  <a:lnTo>
                    <a:pt x="240" y="35"/>
                  </a:lnTo>
                  <a:lnTo>
                    <a:pt x="237" y="35"/>
                  </a:lnTo>
                  <a:lnTo>
                    <a:pt x="237" y="35"/>
                  </a:lnTo>
                  <a:lnTo>
                    <a:pt x="235" y="35"/>
                  </a:lnTo>
                  <a:lnTo>
                    <a:pt x="233" y="35"/>
                  </a:lnTo>
                  <a:lnTo>
                    <a:pt x="226" y="37"/>
                  </a:lnTo>
                  <a:lnTo>
                    <a:pt x="224" y="37"/>
                  </a:lnTo>
                  <a:lnTo>
                    <a:pt x="224" y="37"/>
                  </a:lnTo>
                  <a:lnTo>
                    <a:pt x="220" y="37"/>
                  </a:lnTo>
                  <a:lnTo>
                    <a:pt x="211" y="33"/>
                  </a:lnTo>
                  <a:lnTo>
                    <a:pt x="209" y="33"/>
                  </a:lnTo>
                  <a:lnTo>
                    <a:pt x="209" y="31"/>
                  </a:lnTo>
                  <a:lnTo>
                    <a:pt x="206" y="31"/>
                  </a:lnTo>
                  <a:lnTo>
                    <a:pt x="206" y="31"/>
                  </a:lnTo>
                  <a:lnTo>
                    <a:pt x="204" y="29"/>
                  </a:lnTo>
                  <a:lnTo>
                    <a:pt x="204" y="29"/>
                  </a:lnTo>
                  <a:lnTo>
                    <a:pt x="202" y="29"/>
                  </a:lnTo>
                  <a:lnTo>
                    <a:pt x="200" y="26"/>
                  </a:lnTo>
                  <a:lnTo>
                    <a:pt x="195" y="24"/>
                  </a:lnTo>
                  <a:lnTo>
                    <a:pt x="193" y="24"/>
                  </a:lnTo>
                  <a:lnTo>
                    <a:pt x="191" y="22"/>
                  </a:lnTo>
                  <a:lnTo>
                    <a:pt x="189" y="20"/>
                  </a:lnTo>
                  <a:lnTo>
                    <a:pt x="189" y="20"/>
                  </a:lnTo>
                  <a:lnTo>
                    <a:pt x="189" y="20"/>
                  </a:lnTo>
                  <a:lnTo>
                    <a:pt x="189" y="18"/>
                  </a:lnTo>
                  <a:lnTo>
                    <a:pt x="189" y="18"/>
                  </a:lnTo>
                  <a:lnTo>
                    <a:pt x="186" y="15"/>
                  </a:lnTo>
                  <a:lnTo>
                    <a:pt x="186" y="15"/>
                  </a:lnTo>
                  <a:lnTo>
                    <a:pt x="184" y="13"/>
                  </a:lnTo>
                  <a:lnTo>
                    <a:pt x="182" y="13"/>
                  </a:lnTo>
                  <a:lnTo>
                    <a:pt x="180" y="13"/>
                  </a:lnTo>
                  <a:lnTo>
                    <a:pt x="177" y="13"/>
                  </a:lnTo>
                  <a:lnTo>
                    <a:pt x="173" y="13"/>
                  </a:lnTo>
                  <a:lnTo>
                    <a:pt x="173" y="11"/>
                  </a:lnTo>
                  <a:lnTo>
                    <a:pt x="173" y="11"/>
                  </a:lnTo>
                  <a:lnTo>
                    <a:pt x="171" y="11"/>
                  </a:lnTo>
                  <a:lnTo>
                    <a:pt x="171" y="9"/>
                  </a:lnTo>
                  <a:lnTo>
                    <a:pt x="169" y="9"/>
                  </a:lnTo>
                  <a:lnTo>
                    <a:pt x="166" y="9"/>
                  </a:lnTo>
                  <a:lnTo>
                    <a:pt x="164" y="6"/>
                  </a:lnTo>
                  <a:lnTo>
                    <a:pt x="160" y="6"/>
                  </a:lnTo>
                  <a:lnTo>
                    <a:pt x="160" y="6"/>
                  </a:lnTo>
                  <a:lnTo>
                    <a:pt x="158" y="4"/>
                  </a:lnTo>
                  <a:lnTo>
                    <a:pt x="158" y="4"/>
                  </a:lnTo>
                  <a:lnTo>
                    <a:pt x="158" y="4"/>
                  </a:lnTo>
                  <a:lnTo>
                    <a:pt x="158" y="4"/>
                  </a:lnTo>
                  <a:lnTo>
                    <a:pt x="158" y="2"/>
                  </a:lnTo>
                  <a:lnTo>
                    <a:pt x="158" y="2"/>
                  </a:lnTo>
                  <a:lnTo>
                    <a:pt x="155" y="0"/>
                  </a:lnTo>
                  <a:lnTo>
                    <a:pt x="153" y="0"/>
                  </a:lnTo>
                  <a:lnTo>
                    <a:pt x="151" y="0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46" y="0"/>
                  </a:lnTo>
                  <a:lnTo>
                    <a:pt x="144" y="2"/>
                  </a:lnTo>
                  <a:lnTo>
                    <a:pt x="142" y="2"/>
                  </a:lnTo>
                  <a:lnTo>
                    <a:pt x="140" y="2"/>
                  </a:lnTo>
                  <a:lnTo>
                    <a:pt x="140" y="2"/>
                  </a:lnTo>
                  <a:lnTo>
                    <a:pt x="140" y="2"/>
                  </a:lnTo>
                  <a:lnTo>
                    <a:pt x="140" y="4"/>
                  </a:lnTo>
                  <a:lnTo>
                    <a:pt x="138" y="6"/>
                  </a:lnTo>
                  <a:lnTo>
                    <a:pt x="135" y="6"/>
                  </a:lnTo>
                  <a:lnTo>
                    <a:pt x="135" y="6"/>
                  </a:lnTo>
                  <a:lnTo>
                    <a:pt x="135" y="6"/>
                  </a:lnTo>
                  <a:lnTo>
                    <a:pt x="133" y="6"/>
                  </a:lnTo>
                  <a:lnTo>
                    <a:pt x="133" y="6"/>
                  </a:lnTo>
                  <a:lnTo>
                    <a:pt x="131" y="6"/>
                  </a:lnTo>
                  <a:lnTo>
                    <a:pt x="131" y="9"/>
                  </a:lnTo>
                  <a:lnTo>
                    <a:pt x="129" y="9"/>
                  </a:lnTo>
                  <a:lnTo>
                    <a:pt x="129" y="9"/>
                  </a:lnTo>
                  <a:lnTo>
                    <a:pt x="127" y="11"/>
                  </a:lnTo>
                  <a:lnTo>
                    <a:pt x="124" y="9"/>
                  </a:lnTo>
                  <a:lnTo>
                    <a:pt x="122" y="9"/>
                  </a:lnTo>
                  <a:lnTo>
                    <a:pt x="122" y="9"/>
                  </a:lnTo>
                  <a:lnTo>
                    <a:pt x="122" y="9"/>
                  </a:lnTo>
                  <a:lnTo>
                    <a:pt x="120" y="9"/>
                  </a:lnTo>
                  <a:lnTo>
                    <a:pt x="120" y="9"/>
                  </a:lnTo>
                  <a:lnTo>
                    <a:pt x="109" y="11"/>
                  </a:lnTo>
                  <a:lnTo>
                    <a:pt x="104" y="9"/>
                  </a:lnTo>
                  <a:lnTo>
                    <a:pt x="102" y="11"/>
                  </a:lnTo>
                  <a:lnTo>
                    <a:pt x="102" y="11"/>
                  </a:lnTo>
                  <a:lnTo>
                    <a:pt x="100" y="11"/>
                  </a:lnTo>
                  <a:lnTo>
                    <a:pt x="100" y="11"/>
                  </a:lnTo>
                  <a:lnTo>
                    <a:pt x="100" y="13"/>
                  </a:lnTo>
                  <a:lnTo>
                    <a:pt x="100" y="13"/>
                  </a:lnTo>
                  <a:lnTo>
                    <a:pt x="100" y="13"/>
                  </a:lnTo>
                  <a:lnTo>
                    <a:pt x="100" y="13"/>
                  </a:lnTo>
                  <a:lnTo>
                    <a:pt x="100" y="13"/>
                  </a:lnTo>
                  <a:lnTo>
                    <a:pt x="100" y="15"/>
                  </a:lnTo>
                  <a:lnTo>
                    <a:pt x="100" y="15"/>
                  </a:lnTo>
                  <a:lnTo>
                    <a:pt x="98" y="15"/>
                  </a:lnTo>
                  <a:lnTo>
                    <a:pt x="98" y="15"/>
                  </a:lnTo>
                  <a:lnTo>
                    <a:pt x="98" y="15"/>
                  </a:lnTo>
                  <a:lnTo>
                    <a:pt x="98" y="15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96" y="20"/>
                  </a:lnTo>
                  <a:lnTo>
                    <a:pt x="96" y="20"/>
                  </a:lnTo>
                  <a:lnTo>
                    <a:pt x="96" y="22"/>
                  </a:lnTo>
                  <a:lnTo>
                    <a:pt x="96" y="22"/>
                  </a:lnTo>
                  <a:lnTo>
                    <a:pt x="96" y="22"/>
                  </a:lnTo>
                  <a:lnTo>
                    <a:pt x="96" y="22"/>
                  </a:lnTo>
                  <a:lnTo>
                    <a:pt x="96" y="24"/>
                  </a:lnTo>
                  <a:lnTo>
                    <a:pt x="93" y="24"/>
                  </a:lnTo>
                  <a:lnTo>
                    <a:pt x="93" y="26"/>
                  </a:lnTo>
                  <a:lnTo>
                    <a:pt x="93" y="26"/>
                  </a:lnTo>
                  <a:lnTo>
                    <a:pt x="93" y="26"/>
                  </a:lnTo>
                  <a:lnTo>
                    <a:pt x="93" y="26"/>
                  </a:lnTo>
                  <a:lnTo>
                    <a:pt x="91" y="26"/>
                  </a:lnTo>
                  <a:lnTo>
                    <a:pt x="91" y="26"/>
                  </a:lnTo>
                  <a:lnTo>
                    <a:pt x="91" y="29"/>
                  </a:lnTo>
                  <a:lnTo>
                    <a:pt x="89" y="29"/>
                  </a:lnTo>
                  <a:lnTo>
                    <a:pt x="87" y="29"/>
                  </a:lnTo>
                  <a:lnTo>
                    <a:pt x="87" y="31"/>
                  </a:lnTo>
                  <a:lnTo>
                    <a:pt x="87" y="31"/>
                  </a:lnTo>
                  <a:lnTo>
                    <a:pt x="87" y="31"/>
                  </a:lnTo>
                  <a:lnTo>
                    <a:pt x="87" y="31"/>
                  </a:lnTo>
                  <a:lnTo>
                    <a:pt x="87" y="31"/>
                  </a:lnTo>
                  <a:lnTo>
                    <a:pt x="87" y="33"/>
                  </a:lnTo>
                  <a:lnTo>
                    <a:pt x="87" y="35"/>
                  </a:lnTo>
                  <a:lnTo>
                    <a:pt x="87" y="35"/>
                  </a:lnTo>
                  <a:lnTo>
                    <a:pt x="87" y="35"/>
                  </a:lnTo>
                  <a:lnTo>
                    <a:pt x="87" y="35"/>
                  </a:lnTo>
                  <a:lnTo>
                    <a:pt x="87" y="35"/>
                  </a:lnTo>
                  <a:lnTo>
                    <a:pt x="80" y="44"/>
                  </a:lnTo>
                  <a:lnTo>
                    <a:pt x="78" y="44"/>
                  </a:lnTo>
                  <a:lnTo>
                    <a:pt x="76" y="46"/>
                  </a:lnTo>
                  <a:lnTo>
                    <a:pt x="76" y="46"/>
                  </a:lnTo>
                  <a:lnTo>
                    <a:pt x="71" y="46"/>
                  </a:lnTo>
                  <a:lnTo>
                    <a:pt x="69" y="46"/>
                  </a:lnTo>
                  <a:lnTo>
                    <a:pt x="67" y="49"/>
                  </a:lnTo>
                  <a:lnTo>
                    <a:pt x="53" y="51"/>
                  </a:lnTo>
                  <a:lnTo>
                    <a:pt x="53" y="53"/>
                  </a:lnTo>
                  <a:lnTo>
                    <a:pt x="53" y="53"/>
                  </a:lnTo>
                  <a:lnTo>
                    <a:pt x="53" y="53"/>
                  </a:lnTo>
                  <a:lnTo>
                    <a:pt x="53" y="53"/>
                  </a:lnTo>
                  <a:lnTo>
                    <a:pt x="53" y="53"/>
                  </a:lnTo>
                  <a:lnTo>
                    <a:pt x="51" y="55"/>
                  </a:lnTo>
                  <a:lnTo>
                    <a:pt x="51" y="57"/>
                  </a:lnTo>
                  <a:lnTo>
                    <a:pt x="51" y="57"/>
                  </a:lnTo>
                  <a:lnTo>
                    <a:pt x="51" y="57"/>
                  </a:lnTo>
                  <a:lnTo>
                    <a:pt x="51" y="57"/>
                  </a:lnTo>
                  <a:lnTo>
                    <a:pt x="51" y="57"/>
                  </a:lnTo>
                  <a:lnTo>
                    <a:pt x="51" y="57"/>
                  </a:lnTo>
                  <a:lnTo>
                    <a:pt x="49" y="57"/>
                  </a:lnTo>
                  <a:lnTo>
                    <a:pt x="49" y="57"/>
                  </a:lnTo>
                  <a:lnTo>
                    <a:pt x="51" y="57"/>
                  </a:lnTo>
                  <a:lnTo>
                    <a:pt x="51" y="55"/>
                  </a:lnTo>
                  <a:lnTo>
                    <a:pt x="51" y="55"/>
                  </a:lnTo>
                  <a:lnTo>
                    <a:pt x="51" y="55"/>
                  </a:lnTo>
                  <a:lnTo>
                    <a:pt x="51" y="53"/>
                  </a:lnTo>
                  <a:lnTo>
                    <a:pt x="51" y="53"/>
                  </a:lnTo>
                  <a:lnTo>
                    <a:pt x="49" y="53"/>
                  </a:lnTo>
                  <a:lnTo>
                    <a:pt x="49" y="53"/>
                  </a:lnTo>
                  <a:lnTo>
                    <a:pt x="49" y="53"/>
                  </a:lnTo>
                  <a:lnTo>
                    <a:pt x="49" y="51"/>
                  </a:lnTo>
                  <a:lnTo>
                    <a:pt x="49" y="51"/>
                  </a:lnTo>
                  <a:lnTo>
                    <a:pt x="47" y="51"/>
                  </a:lnTo>
                  <a:lnTo>
                    <a:pt x="47" y="51"/>
                  </a:lnTo>
                  <a:lnTo>
                    <a:pt x="47" y="51"/>
                  </a:lnTo>
                  <a:lnTo>
                    <a:pt x="45" y="51"/>
                  </a:lnTo>
                  <a:lnTo>
                    <a:pt x="45" y="51"/>
                  </a:lnTo>
                  <a:lnTo>
                    <a:pt x="45" y="51"/>
                  </a:lnTo>
                  <a:lnTo>
                    <a:pt x="42" y="49"/>
                  </a:lnTo>
                  <a:lnTo>
                    <a:pt x="42" y="49"/>
                  </a:lnTo>
                  <a:lnTo>
                    <a:pt x="42" y="49"/>
                  </a:lnTo>
                  <a:lnTo>
                    <a:pt x="40" y="49"/>
                  </a:lnTo>
                  <a:lnTo>
                    <a:pt x="40" y="49"/>
                  </a:lnTo>
                  <a:lnTo>
                    <a:pt x="40" y="49"/>
                  </a:lnTo>
                  <a:lnTo>
                    <a:pt x="40" y="49"/>
                  </a:lnTo>
                  <a:lnTo>
                    <a:pt x="40" y="46"/>
                  </a:lnTo>
                  <a:lnTo>
                    <a:pt x="40" y="46"/>
                  </a:lnTo>
                  <a:lnTo>
                    <a:pt x="40" y="46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38" y="42"/>
                  </a:lnTo>
                  <a:lnTo>
                    <a:pt x="38" y="42"/>
                  </a:lnTo>
                  <a:lnTo>
                    <a:pt x="38" y="42"/>
                  </a:lnTo>
                  <a:lnTo>
                    <a:pt x="36" y="42"/>
                  </a:lnTo>
                  <a:lnTo>
                    <a:pt x="36" y="42"/>
                  </a:lnTo>
                  <a:lnTo>
                    <a:pt x="33" y="42"/>
                  </a:lnTo>
                  <a:lnTo>
                    <a:pt x="31" y="42"/>
                  </a:lnTo>
                  <a:lnTo>
                    <a:pt x="31" y="44"/>
                  </a:lnTo>
                  <a:lnTo>
                    <a:pt x="31" y="44"/>
                  </a:lnTo>
                  <a:lnTo>
                    <a:pt x="33" y="46"/>
                  </a:lnTo>
                  <a:lnTo>
                    <a:pt x="33" y="49"/>
                  </a:lnTo>
                  <a:lnTo>
                    <a:pt x="33" y="51"/>
                  </a:lnTo>
                  <a:lnTo>
                    <a:pt x="31" y="51"/>
                  </a:lnTo>
                  <a:lnTo>
                    <a:pt x="38" y="62"/>
                  </a:lnTo>
                  <a:lnTo>
                    <a:pt x="42" y="71"/>
                  </a:lnTo>
                  <a:lnTo>
                    <a:pt x="45" y="75"/>
                  </a:lnTo>
                  <a:lnTo>
                    <a:pt x="47" y="77"/>
                  </a:lnTo>
                  <a:lnTo>
                    <a:pt x="49" y="77"/>
                  </a:lnTo>
                  <a:lnTo>
                    <a:pt x="51" y="77"/>
                  </a:lnTo>
                  <a:lnTo>
                    <a:pt x="51" y="80"/>
                  </a:lnTo>
                  <a:lnTo>
                    <a:pt x="51" y="80"/>
                  </a:lnTo>
                  <a:lnTo>
                    <a:pt x="47" y="80"/>
                  </a:lnTo>
                  <a:lnTo>
                    <a:pt x="45" y="82"/>
                  </a:lnTo>
                  <a:lnTo>
                    <a:pt x="45" y="82"/>
                  </a:lnTo>
                  <a:lnTo>
                    <a:pt x="42" y="86"/>
                  </a:lnTo>
                  <a:lnTo>
                    <a:pt x="38" y="97"/>
                  </a:lnTo>
                  <a:lnTo>
                    <a:pt x="36" y="108"/>
                  </a:lnTo>
                  <a:lnTo>
                    <a:pt x="31" y="119"/>
                  </a:lnTo>
                  <a:lnTo>
                    <a:pt x="29" y="131"/>
                  </a:lnTo>
                  <a:lnTo>
                    <a:pt x="27" y="133"/>
                  </a:lnTo>
                  <a:lnTo>
                    <a:pt x="31" y="133"/>
                  </a:lnTo>
                  <a:lnTo>
                    <a:pt x="31" y="133"/>
                  </a:lnTo>
                  <a:lnTo>
                    <a:pt x="31" y="135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29" y="144"/>
                  </a:lnTo>
                  <a:lnTo>
                    <a:pt x="27" y="144"/>
                  </a:lnTo>
                  <a:lnTo>
                    <a:pt x="25" y="146"/>
                  </a:lnTo>
                  <a:lnTo>
                    <a:pt x="22" y="153"/>
                  </a:lnTo>
                  <a:lnTo>
                    <a:pt x="18" y="162"/>
                  </a:lnTo>
                  <a:lnTo>
                    <a:pt x="14" y="173"/>
                  </a:lnTo>
                  <a:lnTo>
                    <a:pt x="11" y="177"/>
                  </a:lnTo>
                  <a:lnTo>
                    <a:pt x="11" y="177"/>
                  </a:lnTo>
                  <a:lnTo>
                    <a:pt x="11" y="177"/>
                  </a:lnTo>
                  <a:lnTo>
                    <a:pt x="9" y="179"/>
                  </a:lnTo>
                  <a:lnTo>
                    <a:pt x="7" y="184"/>
                  </a:lnTo>
                  <a:lnTo>
                    <a:pt x="7" y="188"/>
                  </a:lnTo>
                  <a:lnTo>
                    <a:pt x="5" y="190"/>
                  </a:lnTo>
                  <a:lnTo>
                    <a:pt x="2" y="195"/>
                  </a:lnTo>
                  <a:lnTo>
                    <a:pt x="2" y="197"/>
                  </a:lnTo>
                  <a:lnTo>
                    <a:pt x="9" y="204"/>
                  </a:lnTo>
                  <a:lnTo>
                    <a:pt x="14" y="208"/>
                  </a:lnTo>
                  <a:lnTo>
                    <a:pt x="22" y="215"/>
                  </a:lnTo>
                  <a:lnTo>
                    <a:pt x="20" y="217"/>
                  </a:lnTo>
                  <a:lnTo>
                    <a:pt x="20" y="217"/>
                  </a:lnTo>
                  <a:lnTo>
                    <a:pt x="20" y="219"/>
                  </a:lnTo>
                  <a:lnTo>
                    <a:pt x="18" y="219"/>
                  </a:lnTo>
                  <a:lnTo>
                    <a:pt x="16" y="219"/>
                  </a:lnTo>
                  <a:lnTo>
                    <a:pt x="14" y="219"/>
                  </a:lnTo>
                  <a:lnTo>
                    <a:pt x="14" y="219"/>
                  </a:lnTo>
                  <a:lnTo>
                    <a:pt x="14" y="219"/>
                  </a:lnTo>
                  <a:lnTo>
                    <a:pt x="14" y="219"/>
                  </a:lnTo>
                  <a:lnTo>
                    <a:pt x="14" y="221"/>
                  </a:lnTo>
                  <a:lnTo>
                    <a:pt x="11" y="221"/>
                  </a:lnTo>
                  <a:lnTo>
                    <a:pt x="9" y="221"/>
                  </a:lnTo>
                  <a:lnTo>
                    <a:pt x="7" y="226"/>
                  </a:lnTo>
                  <a:lnTo>
                    <a:pt x="7" y="226"/>
                  </a:lnTo>
                  <a:lnTo>
                    <a:pt x="5" y="226"/>
                  </a:lnTo>
                  <a:lnTo>
                    <a:pt x="5" y="228"/>
                  </a:lnTo>
                  <a:lnTo>
                    <a:pt x="5" y="228"/>
                  </a:lnTo>
                  <a:lnTo>
                    <a:pt x="2" y="228"/>
                  </a:lnTo>
                  <a:lnTo>
                    <a:pt x="0" y="230"/>
                  </a:lnTo>
                  <a:lnTo>
                    <a:pt x="0" y="230"/>
                  </a:lnTo>
                  <a:lnTo>
                    <a:pt x="0" y="230"/>
                  </a:lnTo>
                  <a:lnTo>
                    <a:pt x="0" y="230"/>
                  </a:lnTo>
                  <a:lnTo>
                    <a:pt x="2" y="230"/>
                  </a:lnTo>
                  <a:lnTo>
                    <a:pt x="2" y="232"/>
                  </a:lnTo>
                  <a:lnTo>
                    <a:pt x="2" y="232"/>
                  </a:lnTo>
                  <a:lnTo>
                    <a:pt x="2" y="232"/>
                  </a:lnTo>
                  <a:lnTo>
                    <a:pt x="0" y="235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2" y="237"/>
                  </a:lnTo>
                  <a:lnTo>
                    <a:pt x="2" y="237"/>
                  </a:lnTo>
                  <a:lnTo>
                    <a:pt x="2" y="237"/>
                  </a:lnTo>
                  <a:lnTo>
                    <a:pt x="2" y="237"/>
                  </a:lnTo>
                  <a:lnTo>
                    <a:pt x="5" y="237"/>
                  </a:lnTo>
                  <a:lnTo>
                    <a:pt x="5" y="237"/>
                  </a:lnTo>
                  <a:lnTo>
                    <a:pt x="5" y="237"/>
                  </a:lnTo>
                  <a:lnTo>
                    <a:pt x="5" y="239"/>
                  </a:lnTo>
                  <a:lnTo>
                    <a:pt x="5" y="241"/>
                  </a:lnTo>
                  <a:lnTo>
                    <a:pt x="5" y="241"/>
                  </a:lnTo>
                  <a:lnTo>
                    <a:pt x="5" y="244"/>
                  </a:lnTo>
                  <a:lnTo>
                    <a:pt x="5" y="246"/>
                  </a:lnTo>
                  <a:lnTo>
                    <a:pt x="7" y="248"/>
                  </a:lnTo>
                  <a:lnTo>
                    <a:pt x="9" y="248"/>
                  </a:lnTo>
                  <a:lnTo>
                    <a:pt x="9" y="250"/>
                  </a:lnTo>
                  <a:lnTo>
                    <a:pt x="11" y="250"/>
                  </a:lnTo>
                  <a:lnTo>
                    <a:pt x="11" y="250"/>
                  </a:lnTo>
                  <a:lnTo>
                    <a:pt x="11" y="252"/>
                  </a:lnTo>
                  <a:lnTo>
                    <a:pt x="11" y="255"/>
                  </a:lnTo>
                  <a:lnTo>
                    <a:pt x="11" y="255"/>
                  </a:lnTo>
                  <a:lnTo>
                    <a:pt x="11" y="257"/>
                  </a:lnTo>
                  <a:lnTo>
                    <a:pt x="11" y="259"/>
                  </a:lnTo>
                  <a:lnTo>
                    <a:pt x="11" y="261"/>
                  </a:lnTo>
                  <a:lnTo>
                    <a:pt x="11" y="261"/>
                  </a:lnTo>
                  <a:lnTo>
                    <a:pt x="11" y="264"/>
                  </a:lnTo>
                  <a:lnTo>
                    <a:pt x="11" y="266"/>
                  </a:lnTo>
                  <a:lnTo>
                    <a:pt x="14" y="266"/>
                  </a:lnTo>
                  <a:lnTo>
                    <a:pt x="14" y="268"/>
                  </a:lnTo>
                  <a:lnTo>
                    <a:pt x="14" y="268"/>
                  </a:lnTo>
                  <a:lnTo>
                    <a:pt x="14" y="270"/>
                  </a:lnTo>
                  <a:lnTo>
                    <a:pt x="14" y="270"/>
                  </a:lnTo>
                  <a:lnTo>
                    <a:pt x="14" y="270"/>
                  </a:lnTo>
                  <a:lnTo>
                    <a:pt x="14" y="272"/>
                  </a:lnTo>
                  <a:lnTo>
                    <a:pt x="16" y="272"/>
                  </a:lnTo>
                  <a:lnTo>
                    <a:pt x="16" y="268"/>
                  </a:lnTo>
                  <a:lnTo>
                    <a:pt x="16" y="268"/>
                  </a:lnTo>
                  <a:lnTo>
                    <a:pt x="18" y="268"/>
                  </a:lnTo>
                  <a:lnTo>
                    <a:pt x="18" y="270"/>
                  </a:lnTo>
                  <a:lnTo>
                    <a:pt x="18" y="270"/>
                  </a:lnTo>
                  <a:lnTo>
                    <a:pt x="20" y="270"/>
                  </a:lnTo>
                  <a:lnTo>
                    <a:pt x="20" y="272"/>
                  </a:lnTo>
                  <a:lnTo>
                    <a:pt x="20" y="272"/>
                  </a:lnTo>
                  <a:lnTo>
                    <a:pt x="20" y="272"/>
                  </a:lnTo>
                  <a:lnTo>
                    <a:pt x="22" y="272"/>
                  </a:lnTo>
                  <a:lnTo>
                    <a:pt x="22" y="275"/>
                  </a:lnTo>
                  <a:lnTo>
                    <a:pt x="22" y="275"/>
                  </a:lnTo>
                  <a:lnTo>
                    <a:pt x="20" y="275"/>
                  </a:lnTo>
                  <a:lnTo>
                    <a:pt x="20" y="275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6" y="277"/>
                  </a:lnTo>
                  <a:lnTo>
                    <a:pt x="16" y="279"/>
                  </a:lnTo>
                  <a:lnTo>
                    <a:pt x="16" y="279"/>
                  </a:lnTo>
                  <a:lnTo>
                    <a:pt x="18" y="279"/>
                  </a:lnTo>
                  <a:lnTo>
                    <a:pt x="20" y="279"/>
                  </a:lnTo>
                  <a:lnTo>
                    <a:pt x="20" y="279"/>
                  </a:lnTo>
                  <a:lnTo>
                    <a:pt x="22" y="281"/>
                  </a:lnTo>
                  <a:lnTo>
                    <a:pt x="22" y="283"/>
                  </a:lnTo>
                  <a:lnTo>
                    <a:pt x="22" y="283"/>
                  </a:lnTo>
                  <a:lnTo>
                    <a:pt x="18" y="286"/>
                  </a:lnTo>
                  <a:lnTo>
                    <a:pt x="18" y="286"/>
                  </a:lnTo>
                  <a:lnTo>
                    <a:pt x="18" y="288"/>
                  </a:lnTo>
                  <a:lnTo>
                    <a:pt x="18" y="288"/>
                  </a:lnTo>
                  <a:lnTo>
                    <a:pt x="18" y="288"/>
                  </a:lnTo>
                  <a:lnTo>
                    <a:pt x="20" y="288"/>
                  </a:lnTo>
                  <a:lnTo>
                    <a:pt x="20" y="288"/>
                  </a:lnTo>
                  <a:lnTo>
                    <a:pt x="20" y="290"/>
                  </a:lnTo>
                  <a:lnTo>
                    <a:pt x="22" y="290"/>
                  </a:lnTo>
                  <a:lnTo>
                    <a:pt x="22" y="290"/>
                  </a:lnTo>
                  <a:lnTo>
                    <a:pt x="25" y="290"/>
                  </a:lnTo>
                  <a:lnTo>
                    <a:pt x="25" y="290"/>
                  </a:lnTo>
                  <a:lnTo>
                    <a:pt x="25" y="292"/>
                  </a:lnTo>
                  <a:lnTo>
                    <a:pt x="25" y="295"/>
                  </a:lnTo>
                  <a:lnTo>
                    <a:pt x="22" y="297"/>
                  </a:lnTo>
                  <a:lnTo>
                    <a:pt x="22" y="299"/>
                  </a:lnTo>
                  <a:lnTo>
                    <a:pt x="25" y="301"/>
                  </a:lnTo>
                  <a:lnTo>
                    <a:pt x="25" y="303"/>
                  </a:lnTo>
                  <a:lnTo>
                    <a:pt x="25" y="308"/>
                  </a:lnTo>
                  <a:lnTo>
                    <a:pt x="22" y="312"/>
                  </a:lnTo>
                  <a:lnTo>
                    <a:pt x="20" y="314"/>
                  </a:lnTo>
                  <a:lnTo>
                    <a:pt x="18" y="314"/>
                  </a:lnTo>
                  <a:lnTo>
                    <a:pt x="18" y="317"/>
                  </a:lnTo>
                  <a:lnTo>
                    <a:pt x="18" y="317"/>
                  </a:lnTo>
                  <a:lnTo>
                    <a:pt x="18" y="317"/>
                  </a:lnTo>
                  <a:lnTo>
                    <a:pt x="20" y="319"/>
                  </a:lnTo>
                  <a:lnTo>
                    <a:pt x="20" y="319"/>
                  </a:lnTo>
                  <a:lnTo>
                    <a:pt x="20" y="319"/>
                  </a:lnTo>
                  <a:lnTo>
                    <a:pt x="22" y="319"/>
                  </a:lnTo>
                  <a:lnTo>
                    <a:pt x="22" y="321"/>
                  </a:lnTo>
                  <a:lnTo>
                    <a:pt x="22" y="323"/>
                  </a:lnTo>
                  <a:lnTo>
                    <a:pt x="16" y="330"/>
                  </a:lnTo>
                  <a:lnTo>
                    <a:pt x="16" y="332"/>
                  </a:lnTo>
                  <a:lnTo>
                    <a:pt x="16" y="334"/>
                  </a:lnTo>
                  <a:lnTo>
                    <a:pt x="16" y="337"/>
                  </a:lnTo>
                  <a:lnTo>
                    <a:pt x="16" y="337"/>
                  </a:lnTo>
                  <a:lnTo>
                    <a:pt x="18" y="339"/>
                  </a:lnTo>
                  <a:lnTo>
                    <a:pt x="18" y="339"/>
                  </a:lnTo>
                  <a:lnTo>
                    <a:pt x="18" y="341"/>
                  </a:lnTo>
                  <a:lnTo>
                    <a:pt x="16" y="341"/>
                  </a:lnTo>
                  <a:lnTo>
                    <a:pt x="16" y="343"/>
                  </a:lnTo>
                  <a:lnTo>
                    <a:pt x="16" y="346"/>
                  </a:lnTo>
                  <a:lnTo>
                    <a:pt x="18" y="346"/>
                  </a:lnTo>
                  <a:lnTo>
                    <a:pt x="18" y="348"/>
                  </a:lnTo>
                  <a:lnTo>
                    <a:pt x="18" y="348"/>
                  </a:lnTo>
                  <a:lnTo>
                    <a:pt x="20" y="348"/>
                  </a:lnTo>
                  <a:lnTo>
                    <a:pt x="16" y="354"/>
                  </a:lnTo>
                  <a:lnTo>
                    <a:pt x="16" y="354"/>
                  </a:lnTo>
                  <a:lnTo>
                    <a:pt x="16" y="357"/>
                  </a:lnTo>
                  <a:lnTo>
                    <a:pt x="16" y="359"/>
                  </a:lnTo>
                  <a:lnTo>
                    <a:pt x="16" y="359"/>
                  </a:lnTo>
                  <a:lnTo>
                    <a:pt x="16" y="361"/>
                  </a:lnTo>
                  <a:lnTo>
                    <a:pt x="16" y="363"/>
                  </a:lnTo>
                  <a:lnTo>
                    <a:pt x="16" y="363"/>
                  </a:lnTo>
                  <a:lnTo>
                    <a:pt x="18" y="365"/>
                  </a:lnTo>
                  <a:lnTo>
                    <a:pt x="16" y="365"/>
                  </a:lnTo>
                  <a:lnTo>
                    <a:pt x="16" y="370"/>
                  </a:lnTo>
                  <a:lnTo>
                    <a:pt x="14" y="370"/>
                  </a:lnTo>
                  <a:lnTo>
                    <a:pt x="14" y="370"/>
                  </a:lnTo>
                  <a:lnTo>
                    <a:pt x="14" y="377"/>
                  </a:lnTo>
                  <a:lnTo>
                    <a:pt x="14" y="377"/>
                  </a:lnTo>
                  <a:lnTo>
                    <a:pt x="14" y="379"/>
                  </a:lnTo>
                  <a:lnTo>
                    <a:pt x="14" y="379"/>
                  </a:lnTo>
                  <a:lnTo>
                    <a:pt x="14" y="379"/>
                  </a:lnTo>
                  <a:lnTo>
                    <a:pt x="14" y="379"/>
                  </a:lnTo>
                  <a:lnTo>
                    <a:pt x="14" y="381"/>
                  </a:lnTo>
                  <a:lnTo>
                    <a:pt x="16" y="381"/>
                  </a:lnTo>
                  <a:lnTo>
                    <a:pt x="16" y="383"/>
                  </a:lnTo>
                  <a:lnTo>
                    <a:pt x="18" y="383"/>
                  </a:lnTo>
                  <a:lnTo>
                    <a:pt x="20" y="383"/>
                  </a:lnTo>
                  <a:lnTo>
                    <a:pt x="20" y="383"/>
                  </a:lnTo>
                  <a:lnTo>
                    <a:pt x="20" y="383"/>
                  </a:lnTo>
                  <a:lnTo>
                    <a:pt x="22" y="383"/>
                  </a:lnTo>
                  <a:lnTo>
                    <a:pt x="22" y="383"/>
                  </a:lnTo>
                  <a:lnTo>
                    <a:pt x="22" y="383"/>
                  </a:lnTo>
                  <a:lnTo>
                    <a:pt x="25" y="383"/>
                  </a:lnTo>
                  <a:lnTo>
                    <a:pt x="25" y="383"/>
                  </a:lnTo>
                  <a:lnTo>
                    <a:pt x="27" y="383"/>
                  </a:lnTo>
                  <a:lnTo>
                    <a:pt x="27" y="383"/>
                  </a:lnTo>
                  <a:lnTo>
                    <a:pt x="27" y="383"/>
                  </a:lnTo>
                  <a:lnTo>
                    <a:pt x="29" y="383"/>
                  </a:lnTo>
                  <a:lnTo>
                    <a:pt x="29" y="383"/>
                  </a:lnTo>
                  <a:lnTo>
                    <a:pt x="29" y="381"/>
                  </a:lnTo>
                  <a:lnTo>
                    <a:pt x="29" y="381"/>
                  </a:lnTo>
                  <a:lnTo>
                    <a:pt x="29" y="381"/>
                  </a:lnTo>
                  <a:lnTo>
                    <a:pt x="29" y="381"/>
                  </a:lnTo>
                  <a:lnTo>
                    <a:pt x="29" y="381"/>
                  </a:lnTo>
                  <a:lnTo>
                    <a:pt x="29" y="381"/>
                  </a:lnTo>
                  <a:lnTo>
                    <a:pt x="31" y="381"/>
                  </a:lnTo>
                  <a:lnTo>
                    <a:pt x="31" y="381"/>
                  </a:lnTo>
                  <a:lnTo>
                    <a:pt x="33" y="381"/>
                  </a:lnTo>
                  <a:lnTo>
                    <a:pt x="33" y="381"/>
                  </a:lnTo>
                  <a:lnTo>
                    <a:pt x="36" y="381"/>
                  </a:lnTo>
                  <a:lnTo>
                    <a:pt x="36" y="381"/>
                  </a:lnTo>
                  <a:lnTo>
                    <a:pt x="36" y="381"/>
                  </a:lnTo>
                  <a:lnTo>
                    <a:pt x="38" y="381"/>
                  </a:lnTo>
                  <a:lnTo>
                    <a:pt x="38" y="383"/>
                  </a:lnTo>
                  <a:lnTo>
                    <a:pt x="38" y="385"/>
                  </a:lnTo>
                  <a:lnTo>
                    <a:pt x="40" y="388"/>
                  </a:lnTo>
                  <a:lnTo>
                    <a:pt x="42" y="388"/>
                  </a:lnTo>
                  <a:lnTo>
                    <a:pt x="42" y="388"/>
                  </a:lnTo>
                  <a:lnTo>
                    <a:pt x="45" y="388"/>
                  </a:lnTo>
                  <a:lnTo>
                    <a:pt x="45" y="385"/>
                  </a:lnTo>
                  <a:lnTo>
                    <a:pt x="45" y="385"/>
                  </a:lnTo>
                  <a:lnTo>
                    <a:pt x="45" y="385"/>
                  </a:lnTo>
                  <a:lnTo>
                    <a:pt x="47" y="388"/>
                  </a:lnTo>
                  <a:lnTo>
                    <a:pt x="47" y="388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3" y="388"/>
                  </a:lnTo>
                  <a:lnTo>
                    <a:pt x="53" y="388"/>
                  </a:lnTo>
                  <a:lnTo>
                    <a:pt x="53" y="388"/>
                  </a:lnTo>
                  <a:lnTo>
                    <a:pt x="58" y="390"/>
                  </a:lnTo>
                  <a:lnTo>
                    <a:pt x="58" y="390"/>
                  </a:lnTo>
                  <a:lnTo>
                    <a:pt x="58" y="390"/>
                  </a:lnTo>
                  <a:lnTo>
                    <a:pt x="58" y="390"/>
                  </a:lnTo>
                  <a:lnTo>
                    <a:pt x="60" y="390"/>
                  </a:lnTo>
                  <a:lnTo>
                    <a:pt x="60" y="390"/>
                  </a:lnTo>
                  <a:lnTo>
                    <a:pt x="60" y="390"/>
                  </a:lnTo>
                  <a:lnTo>
                    <a:pt x="60" y="390"/>
                  </a:lnTo>
                  <a:lnTo>
                    <a:pt x="60" y="390"/>
                  </a:lnTo>
                  <a:lnTo>
                    <a:pt x="62" y="390"/>
                  </a:lnTo>
                  <a:lnTo>
                    <a:pt x="64" y="390"/>
                  </a:lnTo>
                  <a:lnTo>
                    <a:pt x="67" y="390"/>
                  </a:lnTo>
                  <a:lnTo>
                    <a:pt x="69" y="388"/>
                  </a:lnTo>
                  <a:lnTo>
                    <a:pt x="69" y="388"/>
                  </a:lnTo>
                  <a:lnTo>
                    <a:pt x="69" y="388"/>
                  </a:lnTo>
                  <a:lnTo>
                    <a:pt x="69" y="390"/>
                  </a:lnTo>
                  <a:lnTo>
                    <a:pt x="71" y="390"/>
                  </a:lnTo>
                  <a:lnTo>
                    <a:pt x="71" y="390"/>
                  </a:lnTo>
                  <a:lnTo>
                    <a:pt x="71" y="390"/>
                  </a:lnTo>
                  <a:lnTo>
                    <a:pt x="71" y="390"/>
                  </a:lnTo>
                  <a:lnTo>
                    <a:pt x="73" y="390"/>
                  </a:lnTo>
                  <a:lnTo>
                    <a:pt x="73" y="390"/>
                  </a:lnTo>
                  <a:lnTo>
                    <a:pt x="76" y="390"/>
                  </a:lnTo>
                  <a:lnTo>
                    <a:pt x="76" y="390"/>
                  </a:lnTo>
                  <a:lnTo>
                    <a:pt x="76" y="390"/>
                  </a:lnTo>
                  <a:lnTo>
                    <a:pt x="78" y="390"/>
                  </a:lnTo>
                  <a:lnTo>
                    <a:pt x="78" y="392"/>
                  </a:lnTo>
                  <a:lnTo>
                    <a:pt x="78" y="392"/>
                  </a:lnTo>
                  <a:lnTo>
                    <a:pt x="78" y="392"/>
                  </a:lnTo>
                  <a:lnTo>
                    <a:pt x="80" y="392"/>
                  </a:lnTo>
                  <a:lnTo>
                    <a:pt x="80" y="392"/>
                  </a:lnTo>
                  <a:lnTo>
                    <a:pt x="80" y="392"/>
                  </a:lnTo>
                  <a:lnTo>
                    <a:pt x="82" y="392"/>
                  </a:lnTo>
                  <a:lnTo>
                    <a:pt x="84" y="392"/>
                  </a:lnTo>
                  <a:lnTo>
                    <a:pt x="87" y="392"/>
                  </a:lnTo>
                  <a:lnTo>
                    <a:pt x="87" y="392"/>
                  </a:lnTo>
                  <a:lnTo>
                    <a:pt x="87" y="392"/>
                  </a:lnTo>
                  <a:lnTo>
                    <a:pt x="87" y="392"/>
                  </a:lnTo>
                  <a:lnTo>
                    <a:pt x="89" y="392"/>
                  </a:lnTo>
                  <a:lnTo>
                    <a:pt x="89" y="392"/>
                  </a:lnTo>
                  <a:lnTo>
                    <a:pt x="89" y="392"/>
                  </a:lnTo>
                  <a:lnTo>
                    <a:pt x="91" y="394"/>
                  </a:lnTo>
                  <a:lnTo>
                    <a:pt x="91" y="394"/>
                  </a:lnTo>
                  <a:lnTo>
                    <a:pt x="91" y="392"/>
                  </a:lnTo>
                  <a:lnTo>
                    <a:pt x="93" y="392"/>
                  </a:lnTo>
                  <a:lnTo>
                    <a:pt x="93" y="394"/>
                  </a:lnTo>
                  <a:lnTo>
                    <a:pt x="93" y="396"/>
                  </a:lnTo>
                  <a:lnTo>
                    <a:pt x="96" y="396"/>
                  </a:lnTo>
                  <a:lnTo>
                    <a:pt x="96" y="396"/>
                  </a:lnTo>
                  <a:lnTo>
                    <a:pt x="96" y="396"/>
                  </a:lnTo>
                  <a:lnTo>
                    <a:pt x="98" y="394"/>
                  </a:lnTo>
                  <a:lnTo>
                    <a:pt x="98" y="392"/>
                  </a:lnTo>
                  <a:lnTo>
                    <a:pt x="100" y="392"/>
                  </a:lnTo>
                  <a:lnTo>
                    <a:pt x="100" y="392"/>
                  </a:lnTo>
                  <a:lnTo>
                    <a:pt x="100" y="392"/>
                  </a:lnTo>
                  <a:lnTo>
                    <a:pt x="100" y="392"/>
                  </a:lnTo>
                  <a:lnTo>
                    <a:pt x="102" y="392"/>
                  </a:lnTo>
                  <a:lnTo>
                    <a:pt x="104" y="392"/>
                  </a:lnTo>
                  <a:lnTo>
                    <a:pt x="104" y="392"/>
                  </a:lnTo>
                  <a:lnTo>
                    <a:pt x="104" y="392"/>
                  </a:lnTo>
                  <a:lnTo>
                    <a:pt x="104" y="392"/>
                  </a:lnTo>
                  <a:lnTo>
                    <a:pt x="104" y="392"/>
                  </a:lnTo>
                  <a:lnTo>
                    <a:pt x="107" y="390"/>
                  </a:lnTo>
                  <a:lnTo>
                    <a:pt x="107" y="390"/>
                  </a:lnTo>
                  <a:lnTo>
                    <a:pt x="107" y="390"/>
                  </a:lnTo>
                  <a:lnTo>
                    <a:pt x="109" y="394"/>
                  </a:lnTo>
                  <a:lnTo>
                    <a:pt x="111" y="394"/>
                  </a:lnTo>
                  <a:lnTo>
                    <a:pt x="111" y="392"/>
                  </a:lnTo>
                  <a:lnTo>
                    <a:pt x="111" y="392"/>
                  </a:lnTo>
                  <a:lnTo>
                    <a:pt x="111" y="392"/>
                  </a:lnTo>
                  <a:lnTo>
                    <a:pt x="111" y="390"/>
                  </a:lnTo>
                  <a:lnTo>
                    <a:pt x="113" y="390"/>
                  </a:lnTo>
                  <a:lnTo>
                    <a:pt x="115" y="388"/>
                  </a:lnTo>
                  <a:lnTo>
                    <a:pt x="115" y="388"/>
                  </a:lnTo>
                  <a:lnTo>
                    <a:pt x="118" y="385"/>
                  </a:lnTo>
                  <a:lnTo>
                    <a:pt x="118" y="385"/>
                  </a:lnTo>
                  <a:lnTo>
                    <a:pt x="118" y="385"/>
                  </a:lnTo>
                  <a:lnTo>
                    <a:pt x="118" y="385"/>
                  </a:lnTo>
                  <a:lnTo>
                    <a:pt x="118" y="383"/>
                  </a:lnTo>
                  <a:lnTo>
                    <a:pt x="118" y="383"/>
                  </a:lnTo>
                  <a:lnTo>
                    <a:pt x="120" y="381"/>
                  </a:lnTo>
                  <a:lnTo>
                    <a:pt x="120" y="381"/>
                  </a:lnTo>
                  <a:lnTo>
                    <a:pt x="120" y="381"/>
                  </a:lnTo>
                  <a:lnTo>
                    <a:pt x="122" y="379"/>
                  </a:lnTo>
                  <a:lnTo>
                    <a:pt x="127" y="379"/>
                  </a:lnTo>
                  <a:lnTo>
                    <a:pt x="129" y="379"/>
                  </a:lnTo>
                  <a:lnTo>
                    <a:pt x="129" y="379"/>
                  </a:lnTo>
                  <a:lnTo>
                    <a:pt x="131" y="385"/>
                  </a:lnTo>
                  <a:lnTo>
                    <a:pt x="133" y="388"/>
                  </a:lnTo>
                  <a:lnTo>
                    <a:pt x="135" y="390"/>
                  </a:lnTo>
                  <a:lnTo>
                    <a:pt x="140" y="392"/>
                  </a:lnTo>
                  <a:lnTo>
                    <a:pt x="142" y="394"/>
                  </a:lnTo>
                  <a:lnTo>
                    <a:pt x="142" y="394"/>
                  </a:lnTo>
                  <a:lnTo>
                    <a:pt x="144" y="394"/>
                  </a:lnTo>
                  <a:lnTo>
                    <a:pt x="158" y="396"/>
                  </a:lnTo>
                  <a:lnTo>
                    <a:pt x="158" y="394"/>
                  </a:lnTo>
                  <a:lnTo>
                    <a:pt x="158" y="394"/>
                  </a:lnTo>
                  <a:lnTo>
                    <a:pt x="160" y="394"/>
                  </a:lnTo>
                  <a:lnTo>
                    <a:pt x="160" y="396"/>
                  </a:lnTo>
                  <a:lnTo>
                    <a:pt x="162" y="396"/>
                  </a:lnTo>
                  <a:lnTo>
                    <a:pt x="166" y="396"/>
                  </a:lnTo>
                  <a:lnTo>
                    <a:pt x="169" y="399"/>
                  </a:lnTo>
                  <a:lnTo>
                    <a:pt x="169" y="396"/>
                  </a:lnTo>
                  <a:lnTo>
                    <a:pt x="169" y="396"/>
                  </a:lnTo>
                  <a:lnTo>
                    <a:pt x="173" y="401"/>
                  </a:lnTo>
                  <a:lnTo>
                    <a:pt x="175" y="403"/>
                  </a:lnTo>
                  <a:lnTo>
                    <a:pt x="175" y="403"/>
                  </a:lnTo>
                  <a:lnTo>
                    <a:pt x="177" y="405"/>
                  </a:lnTo>
                  <a:lnTo>
                    <a:pt x="177" y="412"/>
                  </a:lnTo>
                  <a:lnTo>
                    <a:pt x="177" y="414"/>
                  </a:lnTo>
                  <a:lnTo>
                    <a:pt x="180" y="419"/>
                  </a:lnTo>
                  <a:lnTo>
                    <a:pt x="180" y="421"/>
                  </a:lnTo>
                  <a:lnTo>
                    <a:pt x="184" y="421"/>
                  </a:lnTo>
                  <a:lnTo>
                    <a:pt x="184" y="421"/>
                  </a:lnTo>
                  <a:lnTo>
                    <a:pt x="186" y="423"/>
                  </a:lnTo>
                  <a:lnTo>
                    <a:pt x="186" y="423"/>
                  </a:lnTo>
                  <a:lnTo>
                    <a:pt x="186" y="425"/>
                  </a:lnTo>
                  <a:lnTo>
                    <a:pt x="186" y="425"/>
                  </a:lnTo>
                  <a:lnTo>
                    <a:pt x="186" y="427"/>
                  </a:lnTo>
                  <a:lnTo>
                    <a:pt x="186" y="427"/>
                  </a:lnTo>
                  <a:lnTo>
                    <a:pt x="186" y="427"/>
                  </a:lnTo>
                  <a:lnTo>
                    <a:pt x="186" y="430"/>
                  </a:lnTo>
                  <a:lnTo>
                    <a:pt x="186" y="430"/>
                  </a:lnTo>
                  <a:lnTo>
                    <a:pt x="186" y="432"/>
                  </a:lnTo>
                  <a:lnTo>
                    <a:pt x="184" y="434"/>
                  </a:lnTo>
                  <a:lnTo>
                    <a:pt x="184" y="436"/>
                  </a:lnTo>
                  <a:lnTo>
                    <a:pt x="184" y="441"/>
                  </a:lnTo>
                  <a:lnTo>
                    <a:pt x="186" y="447"/>
                  </a:lnTo>
                  <a:lnTo>
                    <a:pt x="186" y="447"/>
                  </a:lnTo>
                  <a:lnTo>
                    <a:pt x="184" y="450"/>
                  </a:lnTo>
                  <a:lnTo>
                    <a:pt x="184" y="452"/>
                  </a:lnTo>
                  <a:lnTo>
                    <a:pt x="186" y="454"/>
                  </a:lnTo>
                  <a:lnTo>
                    <a:pt x="189" y="456"/>
                  </a:lnTo>
                  <a:lnTo>
                    <a:pt x="189" y="456"/>
                  </a:lnTo>
                  <a:lnTo>
                    <a:pt x="189" y="461"/>
                  </a:lnTo>
                  <a:lnTo>
                    <a:pt x="189" y="461"/>
                  </a:lnTo>
                  <a:lnTo>
                    <a:pt x="189" y="463"/>
                  </a:lnTo>
                  <a:lnTo>
                    <a:pt x="191" y="463"/>
                  </a:lnTo>
                  <a:lnTo>
                    <a:pt x="191" y="465"/>
                  </a:lnTo>
                  <a:lnTo>
                    <a:pt x="193" y="470"/>
                  </a:lnTo>
                  <a:lnTo>
                    <a:pt x="193" y="472"/>
                  </a:lnTo>
                  <a:lnTo>
                    <a:pt x="191" y="474"/>
                  </a:lnTo>
                  <a:lnTo>
                    <a:pt x="191" y="476"/>
                  </a:lnTo>
                  <a:lnTo>
                    <a:pt x="191" y="478"/>
                  </a:lnTo>
                  <a:lnTo>
                    <a:pt x="193" y="481"/>
                  </a:lnTo>
                  <a:lnTo>
                    <a:pt x="195" y="483"/>
                  </a:lnTo>
                  <a:lnTo>
                    <a:pt x="193" y="485"/>
                  </a:lnTo>
                  <a:lnTo>
                    <a:pt x="193" y="490"/>
                  </a:lnTo>
                  <a:lnTo>
                    <a:pt x="193" y="492"/>
                  </a:lnTo>
                  <a:lnTo>
                    <a:pt x="193" y="494"/>
                  </a:lnTo>
                  <a:lnTo>
                    <a:pt x="193" y="494"/>
                  </a:lnTo>
                  <a:lnTo>
                    <a:pt x="193" y="496"/>
                  </a:lnTo>
                  <a:lnTo>
                    <a:pt x="193" y="501"/>
                  </a:lnTo>
                  <a:lnTo>
                    <a:pt x="195" y="503"/>
                  </a:lnTo>
                  <a:lnTo>
                    <a:pt x="197" y="505"/>
                  </a:lnTo>
                  <a:lnTo>
                    <a:pt x="200" y="509"/>
                  </a:lnTo>
                  <a:lnTo>
                    <a:pt x="200" y="525"/>
                  </a:lnTo>
                  <a:lnTo>
                    <a:pt x="202" y="527"/>
                  </a:lnTo>
                  <a:lnTo>
                    <a:pt x="202" y="529"/>
                  </a:lnTo>
                  <a:lnTo>
                    <a:pt x="204" y="532"/>
                  </a:lnTo>
                  <a:lnTo>
                    <a:pt x="209" y="532"/>
                  </a:lnTo>
                  <a:lnTo>
                    <a:pt x="213" y="532"/>
                  </a:lnTo>
                  <a:lnTo>
                    <a:pt x="213" y="532"/>
                  </a:lnTo>
                  <a:lnTo>
                    <a:pt x="213" y="532"/>
                  </a:lnTo>
                  <a:lnTo>
                    <a:pt x="213" y="532"/>
                  </a:lnTo>
                  <a:lnTo>
                    <a:pt x="213" y="532"/>
                  </a:lnTo>
                  <a:lnTo>
                    <a:pt x="215" y="532"/>
                  </a:lnTo>
                  <a:lnTo>
                    <a:pt x="217" y="534"/>
                  </a:lnTo>
                  <a:lnTo>
                    <a:pt x="220" y="534"/>
                  </a:lnTo>
                  <a:lnTo>
                    <a:pt x="222" y="532"/>
                  </a:lnTo>
                  <a:lnTo>
                    <a:pt x="222" y="532"/>
                  </a:lnTo>
                  <a:lnTo>
                    <a:pt x="222" y="532"/>
                  </a:lnTo>
                  <a:lnTo>
                    <a:pt x="224" y="529"/>
                  </a:lnTo>
                  <a:lnTo>
                    <a:pt x="228" y="532"/>
                  </a:lnTo>
                  <a:lnTo>
                    <a:pt x="231" y="529"/>
                  </a:lnTo>
                  <a:lnTo>
                    <a:pt x="233" y="529"/>
                  </a:lnTo>
                  <a:lnTo>
                    <a:pt x="235" y="529"/>
                  </a:lnTo>
                  <a:lnTo>
                    <a:pt x="235" y="529"/>
                  </a:lnTo>
                  <a:lnTo>
                    <a:pt x="237" y="527"/>
                  </a:lnTo>
                  <a:lnTo>
                    <a:pt x="240" y="525"/>
                  </a:lnTo>
                  <a:lnTo>
                    <a:pt x="240" y="525"/>
                  </a:lnTo>
                  <a:lnTo>
                    <a:pt x="244" y="523"/>
                  </a:lnTo>
                  <a:lnTo>
                    <a:pt x="255" y="518"/>
                  </a:lnTo>
                  <a:lnTo>
                    <a:pt x="255" y="518"/>
                  </a:lnTo>
                  <a:lnTo>
                    <a:pt x="257" y="516"/>
                  </a:lnTo>
                  <a:lnTo>
                    <a:pt x="257" y="516"/>
                  </a:lnTo>
                  <a:lnTo>
                    <a:pt x="259" y="516"/>
                  </a:lnTo>
                  <a:lnTo>
                    <a:pt x="273" y="523"/>
                  </a:lnTo>
                  <a:lnTo>
                    <a:pt x="275" y="525"/>
                  </a:lnTo>
                  <a:lnTo>
                    <a:pt x="277" y="529"/>
                  </a:lnTo>
                  <a:lnTo>
                    <a:pt x="286" y="534"/>
                  </a:lnTo>
                  <a:lnTo>
                    <a:pt x="288" y="536"/>
                  </a:lnTo>
                  <a:lnTo>
                    <a:pt x="290" y="534"/>
                  </a:lnTo>
                  <a:lnTo>
                    <a:pt x="293" y="534"/>
                  </a:lnTo>
                  <a:lnTo>
                    <a:pt x="293" y="532"/>
                  </a:lnTo>
                  <a:lnTo>
                    <a:pt x="297" y="529"/>
                  </a:lnTo>
                  <a:lnTo>
                    <a:pt x="299" y="527"/>
                  </a:lnTo>
                  <a:lnTo>
                    <a:pt x="299" y="523"/>
                  </a:lnTo>
                  <a:lnTo>
                    <a:pt x="299" y="516"/>
                  </a:lnTo>
                  <a:lnTo>
                    <a:pt x="302" y="514"/>
                  </a:lnTo>
                  <a:lnTo>
                    <a:pt x="304" y="507"/>
                  </a:lnTo>
                  <a:lnTo>
                    <a:pt x="304" y="503"/>
                  </a:lnTo>
                  <a:lnTo>
                    <a:pt x="308" y="490"/>
                  </a:lnTo>
                  <a:lnTo>
                    <a:pt x="308" y="487"/>
                  </a:lnTo>
                  <a:lnTo>
                    <a:pt x="308" y="487"/>
                  </a:lnTo>
                  <a:lnTo>
                    <a:pt x="308" y="485"/>
                  </a:lnTo>
                  <a:lnTo>
                    <a:pt x="315" y="483"/>
                  </a:lnTo>
                  <a:lnTo>
                    <a:pt x="324" y="478"/>
                  </a:lnTo>
                  <a:lnTo>
                    <a:pt x="326" y="476"/>
                  </a:lnTo>
                  <a:lnTo>
                    <a:pt x="326" y="472"/>
                  </a:lnTo>
                  <a:lnTo>
                    <a:pt x="328" y="465"/>
                  </a:lnTo>
                  <a:lnTo>
                    <a:pt x="330" y="463"/>
                  </a:lnTo>
                  <a:lnTo>
                    <a:pt x="333" y="461"/>
                  </a:lnTo>
                  <a:lnTo>
                    <a:pt x="333" y="454"/>
                  </a:lnTo>
                  <a:lnTo>
                    <a:pt x="333" y="450"/>
                  </a:lnTo>
                  <a:lnTo>
                    <a:pt x="335" y="445"/>
                  </a:lnTo>
                  <a:lnTo>
                    <a:pt x="335" y="443"/>
                  </a:lnTo>
                  <a:lnTo>
                    <a:pt x="337" y="441"/>
                  </a:lnTo>
                  <a:lnTo>
                    <a:pt x="344" y="439"/>
                  </a:lnTo>
                  <a:lnTo>
                    <a:pt x="366" y="427"/>
                  </a:lnTo>
                  <a:lnTo>
                    <a:pt x="368" y="425"/>
                  </a:lnTo>
                  <a:lnTo>
                    <a:pt x="370" y="423"/>
                  </a:lnTo>
                  <a:lnTo>
                    <a:pt x="375" y="416"/>
                  </a:lnTo>
                  <a:lnTo>
                    <a:pt x="375" y="416"/>
                  </a:lnTo>
                  <a:lnTo>
                    <a:pt x="377" y="414"/>
                  </a:lnTo>
                  <a:lnTo>
                    <a:pt x="377" y="414"/>
                  </a:lnTo>
                  <a:lnTo>
                    <a:pt x="377" y="414"/>
                  </a:lnTo>
                  <a:lnTo>
                    <a:pt x="379" y="414"/>
                  </a:lnTo>
                  <a:lnTo>
                    <a:pt x="379" y="412"/>
                  </a:lnTo>
                  <a:lnTo>
                    <a:pt x="381" y="410"/>
                  </a:lnTo>
                  <a:lnTo>
                    <a:pt x="381" y="408"/>
                  </a:lnTo>
                  <a:lnTo>
                    <a:pt x="381" y="410"/>
                  </a:lnTo>
                  <a:lnTo>
                    <a:pt x="384" y="410"/>
                  </a:lnTo>
                  <a:lnTo>
                    <a:pt x="384" y="410"/>
                  </a:lnTo>
                  <a:lnTo>
                    <a:pt x="390" y="405"/>
                  </a:lnTo>
                  <a:lnTo>
                    <a:pt x="390" y="405"/>
                  </a:lnTo>
                  <a:lnTo>
                    <a:pt x="392" y="403"/>
                  </a:lnTo>
                  <a:lnTo>
                    <a:pt x="392" y="403"/>
                  </a:lnTo>
                  <a:lnTo>
                    <a:pt x="392" y="403"/>
                  </a:lnTo>
                  <a:lnTo>
                    <a:pt x="399" y="399"/>
                  </a:lnTo>
                  <a:lnTo>
                    <a:pt x="401" y="396"/>
                  </a:lnTo>
                  <a:lnTo>
                    <a:pt x="403" y="396"/>
                  </a:lnTo>
                  <a:lnTo>
                    <a:pt x="406" y="394"/>
                  </a:lnTo>
                  <a:lnTo>
                    <a:pt x="408" y="392"/>
                  </a:lnTo>
                  <a:lnTo>
                    <a:pt x="410" y="392"/>
                  </a:lnTo>
                  <a:lnTo>
                    <a:pt x="410" y="392"/>
                  </a:lnTo>
                  <a:lnTo>
                    <a:pt x="412" y="392"/>
                  </a:lnTo>
                  <a:lnTo>
                    <a:pt x="412" y="390"/>
                  </a:lnTo>
                  <a:lnTo>
                    <a:pt x="415" y="390"/>
                  </a:lnTo>
                  <a:lnTo>
                    <a:pt x="417" y="388"/>
                  </a:lnTo>
                  <a:lnTo>
                    <a:pt x="417" y="388"/>
                  </a:lnTo>
                  <a:lnTo>
                    <a:pt x="419" y="388"/>
                  </a:lnTo>
                  <a:lnTo>
                    <a:pt x="419" y="388"/>
                  </a:lnTo>
                  <a:lnTo>
                    <a:pt x="419" y="385"/>
                  </a:lnTo>
                  <a:lnTo>
                    <a:pt x="426" y="381"/>
                  </a:lnTo>
                  <a:lnTo>
                    <a:pt x="426" y="381"/>
                  </a:lnTo>
                  <a:lnTo>
                    <a:pt x="426" y="379"/>
                  </a:lnTo>
                  <a:lnTo>
                    <a:pt x="426" y="377"/>
                  </a:lnTo>
                  <a:lnTo>
                    <a:pt x="428" y="372"/>
                  </a:lnTo>
                  <a:lnTo>
                    <a:pt x="428" y="372"/>
                  </a:lnTo>
                  <a:lnTo>
                    <a:pt x="428" y="370"/>
                  </a:lnTo>
                  <a:lnTo>
                    <a:pt x="430" y="368"/>
                  </a:lnTo>
                  <a:lnTo>
                    <a:pt x="430" y="368"/>
                  </a:lnTo>
                  <a:lnTo>
                    <a:pt x="435" y="363"/>
                  </a:lnTo>
                  <a:lnTo>
                    <a:pt x="435" y="363"/>
                  </a:lnTo>
                  <a:lnTo>
                    <a:pt x="435" y="363"/>
                  </a:lnTo>
                  <a:lnTo>
                    <a:pt x="437" y="361"/>
                  </a:lnTo>
                  <a:lnTo>
                    <a:pt x="437" y="361"/>
                  </a:lnTo>
                  <a:lnTo>
                    <a:pt x="437" y="361"/>
                  </a:lnTo>
                  <a:lnTo>
                    <a:pt x="439" y="359"/>
                  </a:lnTo>
                  <a:lnTo>
                    <a:pt x="439" y="359"/>
                  </a:lnTo>
                  <a:lnTo>
                    <a:pt x="439" y="357"/>
                  </a:lnTo>
                  <a:lnTo>
                    <a:pt x="439" y="357"/>
                  </a:lnTo>
                  <a:lnTo>
                    <a:pt x="441" y="352"/>
                  </a:lnTo>
                  <a:lnTo>
                    <a:pt x="441" y="352"/>
                  </a:lnTo>
                  <a:lnTo>
                    <a:pt x="446" y="350"/>
                  </a:lnTo>
                  <a:lnTo>
                    <a:pt x="446" y="350"/>
                  </a:lnTo>
                  <a:lnTo>
                    <a:pt x="448" y="348"/>
                  </a:lnTo>
                  <a:lnTo>
                    <a:pt x="448" y="346"/>
                  </a:lnTo>
                  <a:lnTo>
                    <a:pt x="450" y="346"/>
                  </a:lnTo>
                  <a:lnTo>
                    <a:pt x="450" y="343"/>
                  </a:lnTo>
                  <a:lnTo>
                    <a:pt x="448" y="343"/>
                  </a:lnTo>
                  <a:lnTo>
                    <a:pt x="448" y="343"/>
                  </a:lnTo>
                  <a:lnTo>
                    <a:pt x="443" y="337"/>
                  </a:lnTo>
                  <a:lnTo>
                    <a:pt x="443" y="334"/>
                  </a:lnTo>
                  <a:lnTo>
                    <a:pt x="446" y="334"/>
                  </a:lnTo>
                  <a:lnTo>
                    <a:pt x="446" y="334"/>
                  </a:lnTo>
                  <a:lnTo>
                    <a:pt x="446" y="334"/>
                  </a:lnTo>
                  <a:lnTo>
                    <a:pt x="446" y="334"/>
                  </a:lnTo>
                  <a:lnTo>
                    <a:pt x="446" y="334"/>
                  </a:lnTo>
                  <a:lnTo>
                    <a:pt x="446" y="334"/>
                  </a:lnTo>
                  <a:lnTo>
                    <a:pt x="446" y="332"/>
                  </a:lnTo>
                  <a:lnTo>
                    <a:pt x="446" y="332"/>
                  </a:lnTo>
                  <a:lnTo>
                    <a:pt x="448" y="332"/>
                  </a:lnTo>
                  <a:lnTo>
                    <a:pt x="448" y="332"/>
                  </a:lnTo>
                  <a:lnTo>
                    <a:pt x="448" y="332"/>
                  </a:lnTo>
                  <a:lnTo>
                    <a:pt x="450" y="332"/>
                  </a:lnTo>
                  <a:lnTo>
                    <a:pt x="450" y="332"/>
                  </a:lnTo>
                  <a:lnTo>
                    <a:pt x="452" y="332"/>
                  </a:lnTo>
                  <a:lnTo>
                    <a:pt x="454" y="332"/>
                  </a:lnTo>
                  <a:lnTo>
                    <a:pt x="454" y="330"/>
                  </a:lnTo>
                  <a:lnTo>
                    <a:pt x="457" y="328"/>
                  </a:lnTo>
                  <a:lnTo>
                    <a:pt x="457" y="326"/>
                  </a:lnTo>
                  <a:lnTo>
                    <a:pt x="461" y="321"/>
                  </a:lnTo>
                  <a:lnTo>
                    <a:pt x="463" y="317"/>
                  </a:lnTo>
                  <a:lnTo>
                    <a:pt x="463" y="314"/>
                  </a:lnTo>
                  <a:lnTo>
                    <a:pt x="461" y="308"/>
                  </a:lnTo>
                  <a:lnTo>
                    <a:pt x="461" y="306"/>
                  </a:lnTo>
                  <a:lnTo>
                    <a:pt x="463" y="303"/>
                  </a:lnTo>
                  <a:lnTo>
                    <a:pt x="463" y="303"/>
                  </a:lnTo>
                  <a:lnTo>
                    <a:pt x="466" y="301"/>
                  </a:lnTo>
                  <a:lnTo>
                    <a:pt x="468" y="301"/>
                  </a:lnTo>
                  <a:lnTo>
                    <a:pt x="468" y="301"/>
                  </a:lnTo>
                  <a:lnTo>
                    <a:pt x="468" y="301"/>
                  </a:lnTo>
                  <a:lnTo>
                    <a:pt x="468" y="299"/>
                  </a:lnTo>
                  <a:lnTo>
                    <a:pt x="470" y="295"/>
                  </a:lnTo>
                  <a:lnTo>
                    <a:pt x="472" y="292"/>
                  </a:lnTo>
                  <a:lnTo>
                    <a:pt x="472" y="292"/>
                  </a:lnTo>
                  <a:lnTo>
                    <a:pt x="474" y="292"/>
                  </a:lnTo>
                  <a:lnTo>
                    <a:pt x="479" y="286"/>
                  </a:lnTo>
                  <a:lnTo>
                    <a:pt x="479" y="286"/>
                  </a:lnTo>
                  <a:lnTo>
                    <a:pt x="479" y="277"/>
                  </a:lnTo>
                  <a:lnTo>
                    <a:pt x="479" y="272"/>
                  </a:lnTo>
                  <a:lnTo>
                    <a:pt x="481" y="270"/>
                  </a:lnTo>
                  <a:lnTo>
                    <a:pt x="481" y="268"/>
                  </a:lnTo>
                  <a:lnTo>
                    <a:pt x="483" y="264"/>
                  </a:lnTo>
                  <a:lnTo>
                    <a:pt x="483" y="264"/>
                  </a:lnTo>
                  <a:lnTo>
                    <a:pt x="483" y="261"/>
                  </a:lnTo>
                  <a:lnTo>
                    <a:pt x="488" y="261"/>
                  </a:lnTo>
                  <a:lnTo>
                    <a:pt x="492" y="257"/>
                  </a:lnTo>
                  <a:lnTo>
                    <a:pt x="494" y="255"/>
                  </a:lnTo>
                  <a:lnTo>
                    <a:pt x="497" y="250"/>
                  </a:lnTo>
                  <a:lnTo>
                    <a:pt x="497" y="248"/>
                  </a:lnTo>
                  <a:lnTo>
                    <a:pt x="501" y="246"/>
                  </a:lnTo>
                  <a:lnTo>
                    <a:pt x="501" y="244"/>
                  </a:lnTo>
                  <a:lnTo>
                    <a:pt x="505" y="241"/>
                  </a:lnTo>
                  <a:lnTo>
                    <a:pt x="516" y="239"/>
                  </a:lnTo>
                  <a:lnTo>
                    <a:pt x="516" y="239"/>
                  </a:lnTo>
                  <a:lnTo>
                    <a:pt x="519" y="237"/>
                  </a:lnTo>
                  <a:lnTo>
                    <a:pt x="521" y="235"/>
                  </a:lnTo>
                  <a:lnTo>
                    <a:pt x="523" y="230"/>
                  </a:lnTo>
                  <a:lnTo>
                    <a:pt x="525" y="224"/>
                  </a:lnTo>
                  <a:lnTo>
                    <a:pt x="525" y="219"/>
                  </a:lnTo>
                  <a:lnTo>
                    <a:pt x="525" y="208"/>
                  </a:lnTo>
                  <a:lnTo>
                    <a:pt x="523" y="197"/>
                  </a:lnTo>
                  <a:lnTo>
                    <a:pt x="523" y="195"/>
                  </a:lnTo>
                  <a:lnTo>
                    <a:pt x="523" y="193"/>
                  </a:lnTo>
                  <a:lnTo>
                    <a:pt x="525" y="190"/>
                  </a:lnTo>
                  <a:lnTo>
                    <a:pt x="525" y="188"/>
                  </a:lnTo>
                  <a:lnTo>
                    <a:pt x="525" y="184"/>
                  </a:lnTo>
                  <a:lnTo>
                    <a:pt x="525" y="184"/>
                  </a:lnTo>
                  <a:lnTo>
                    <a:pt x="528" y="184"/>
                  </a:lnTo>
                  <a:lnTo>
                    <a:pt x="528" y="184"/>
                  </a:lnTo>
                  <a:lnTo>
                    <a:pt x="528" y="184"/>
                  </a:lnTo>
                  <a:lnTo>
                    <a:pt x="530" y="184"/>
                  </a:lnTo>
                  <a:lnTo>
                    <a:pt x="530" y="182"/>
                  </a:lnTo>
                  <a:lnTo>
                    <a:pt x="530" y="179"/>
                  </a:lnTo>
                  <a:close/>
                </a:path>
              </a:pathLst>
            </a:custGeom>
            <a:solidFill>
              <a:srgbClr val="D6D9ED"/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28DBEA0-0608-4B66-92A5-B529B0AFF0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9" y="1477"/>
              <a:ext cx="836" cy="800"/>
            </a:xfrm>
            <a:custGeom>
              <a:avLst/>
              <a:gdLst>
                <a:gd name="T0" fmla="*/ 355 w 836"/>
                <a:gd name="T1" fmla="*/ 149 h 800"/>
                <a:gd name="T2" fmla="*/ 333 w 836"/>
                <a:gd name="T3" fmla="*/ 126 h 800"/>
                <a:gd name="T4" fmla="*/ 295 w 836"/>
                <a:gd name="T5" fmla="*/ 95 h 800"/>
                <a:gd name="T6" fmla="*/ 291 w 836"/>
                <a:gd name="T7" fmla="*/ 73 h 800"/>
                <a:gd name="T8" fmla="*/ 277 w 836"/>
                <a:gd name="T9" fmla="*/ 38 h 800"/>
                <a:gd name="T10" fmla="*/ 251 w 836"/>
                <a:gd name="T11" fmla="*/ 11 h 800"/>
                <a:gd name="T12" fmla="*/ 240 w 836"/>
                <a:gd name="T13" fmla="*/ 40 h 800"/>
                <a:gd name="T14" fmla="*/ 235 w 836"/>
                <a:gd name="T15" fmla="*/ 78 h 800"/>
                <a:gd name="T16" fmla="*/ 11 w 836"/>
                <a:gd name="T17" fmla="*/ 115 h 800"/>
                <a:gd name="T18" fmla="*/ 5 w 836"/>
                <a:gd name="T19" fmla="*/ 151 h 800"/>
                <a:gd name="T20" fmla="*/ 5 w 836"/>
                <a:gd name="T21" fmla="*/ 177 h 800"/>
                <a:gd name="T22" fmla="*/ 5 w 836"/>
                <a:gd name="T23" fmla="*/ 211 h 800"/>
                <a:gd name="T24" fmla="*/ 11 w 836"/>
                <a:gd name="T25" fmla="*/ 248 h 800"/>
                <a:gd name="T26" fmla="*/ 89 w 836"/>
                <a:gd name="T27" fmla="*/ 275 h 800"/>
                <a:gd name="T28" fmla="*/ 118 w 836"/>
                <a:gd name="T29" fmla="*/ 279 h 800"/>
                <a:gd name="T30" fmla="*/ 118 w 836"/>
                <a:gd name="T31" fmla="*/ 310 h 800"/>
                <a:gd name="T32" fmla="*/ 124 w 836"/>
                <a:gd name="T33" fmla="*/ 346 h 800"/>
                <a:gd name="T34" fmla="*/ 116 w 836"/>
                <a:gd name="T35" fmla="*/ 412 h 800"/>
                <a:gd name="T36" fmla="*/ 91 w 836"/>
                <a:gd name="T37" fmla="*/ 450 h 800"/>
                <a:gd name="T38" fmla="*/ 89 w 836"/>
                <a:gd name="T39" fmla="*/ 490 h 800"/>
                <a:gd name="T40" fmla="*/ 87 w 836"/>
                <a:gd name="T41" fmla="*/ 516 h 800"/>
                <a:gd name="T42" fmla="*/ 102 w 836"/>
                <a:gd name="T43" fmla="*/ 605 h 800"/>
                <a:gd name="T44" fmla="*/ 238 w 836"/>
                <a:gd name="T45" fmla="*/ 667 h 800"/>
                <a:gd name="T46" fmla="*/ 235 w 836"/>
                <a:gd name="T47" fmla="*/ 727 h 800"/>
                <a:gd name="T48" fmla="*/ 260 w 836"/>
                <a:gd name="T49" fmla="*/ 756 h 800"/>
                <a:gd name="T50" fmla="*/ 288 w 836"/>
                <a:gd name="T51" fmla="*/ 778 h 800"/>
                <a:gd name="T52" fmla="*/ 302 w 836"/>
                <a:gd name="T53" fmla="*/ 787 h 800"/>
                <a:gd name="T54" fmla="*/ 308 w 836"/>
                <a:gd name="T55" fmla="*/ 789 h 800"/>
                <a:gd name="T56" fmla="*/ 342 w 836"/>
                <a:gd name="T57" fmla="*/ 765 h 800"/>
                <a:gd name="T58" fmla="*/ 353 w 836"/>
                <a:gd name="T59" fmla="*/ 751 h 800"/>
                <a:gd name="T60" fmla="*/ 386 w 836"/>
                <a:gd name="T61" fmla="*/ 745 h 800"/>
                <a:gd name="T62" fmla="*/ 413 w 836"/>
                <a:gd name="T63" fmla="*/ 740 h 800"/>
                <a:gd name="T64" fmla="*/ 444 w 836"/>
                <a:gd name="T65" fmla="*/ 756 h 800"/>
                <a:gd name="T66" fmla="*/ 501 w 836"/>
                <a:gd name="T67" fmla="*/ 767 h 800"/>
                <a:gd name="T68" fmla="*/ 530 w 836"/>
                <a:gd name="T69" fmla="*/ 771 h 800"/>
                <a:gd name="T70" fmla="*/ 572 w 836"/>
                <a:gd name="T71" fmla="*/ 747 h 800"/>
                <a:gd name="T72" fmla="*/ 570 w 836"/>
                <a:gd name="T73" fmla="*/ 776 h 800"/>
                <a:gd name="T74" fmla="*/ 601 w 836"/>
                <a:gd name="T75" fmla="*/ 798 h 800"/>
                <a:gd name="T76" fmla="*/ 616 w 836"/>
                <a:gd name="T77" fmla="*/ 758 h 800"/>
                <a:gd name="T78" fmla="*/ 630 w 836"/>
                <a:gd name="T79" fmla="*/ 727 h 800"/>
                <a:gd name="T80" fmla="*/ 656 w 836"/>
                <a:gd name="T81" fmla="*/ 689 h 800"/>
                <a:gd name="T82" fmla="*/ 661 w 836"/>
                <a:gd name="T83" fmla="*/ 665 h 800"/>
                <a:gd name="T84" fmla="*/ 685 w 836"/>
                <a:gd name="T85" fmla="*/ 645 h 800"/>
                <a:gd name="T86" fmla="*/ 721 w 836"/>
                <a:gd name="T87" fmla="*/ 625 h 800"/>
                <a:gd name="T88" fmla="*/ 732 w 836"/>
                <a:gd name="T89" fmla="*/ 592 h 800"/>
                <a:gd name="T90" fmla="*/ 758 w 836"/>
                <a:gd name="T91" fmla="*/ 570 h 800"/>
                <a:gd name="T92" fmla="*/ 778 w 836"/>
                <a:gd name="T93" fmla="*/ 543 h 800"/>
                <a:gd name="T94" fmla="*/ 780 w 836"/>
                <a:gd name="T95" fmla="*/ 523 h 800"/>
                <a:gd name="T96" fmla="*/ 791 w 836"/>
                <a:gd name="T97" fmla="*/ 501 h 800"/>
                <a:gd name="T98" fmla="*/ 791 w 836"/>
                <a:gd name="T99" fmla="*/ 477 h 800"/>
                <a:gd name="T100" fmla="*/ 800 w 836"/>
                <a:gd name="T101" fmla="*/ 457 h 800"/>
                <a:gd name="T102" fmla="*/ 811 w 836"/>
                <a:gd name="T103" fmla="*/ 434 h 800"/>
                <a:gd name="T104" fmla="*/ 814 w 836"/>
                <a:gd name="T105" fmla="*/ 421 h 800"/>
                <a:gd name="T106" fmla="*/ 811 w 836"/>
                <a:gd name="T107" fmla="*/ 406 h 800"/>
                <a:gd name="T108" fmla="*/ 805 w 836"/>
                <a:gd name="T109" fmla="*/ 390 h 800"/>
                <a:gd name="T110" fmla="*/ 807 w 836"/>
                <a:gd name="T111" fmla="*/ 379 h 800"/>
                <a:gd name="T112" fmla="*/ 805 w 836"/>
                <a:gd name="T113" fmla="*/ 344 h 800"/>
                <a:gd name="T114" fmla="*/ 805 w 836"/>
                <a:gd name="T115" fmla="*/ 330 h 800"/>
                <a:gd name="T116" fmla="*/ 807 w 836"/>
                <a:gd name="T117" fmla="*/ 315 h 800"/>
                <a:gd name="T118" fmla="*/ 805 w 836"/>
                <a:gd name="T119" fmla="*/ 286 h 800"/>
                <a:gd name="T120" fmla="*/ 809 w 836"/>
                <a:gd name="T121" fmla="*/ 262 h 800"/>
                <a:gd name="T122" fmla="*/ 814 w 836"/>
                <a:gd name="T123" fmla="*/ 242 h 800"/>
                <a:gd name="T124" fmla="*/ 827 w 836"/>
                <a:gd name="T125" fmla="*/ 204 h 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36" h="800">
                  <a:moveTo>
                    <a:pt x="767" y="182"/>
                  </a:moveTo>
                  <a:lnTo>
                    <a:pt x="758" y="180"/>
                  </a:lnTo>
                  <a:lnTo>
                    <a:pt x="479" y="164"/>
                  </a:lnTo>
                  <a:lnTo>
                    <a:pt x="379" y="157"/>
                  </a:lnTo>
                  <a:lnTo>
                    <a:pt x="379" y="157"/>
                  </a:lnTo>
                  <a:lnTo>
                    <a:pt x="377" y="157"/>
                  </a:lnTo>
                  <a:lnTo>
                    <a:pt x="373" y="155"/>
                  </a:lnTo>
                  <a:lnTo>
                    <a:pt x="370" y="153"/>
                  </a:lnTo>
                  <a:lnTo>
                    <a:pt x="370" y="153"/>
                  </a:lnTo>
                  <a:lnTo>
                    <a:pt x="366" y="151"/>
                  </a:lnTo>
                  <a:lnTo>
                    <a:pt x="366" y="151"/>
                  </a:lnTo>
                  <a:lnTo>
                    <a:pt x="364" y="151"/>
                  </a:lnTo>
                  <a:lnTo>
                    <a:pt x="364" y="151"/>
                  </a:lnTo>
                  <a:lnTo>
                    <a:pt x="364" y="151"/>
                  </a:lnTo>
                  <a:lnTo>
                    <a:pt x="362" y="151"/>
                  </a:lnTo>
                  <a:lnTo>
                    <a:pt x="362" y="151"/>
                  </a:lnTo>
                  <a:lnTo>
                    <a:pt x="359" y="151"/>
                  </a:lnTo>
                  <a:lnTo>
                    <a:pt x="359" y="151"/>
                  </a:lnTo>
                  <a:lnTo>
                    <a:pt x="357" y="151"/>
                  </a:lnTo>
                  <a:lnTo>
                    <a:pt x="355" y="151"/>
                  </a:lnTo>
                  <a:lnTo>
                    <a:pt x="355" y="151"/>
                  </a:lnTo>
                  <a:lnTo>
                    <a:pt x="355" y="151"/>
                  </a:lnTo>
                  <a:lnTo>
                    <a:pt x="355" y="149"/>
                  </a:lnTo>
                  <a:lnTo>
                    <a:pt x="355" y="144"/>
                  </a:lnTo>
                  <a:lnTo>
                    <a:pt x="353" y="144"/>
                  </a:lnTo>
                  <a:lnTo>
                    <a:pt x="353" y="144"/>
                  </a:lnTo>
                  <a:lnTo>
                    <a:pt x="353" y="142"/>
                  </a:lnTo>
                  <a:lnTo>
                    <a:pt x="353" y="142"/>
                  </a:lnTo>
                  <a:lnTo>
                    <a:pt x="351" y="142"/>
                  </a:lnTo>
                  <a:lnTo>
                    <a:pt x="346" y="140"/>
                  </a:lnTo>
                  <a:lnTo>
                    <a:pt x="344" y="140"/>
                  </a:lnTo>
                  <a:lnTo>
                    <a:pt x="342" y="140"/>
                  </a:lnTo>
                  <a:lnTo>
                    <a:pt x="342" y="140"/>
                  </a:lnTo>
                  <a:lnTo>
                    <a:pt x="342" y="140"/>
                  </a:lnTo>
                  <a:lnTo>
                    <a:pt x="339" y="140"/>
                  </a:lnTo>
                  <a:lnTo>
                    <a:pt x="339" y="140"/>
                  </a:lnTo>
                  <a:lnTo>
                    <a:pt x="337" y="140"/>
                  </a:lnTo>
                  <a:lnTo>
                    <a:pt x="335" y="137"/>
                  </a:lnTo>
                  <a:lnTo>
                    <a:pt x="335" y="137"/>
                  </a:lnTo>
                  <a:lnTo>
                    <a:pt x="335" y="137"/>
                  </a:lnTo>
                  <a:lnTo>
                    <a:pt x="335" y="135"/>
                  </a:lnTo>
                  <a:lnTo>
                    <a:pt x="335" y="131"/>
                  </a:lnTo>
                  <a:lnTo>
                    <a:pt x="335" y="129"/>
                  </a:lnTo>
                  <a:lnTo>
                    <a:pt x="333" y="126"/>
                  </a:lnTo>
                  <a:lnTo>
                    <a:pt x="333" y="126"/>
                  </a:lnTo>
                  <a:lnTo>
                    <a:pt x="333" y="126"/>
                  </a:lnTo>
                  <a:lnTo>
                    <a:pt x="326" y="124"/>
                  </a:lnTo>
                  <a:lnTo>
                    <a:pt x="326" y="122"/>
                  </a:lnTo>
                  <a:lnTo>
                    <a:pt x="326" y="122"/>
                  </a:lnTo>
                  <a:lnTo>
                    <a:pt x="324" y="122"/>
                  </a:lnTo>
                  <a:lnTo>
                    <a:pt x="317" y="120"/>
                  </a:lnTo>
                  <a:lnTo>
                    <a:pt x="317" y="118"/>
                  </a:lnTo>
                  <a:lnTo>
                    <a:pt x="313" y="115"/>
                  </a:lnTo>
                  <a:lnTo>
                    <a:pt x="313" y="115"/>
                  </a:lnTo>
                  <a:lnTo>
                    <a:pt x="313" y="113"/>
                  </a:lnTo>
                  <a:lnTo>
                    <a:pt x="313" y="113"/>
                  </a:lnTo>
                  <a:lnTo>
                    <a:pt x="313" y="113"/>
                  </a:lnTo>
                  <a:lnTo>
                    <a:pt x="308" y="111"/>
                  </a:lnTo>
                  <a:lnTo>
                    <a:pt x="306" y="109"/>
                  </a:lnTo>
                  <a:lnTo>
                    <a:pt x="304" y="106"/>
                  </a:lnTo>
                  <a:lnTo>
                    <a:pt x="304" y="106"/>
                  </a:lnTo>
                  <a:lnTo>
                    <a:pt x="302" y="106"/>
                  </a:lnTo>
                  <a:lnTo>
                    <a:pt x="297" y="104"/>
                  </a:lnTo>
                  <a:lnTo>
                    <a:pt x="297" y="104"/>
                  </a:lnTo>
                  <a:lnTo>
                    <a:pt x="297" y="102"/>
                  </a:lnTo>
                  <a:lnTo>
                    <a:pt x="297" y="100"/>
                  </a:lnTo>
                  <a:lnTo>
                    <a:pt x="297" y="100"/>
                  </a:lnTo>
                  <a:lnTo>
                    <a:pt x="295" y="98"/>
                  </a:lnTo>
                  <a:lnTo>
                    <a:pt x="295" y="95"/>
                  </a:lnTo>
                  <a:lnTo>
                    <a:pt x="295" y="95"/>
                  </a:lnTo>
                  <a:lnTo>
                    <a:pt x="295" y="95"/>
                  </a:lnTo>
                  <a:lnTo>
                    <a:pt x="293" y="93"/>
                  </a:lnTo>
                  <a:lnTo>
                    <a:pt x="293" y="93"/>
                  </a:lnTo>
                  <a:lnTo>
                    <a:pt x="293" y="93"/>
                  </a:lnTo>
                  <a:lnTo>
                    <a:pt x="293" y="91"/>
                  </a:lnTo>
                  <a:lnTo>
                    <a:pt x="293" y="91"/>
                  </a:lnTo>
                  <a:lnTo>
                    <a:pt x="293" y="89"/>
                  </a:lnTo>
                  <a:lnTo>
                    <a:pt x="293" y="86"/>
                  </a:lnTo>
                  <a:lnTo>
                    <a:pt x="293" y="86"/>
                  </a:lnTo>
                  <a:lnTo>
                    <a:pt x="293" y="86"/>
                  </a:lnTo>
                  <a:lnTo>
                    <a:pt x="293" y="84"/>
                  </a:lnTo>
                  <a:lnTo>
                    <a:pt x="293" y="84"/>
                  </a:lnTo>
                  <a:lnTo>
                    <a:pt x="293" y="84"/>
                  </a:lnTo>
                  <a:lnTo>
                    <a:pt x="291" y="82"/>
                  </a:lnTo>
                  <a:lnTo>
                    <a:pt x="291" y="82"/>
                  </a:lnTo>
                  <a:lnTo>
                    <a:pt x="291" y="80"/>
                  </a:lnTo>
                  <a:lnTo>
                    <a:pt x="291" y="80"/>
                  </a:lnTo>
                  <a:lnTo>
                    <a:pt x="291" y="80"/>
                  </a:lnTo>
                  <a:lnTo>
                    <a:pt x="291" y="78"/>
                  </a:lnTo>
                  <a:lnTo>
                    <a:pt x="291" y="78"/>
                  </a:lnTo>
                  <a:lnTo>
                    <a:pt x="291" y="73"/>
                  </a:lnTo>
                  <a:lnTo>
                    <a:pt x="291" y="73"/>
                  </a:lnTo>
                  <a:lnTo>
                    <a:pt x="291" y="71"/>
                  </a:lnTo>
                  <a:lnTo>
                    <a:pt x="291" y="71"/>
                  </a:lnTo>
                  <a:lnTo>
                    <a:pt x="293" y="69"/>
                  </a:lnTo>
                  <a:lnTo>
                    <a:pt x="293" y="67"/>
                  </a:lnTo>
                  <a:lnTo>
                    <a:pt x="293" y="64"/>
                  </a:lnTo>
                  <a:lnTo>
                    <a:pt x="293" y="64"/>
                  </a:lnTo>
                  <a:lnTo>
                    <a:pt x="293" y="62"/>
                  </a:lnTo>
                  <a:lnTo>
                    <a:pt x="288" y="60"/>
                  </a:lnTo>
                  <a:lnTo>
                    <a:pt x="288" y="60"/>
                  </a:lnTo>
                  <a:lnTo>
                    <a:pt x="288" y="58"/>
                  </a:lnTo>
                  <a:lnTo>
                    <a:pt x="286" y="58"/>
                  </a:lnTo>
                  <a:lnTo>
                    <a:pt x="286" y="55"/>
                  </a:lnTo>
                  <a:lnTo>
                    <a:pt x="286" y="55"/>
                  </a:lnTo>
                  <a:lnTo>
                    <a:pt x="282" y="51"/>
                  </a:lnTo>
                  <a:lnTo>
                    <a:pt x="282" y="51"/>
                  </a:lnTo>
                  <a:lnTo>
                    <a:pt x="282" y="51"/>
                  </a:lnTo>
                  <a:lnTo>
                    <a:pt x="282" y="49"/>
                  </a:lnTo>
                  <a:lnTo>
                    <a:pt x="282" y="47"/>
                  </a:lnTo>
                  <a:lnTo>
                    <a:pt x="280" y="44"/>
                  </a:lnTo>
                  <a:lnTo>
                    <a:pt x="280" y="42"/>
                  </a:lnTo>
                  <a:lnTo>
                    <a:pt x="280" y="42"/>
                  </a:lnTo>
                  <a:lnTo>
                    <a:pt x="280" y="40"/>
                  </a:lnTo>
                  <a:lnTo>
                    <a:pt x="277" y="38"/>
                  </a:lnTo>
                  <a:lnTo>
                    <a:pt x="277" y="36"/>
                  </a:lnTo>
                  <a:lnTo>
                    <a:pt x="275" y="31"/>
                  </a:lnTo>
                  <a:lnTo>
                    <a:pt x="275" y="27"/>
                  </a:lnTo>
                  <a:lnTo>
                    <a:pt x="273" y="24"/>
                  </a:lnTo>
                  <a:lnTo>
                    <a:pt x="273" y="24"/>
                  </a:lnTo>
                  <a:lnTo>
                    <a:pt x="271" y="22"/>
                  </a:lnTo>
                  <a:lnTo>
                    <a:pt x="271" y="20"/>
                  </a:lnTo>
                  <a:lnTo>
                    <a:pt x="271" y="20"/>
                  </a:lnTo>
                  <a:lnTo>
                    <a:pt x="269" y="18"/>
                  </a:lnTo>
                  <a:lnTo>
                    <a:pt x="269" y="13"/>
                  </a:lnTo>
                  <a:lnTo>
                    <a:pt x="262" y="4"/>
                  </a:lnTo>
                  <a:lnTo>
                    <a:pt x="257" y="0"/>
                  </a:lnTo>
                  <a:lnTo>
                    <a:pt x="255" y="0"/>
                  </a:lnTo>
                  <a:lnTo>
                    <a:pt x="253" y="2"/>
                  </a:lnTo>
                  <a:lnTo>
                    <a:pt x="253" y="4"/>
                  </a:lnTo>
                  <a:lnTo>
                    <a:pt x="251" y="4"/>
                  </a:lnTo>
                  <a:lnTo>
                    <a:pt x="251" y="7"/>
                  </a:lnTo>
                  <a:lnTo>
                    <a:pt x="251" y="7"/>
                  </a:lnTo>
                  <a:lnTo>
                    <a:pt x="251" y="7"/>
                  </a:lnTo>
                  <a:lnTo>
                    <a:pt x="251" y="9"/>
                  </a:lnTo>
                  <a:lnTo>
                    <a:pt x="251" y="9"/>
                  </a:lnTo>
                  <a:lnTo>
                    <a:pt x="251" y="11"/>
                  </a:lnTo>
                  <a:lnTo>
                    <a:pt x="251" y="11"/>
                  </a:lnTo>
                  <a:lnTo>
                    <a:pt x="251" y="11"/>
                  </a:lnTo>
                  <a:lnTo>
                    <a:pt x="251" y="13"/>
                  </a:lnTo>
                  <a:lnTo>
                    <a:pt x="251" y="16"/>
                  </a:lnTo>
                  <a:lnTo>
                    <a:pt x="251" y="16"/>
                  </a:lnTo>
                  <a:lnTo>
                    <a:pt x="251" y="16"/>
                  </a:lnTo>
                  <a:lnTo>
                    <a:pt x="251" y="18"/>
                  </a:lnTo>
                  <a:lnTo>
                    <a:pt x="251" y="18"/>
                  </a:lnTo>
                  <a:lnTo>
                    <a:pt x="251" y="20"/>
                  </a:lnTo>
                  <a:lnTo>
                    <a:pt x="251" y="20"/>
                  </a:lnTo>
                  <a:lnTo>
                    <a:pt x="249" y="22"/>
                  </a:lnTo>
                  <a:lnTo>
                    <a:pt x="246" y="24"/>
                  </a:lnTo>
                  <a:lnTo>
                    <a:pt x="246" y="24"/>
                  </a:lnTo>
                  <a:lnTo>
                    <a:pt x="244" y="29"/>
                  </a:lnTo>
                  <a:lnTo>
                    <a:pt x="244" y="29"/>
                  </a:lnTo>
                  <a:lnTo>
                    <a:pt x="242" y="31"/>
                  </a:lnTo>
                  <a:lnTo>
                    <a:pt x="240" y="31"/>
                  </a:lnTo>
                  <a:lnTo>
                    <a:pt x="240" y="33"/>
                  </a:lnTo>
                  <a:lnTo>
                    <a:pt x="240" y="33"/>
                  </a:lnTo>
                  <a:lnTo>
                    <a:pt x="240" y="36"/>
                  </a:lnTo>
                  <a:lnTo>
                    <a:pt x="240" y="36"/>
                  </a:lnTo>
                  <a:lnTo>
                    <a:pt x="240" y="36"/>
                  </a:lnTo>
                  <a:lnTo>
                    <a:pt x="240" y="38"/>
                  </a:lnTo>
                  <a:lnTo>
                    <a:pt x="240" y="40"/>
                  </a:lnTo>
                  <a:lnTo>
                    <a:pt x="240" y="40"/>
                  </a:lnTo>
                  <a:lnTo>
                    <a:pt x="240" y="42"/>
                  </a:lnTo>
                  <a:lnTo>
                    <a:pt x="242" y="44"/>
                  </a:lnTo>
                  <a:lnTo>
                    <a:pt x="242" y="49"/>
                  </a:lnTo>
                  <a:lnTo>
                    <a:pt x="244" y="53"/>
                  </a:lnTo>
                  <a:lnTo>
                    <a:pt x="244" y="55"/>
                  </a:lnTo>
                  <a:lnTo>
                    <a:pt x="244" y="55"/>
                  </a:lnTo>
                  <a:lnTo>
                    <a:pt x="244" y="58"/>
                  </a:lnTo>
                  <a:lnTo>
                    <a:pt x="242" y="64"/>
                  </a:lnTo>
                  <a:lnTo>
                    <a:pt x="242" y="64"/>
                  </a:lnTo>
                  <a:lnTo>
                    <a:pt x="242" y="64"/>
                  </a:lnTo>
                  <a:lnTo>
                    <a:pt x="242" y="67"/>
                  </a:lnTo>
                  <a:lnTo>
                    <a:pt x="242" y="67"/>
                  </a:lnTo>
                  <a:lnTo>
                    <a:pt x="242" y="67"/>
                  </a:lnTo>
                  <a:lnTo>
                    <a:pt x="240" y="69"/>
                  </a:lnTo>
                  <a:lnTo>
                    <a:pt x="240" y="71"/>
                  </a:lnTo>
                  <a:lnTo>
                    <a:pt x="240" y="71"/>
                  </a:lnTo>
                  <a:lnTo>
                    <a:pt x="238" y="73"/>
                  </a:lnTo>
                  <a:lnTo>
                    <a:pt x="238" y="75"/>
                  </a:lnTo>
                  <a:lnTo>
                    <a:pt x="238" y="75"/>
                  </a:lnTo>
                  <a:lnTo>
                    <a:pt x="238" y="75"/>
                  </a:lnTo>
                  <a:lnTo>
                    <a:pt x="235" y="78"/>
                  </a:lnTo>
                  <a:lnTo>
                    <a:pt x="235" y="78"/>
                  </a:lnTo>
                  <a:lnTo>
                    <a:pt x="235" y="80"/>
                  </a:lnTo>
                  <a:lnTo>
                    <a:pt x="235" y="80"/>
                  </a:lnTo>
                  <a:lnTo>
                    <a:pt x="235" y="84"/>
                  </a:lnTo>
                  <a:lnTo>
                    <a:pt x="235" y="86"/>
                  </a:lnTo>
                  <a:lnTo>
                    <a:pt x="235" y="86"/>
                  </a:lnTo>
                  <a:lnTo>
                    <a:pt x="235" y="89"/>
                  </a:lnTo>
                  <a:lnTo>
                    <a:pt x="235" y="89"/>
                  </a:lnTo>
                  <a:lnTo>
                    <a:pt x="235" y="89"/>
                  </a:lnTo>
                  <a:lnTo>
                    <a:pt x="233" y="93"/>
                  </a:lnTo>
                  <a:lnTo>
                    <a:pt x="233" y="93"/>
                  </a:lnTo>
                  <a:lnTo>
                    <a:pt x="233" y="100"/>
                  </a:lnTo>
                  <a:lnTo>
                    <a:pt x="231" y="100"/>
                  </a:lnTo>
                  <a:lnTo>
                    <a:pt x="231" y="102"/>
                  </a:lnTo>
                  <a:lnTo>
                    <a:pt x="226" y="104"/>
                  </a:lnTo>
                  <a:lnTo>
                    <a:pt x="0" y="104"/>
                  </a:lnTo>
                  <a:lnTo>
                    <a:pt x="5" y="106"/>
                  </a:lnTo>
                  <a:lnTo>
                    <a:pt x="7" y="109"/>
                  </a:lnTo>
                  <a:lnTo>
                    <a:pt x="9" y="111"/>
                  </a:lnTo>
                  <a:lnTo>
                    <a:pt x="9" y="111"/>
                  </a:lnTo>
                  <a:lnTo>
                    <a:pt x="11" y="113"/>
                  </a:lnTo>
                  <a:lnTo>
                    <a:pt x="11" y="113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7" y="122"/>
                  </a:lnTo>
                  <a:lnTo>
                    <a:pt x="5" y="129"/>
                  </a:lnTo>
                  <a:lnTo>
                    <a:pt x="5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7" y="137"/>
                  </a:lnTo>
                  <a:lnTo>
                    <a:pt x="7" y="137"/>
                  </a:lnTo>
                  <a:lnTo>
                    <a:pt x="7" y="137"/>
                  </a:lnTo>
                  <a:lnTo>
                    <a:pt x="7" y="140"/>
                  </a:lnTo>
                  <a:lnTo>
                    <a:pt x="7" y="140"/>
                  </a:lnTo>
                  <a:lnTo>
                    <a:pt x="5" y="140"/>
                  </a:lnTo>
                  <a:lnTo>
                    <a:pt x="3" y="140"/>
                  </a:lnTo>
                  <a:lnTo>
                    <a:pt x="3" y="140"/>
                  </a:lnTo>
                  <a:lnTo>
                    <a:pt x="3" y="140"/>
                  </a:lnTo>
                  <a:lnTo>
                    <a:pt x="3" y="142"/>
                  </a:lnTo>
                  <a:lnTo>
                    <a:pt x="3" y="142"/>
                  </a:lnTo>
                  <a:lnTo>
                    <a:pt x="3" y="144"/>
                  </a:lnTo>
                  <a:lnTo>
                    <a:pt x="0" y="146"/>
                  </a:lnTo>
                  <a:lnTo>
                    <a:pt x="3" y="146"/>
                  </a:lnTo>
                  <a:lnTo>
                    <a:pt x="3" y="146"/>
                  </a:lnTo>
                  <a:lnTo>
                    <a:pt x="3" y="149"/>
                  </a:lnTo>
                  <a:lnTo>
                    <a:pt x="5" y="149"/>
                  </a:lnTo>
                  <a:lnTo>
                    <a:pt x="5" y="151"/>
                  </a:lnTo>
                  <a:lnTo>
                    <a:pt x="5" y="151"/>
                  </a:lnTo>
                  <a:lnTo>
                    <a:pt x="7" y="153"/>
                  </a:lnTo>
                  <a:lnTo>
                    <a:pt x="7" y="153"/>
                  </a:lnTo>
                  <a:lnTo>
                    <a:pt x="5" y="155"/>
                  </a:lnTo>
                  <a:lnTo>
                    <a:pt x="7" y="164"/>
                  </a:lnTo>
                  <a:lnTo>
                    <a:pt x="9" y="164"/>
                  </a:lnTo>
                  <a:lnTo>
                    <a:pt x="9" y="166"/>
                  </a:lnTo>
                  <a:lnTo>
                    <a:pt x="9" y="166"/>
                  </a:lnTo>
                  <a:lnTo>
                    <a:pt x="9" y="166"/>
                  </a:lnTo>
                  <a:lnTo>
                    <a:pt x="11" y="168"/>
                  </a:lnTo>
                  <a:lnTo>
                    <a:pt x="11" y="168"/>
                  </a:lnTo>
                  <a:lnTo>
                    <a:pt x="11" y="168"/>
                  </a:lnTo>
                  <a:lnTo>
                    <a:pt x="11" y="171"/>
                  </a:lnTo>
                  <a:lnTo>
                    <a:pt x="9" y="171"/>
                  </a:lnTo>
                  <a:lnTo>
                    <a:pt x="9" y="171"/>
                  </a:lnTo>
                  <a:lnTo>
                    <a:pt x="9" y="171"/>
                  </a:lnTo>
                  <a:lnTo>
                    <a:pt x="9" y="173"/>
                  </a:lnTo>
                  <a:lnTo>
                    <a:pt x="7" y="175"/>
                  </a:lnTo>
                  <a:lnTo>
                    <a:pt x="7" y="175"/>
                  </a:lnTo>
                  <a:lnTo>
                    <a:pt x="5" y="175"/>
                  </a:lnTo>
                  <a:lnTo>
                    <a:pt x="5" y="175"/>
                  </a:lnTo>
                  <a:lnTo>
                    <a:pt x="5" y="175"/>
                  </a:lnTo>
                  <a:lnTo>
                    <a:pt x="5" y="177"/>
                  </a:lnTo>
                  <a:lnTo>
                    <a:pt x="5" y="177"/>
                  </a:lnTo>
                  <a:lnTo>
                    <a:pt x="7" y="177"/>
                  </a:lnTo>
                  <a:lnTo>
                    <a:pt x="7" y="180"/>
                  </a:lnTo>
                  <a:lnTo>
                    <a:pt x="7" y="182"/>
                  </a:lnTo>
                  <a:lnTo>
                    <a:pt x="7" y="182"/>
                  </a:lnTo>
                  <a:lnTo>
                    <a:pt x="9" y="186"/>
                  </a:lnTo>
                  <a:lnTo>
                    <a:pt x="9" y="186"/>
                  </a:lnTo>
                  <a:lnTo>
                    <a:pt x="7" y="188"/>
                  </a:lnTo>
                  <a:lnTo>
                    <a:pt x="7" y="191"/>
                  </a:lnTo>
                  <a:lnTo>
                    <a:pt x="7" y="191"/>
                  </a:lnTo>
                  <a:lnTo>
                    <a:pt x="7" y="193"/>
                  </a:lnTo>
                  <a:lnTo>
                    <a:pt x="7" y="195"/>
                  </a:lnTo>
                  <a:lnTo>
                    <a:pt x="7" y="195"/>
                  </a:lnTo>
                  <a:lnTo>
                    <a:pt x="7" y="195"/>
                  </a:lnTo>
                  <a:lnTo>
                    <a:pt x="5" y="200"/>
                  </a:lnTo>
                  <a:lnTo>
                    <a:pt x="5" y="200"/>
                  </a:lnTo>
                  <a:lnTo>
                    <a:pt x="5" y="202"/>
                  </a:lnTo>
                  <a:lnTo>
                    <a:pt x="5" y="204"/>
                  </a:lnTo>
                  <a:lnTo>
                    <a:pt x="5" y="206"/>
                  </a:lnTo>
                  <a:lnTo>
                    <a:pt x="5" y="206"/>
                  </a:lnTo>
                  <a:lnTo>
                    <a:pt x="5" y="208"/>
                  </a:lnTo>
                  <a:lnTo>
                    <a:pt x="5" y="208"/>
                  </a:lnTo>
                  <a:lnTo>
                    <a:pt x="5" y="211"/>
                  </a:lnTo>
                  <a:lnTo>
                    <a:pt x="5" y="211"/>
                  </a:lnTo>
                  <a:lnTo>
                    <a:pt x="5" y="213"/>
                  </a:lnTo>
                  <a:lnTo>
                    <a:pt x="5" y="215"/>
                  </a:lnTo>
                  <a:lnTo>
                    <a:pt x="5" y="215"/>
                  </a:lnTo>
                  <a:lnTo>
                    <a:pt x="9" y="222"/>
                  </a:lnTo>
                  <a:lnTo>
                    <a:pt x="9" y="224"/>
                  </a:lnTo>
                  <a:lnTo>
                    <a:pt x="9" y="224"/>
                  </a:lnTo>
                  <a:lnTo>
                    <a:pt x="11" y="226"/>
                  </a:lnTo>
                  <a:lnTo>
                    <a:pt x="11" y="226"/>
                  </a:lnTo>
                  <a:lnTo>
                    <a:pt x="11" y="228"/>
                  </a:lnTo>
                  <a:lnTo>
                    <a:pt x="11" y="228"/>
                  </a:lnTo>
                  <a:lnTo>
                    <a:pt x="11" y="231"/>
                  </a:lnTo>
                  <a:lnTo>
                    <a:pt x="11" y="233"/>
                  </a:lnTo>
                  <a:lnTo>
                    <a:pt x="11" y="237"/>
                  </a:lnTo>
                  <a:lnTo>
                    <a:pt x="9" y="242"/>
                  </a:lnTo>
                  <a:lnTo>
                    <a:pt x="9" y="244"/>
                  </a:lnTo>
                  <a:lnTo>
                    <a:pt x="9" y="246"/>
                  </a:lnTo>
                  <a:lnTo>
                    <a:pt x="9" y="248"/>
                  </a:lnTo>
                  <a:lnTo>
                    <a:pt x="9" y="248"/>
                  </a:lnTo>
                  <a:lnTo>
                    <a:pt x="11" y="248"/>
                  </a:lnTo>
                  <a:lnTo>
                    <a:pt x="11" y="248"/>
                  </a:lnTo>
                  <a:lnTo>
                    <a:pt x="11" y="248"/>
                  </a:lnTo>
                  <a:lnTo>
                    <a:pt x="11" y="248"/>
                  </a:lnTo>
                  <a:lnTo>
                    <a:pt x="11" y="250"/>
                  </a:lnTo>
                  <a:lnTo>
                    <a:pt x="11" y="253"/>
                  </a:lnTo>
                  <a:lnTo>
                    <a:pt x="11" y="253"/>
                  </a:lnTo>
                  <a:lnTo>
                    <a:pt x="11" y="253"/>
                  </a:lnTo>
                  <a:lnTo>
                    <a:pt x="9" y="253"/>
                  </a:lnTo>
                  <a:lnTo>
                    <a:pt x="9" y="253"/>
                  </a:lnTo>
                  <a:lnTo>
                    <a:pt x="9" y="253"/>
                  </a:lnTo>
                  <a:lnTo>
                    <a:pt x="9" y="253"/>
                  </a:lnTo>
                  <a:lnTo>
                    <a:pt x="9" y="255"/>
                  </a:lnTo>
                  <a:lnTo>
                    <a:pt x="9" y="255"/>
                  </a:lnTo>
                  <a:lnTo>
                    <a:pt x="9" y="259"/>
                  </a:lnTo>
                  <a:lnTo>
                    <a:pt x="9" y="259"/>
                  </a:lnTo>
                  <a:lnTo>
                    <a:pt x="9" y="262"/>
                  </a:lnTo>
                  <a:lnTo>
                    <a:pt x="7" y="266"/>
                  </a:lnTo>
                  <a:lnTo>
                    <a:pt x="7" y="268"/>
                  </a:lnTo>
                  <a:lnTo>
                    <a:pt x="9" y="268"/>
                  </a:lnTo>
                  <a:lnTo>
                    <a:pt x="11" y="270"/>
                  </a:lnTo>
                  <a:lnTo>
                    <a:pt x="87" y="270"/>
                  </a:lnTo>
                  <a:lnTo>
                    <a:pt x="89" y="270"/>
                  </a:lnTo>
                  <a:lnTo>
                    <a:pt x="87" y="270"/>
                  </a:lnTo>
                  <a:lnTo>
                    <a:pt x="87" y="273"/>
                  </a:lnTo>
                  <a:lnTo>
                    <a:pt x="87" y="273"/>
                  </a:lnTo>
                  <a:lnTo>
                    <a:pt x="89" y="275"/>
                  </a:lnTo>
                  <a:lnTo>
                    <a:pt x="91" y="277"/>
                  </a:lnTo>
                  <a:lnTo>
                    <a:pt x="93" y="279"/>
                  </a:lnTo>
                  <a:lnTo>
                    <a:pt x="93" y="279"/>
                  </a:lnTo>
                  <a:lnTo>
                    <a:pt x="93" y="277"/>
                  </a:lnTo>
                  <a:lnTo>
                    <a:pt x="96" y="277"/>
                  </a:lnTo>
                  <a:lnTo>
                    <a:pt x="98" y="275"/>
                  </a:lnTo>
                  <a:lnTo>
                    <a:pt x="98" y="275"/>
                  </a:lnTo>
                  <a:lnTo>
                    <a:pt x="98" y="275"/>
                  </a:lnTo>
                  <a:lnTo>
                    <a:pt x="100" y="277"/>
                  </a:lnTo>
                  <a:lnTo>
                    <a:pt x="102" y="277"/>
                  </a:lnTo>
                  <a:lnTo>
                    <a:pt x="102" y="277"/>
                  </a:lnTo>
                  <a:lnTo>
                    <a:pt x="107" y="279"/>
                  </a:lnTo>
                  <a:lnTo>
                    <a:pt x="107" y="279"/>
                  </a:lnTo>
                  <a:lnTo>
                    <a:pt x="107" y="279"/>
                  </a:lnTo>
                  <a:lnTo>
                    <a:pt x="109" y="279"/>
                  </a:lnTo>
                  <a:lnTo>
                    <a:pt x="109" y="277"/>
                  </a:lnTo>
                  <a:lnTo>
                    <a:pt x="109" y="277"/>
                  </a:lnTo>
                  <a:lnTo>
                    <a:pt x="113" y="279"/>
                  </a:lnTo>
                  <a:lnTo>
                    <a:pt x="113" y="279"/>
                  </a:lnTo>
                  <a:lnTo>
                    <a:pt x="113" y="279"/>
                  </a:lnTo>
                  <a:lnTo>
                    <a:pt x="116" y="279"/>
                  </a:lnTo>
                  <a:lnTo>
                    <a:pt x="116" y="279"/>
                  </a:lnTo>
                  <a:lnTo>
                    <a:pt x="118" y="279"/>
                  </a:lnTo>
                  <a:lnTo>
                    <a:pt x="118" y="279"/>
                  </a:lnTo>
                  <a:lnTo>
                    <a:pt x="120" y="281"/>
                  </a:lnTo>
                  <a:lnTo>
                    <a:pt x="120" y="281"/>
                  </a:lnTo>
                  <a:lnTo>
                    <a:pt x="122" y="286"/>
                  </a:lnTo>
                  <a:lnTo>
                    <a:pt x="122" y="286"/>
                  </a:lnTo>
                  <a:lnTo>
                    <a:pt x="122" y="288"/>
                  </a:lnTo>
                  <a:lnTo>
                    <a:pt x="122" y="288"/>
                  </a:lnTo>
                  <a:lnTo>
                    <a:pt x="122" y="290"/>
                  </a:lnTo>
                  <a:lnTo>
                    <a:pt x="127" y="297"/>
                  </a:lnTo>
                  <a:lnTo>
                    <a:pt x="127" y="299"/>
                  </a:lnTo>
                  <a:lnTo>
                    <a:pt x="127" y="299"/>
                  </a:lnTo>
                  <a:lnTo>
                    <a:pt x="127" y="301"/>
                  </a:lnTo>
                  <a:lnTo>
                    <a:pt x="124" y="301"/>
                  </a:lnTo>
                  <a:lnTo>
                    <a:pt x="124" y="301"/>
                  </a:lnTo>
                  <a:lnTo>
                    <a:pt x="124" y="301"/>
                  </a:lnTo>
                  <a:lnTo>
                    <a:pt x="122" y="301"/>
                  </a:lnTo>
                  <a:lnTo>
                    <a:pt x="122" y="304"/>
                  </a:lnTo>
                  <a:lnTo>
                    <a:pt x="122" y="304"/>
                  </a:lnTo>
                  <a:lnTo>
                    <a:pt x="122" y="306"/>
                  </a:lnTo>
                  <a:lnTo>
                    <a:pt x="120" y="306"/>
                  </a:lnTo>
                  <a:lnTo>
                    <a:pt x="120" y="308"/>
                  </a:lnTo>
                  <a:lnTo>
                    <a:pt x="118" y="308"/>
                  </a:lnTo>
                  <a:lnTo>
                    <a:pt x="118" y="310"/>
                  </a:lnTo>
                  <a:lnTo>
                    <a:pt x="113" y="313"/>
                  </a:lnTo>
                  <a:lnTo>
                    <a:pt x="113" y="315"/>
                  </a:lnTo>
                  <a:lnTo>
                    <a:pt x="113" y="315"/>
                  </a:lnTo>
                  <a:lnTo>
                    <a:pt x="111" y="315"/>
                  </a:lnTo>
                  <a:lnTo>
                    <a:pt x="111" y="319"/>
                  </a:lnTo>
                  <a:lnTo>
                    <a:pt x="113" y="326"/>
                  </a:lnTo>
                  <a:lnTo>
                    <a:pt x="113" y="326"/>
                  </a:lnTo>
                  <a:lnTo>
                    <a:pt x="113" y="328"/>
                  </a:lnTo>
                  <a:lnTo>
                    <a:pt x="113" y="330"/>
                  </a:lnTo>
                  <a:lnTo>
                    <a:pt x="113" y="332"/>
                  </a:lnTo>
                  <a:lnTo>
                    <a:pt x="113" y="335"/>
                  </a:lnTo>
                  <a:lnTo>
                    <a:pt x="113" y="335"/>
                  </a:lnTo>
                  <a:lnTo>
                    <a:pt x="116" y="337"/>
                  </a:lnTo>
                  <a:lnTo>
                    <a:pt x="116" y="337"/>
                  </a:lnTo>
                  <a:lnTo>
                    <a:pt x="116" y="337"/>
                  </a:lnTo>
                  <a:lnTo>
                    <a:pt x="118" y="337"/>
                  </a:lnTo>
                  <a:lnTo>
                    <a:pt x="118" y="337"/>
                  </a:lnTo>
                  <a:lnTo>
                    <a:pt x="120" y="337"/>
                  </a:lnTo>
                  <a:lnTo>
                    <a:pt x="120" y="337"/>
                  </a:lnTo>
                  <a:lnTo>
                    <a:pt x="120" y="337"/>
                  </a:lnTo>
                  <a:lnTo>
                    <a:pt x="120" y="339"/>
                  </a:lnTo>
                  <a:lnTo>
                    <a:pt x="122" y="341"/>
                  </a:lnTo>
                  <a:lnTo>
                    <a:pt x="124" y="346"/>
                  </a:lnTo>
                  <a:lnTo>
                    <a:pt x="124" y="348"/>
                  </a:lnTo>
                  <a:lnTo>
                    <a:pt x="127" y="352"/>
                  </a:lnTo>
                  <a:lnTo>
                    <a:pt x="129" y="352"/>
                  </a:lnTo>
                  <a:lnTo>
                    <a:pt x="129" y="355"/>
                  </a:lnTo>
                  <a:lnTo>
                    <a:pt x="129" y="363"/>
                  </a:lnTo>
                  <a:lnTo>
                    <a:pt x="129" y="363"/>
                  </a:lnTo>
                  <a:lnTo>
                    <a:pt x="129" y="366"/>
                  </a:lnTo>
                  <a:lnTo>
                    <a:pt x="129" y="368"/>
                  </a:lnTo>
                  <a:lnTo>
                    <a:pt x="131" y="372"/>
                  </a:lnTo>
                  <a:lnTo>
                    <a:pt x="133" y="372"/>
                  </a:lnTo>
                  <a:lnTo>
                    <a:pt x="133" y="375"/>
                  </a:lnTo>
                  <a:lnTo>
                    <a:pt x="133" y="375"/>
                  </a:lnTo>
                  <a:lnTo>
                    <a:pt x="131" y="377"/>
                  </a:lnTo>
                  <a:lnTo>
                    <a:pt x="127" y="390"/>
                  </a:lnTo>
                  <a:lnTo>
                    <a:pt x="120" y="397"/>
                  </a:lnTo>
                  <a:lnTo>
                    <a:pt x="120" y="399"/>
                  </a:lnTo>
                  <a:lnTo>
                    <a:pt x="120" y="399"/>
                  </a:lnTo>
                  <a:lnTo>
                    <a:pt x="118" y="403"/>
                  </a:lnTo>
                  <a:lnTo>
                    <a:pt x="118" y="406"/>
                  </a:lnTo>
                  <a:lnTo>
                    <a:pt x="118" y="408"/>
                  </a:lnTo>
                  <a:lnTo>
                    <a:pt x="118" y="410"/>
                  </a:lnTo>
                  <a:lnTo>
                    <a:pt x="116" y="410"/>
                  </a:lnTo>
                  <a:lnTo>
                    <a:pt x="116" y="412"/>
                  </a:lnTo>
                  <a:lnTo>
                    <a:pt x="113" y="414"/>
                  </a:lnTo>
                  <a:lnTo>
                    <a:pt x="113" y="414"/>
                  </a:lnTo>
                  <a:lnTo>
                    <a:pt x="111" y="414"/>
                  </a:lnTo>
                  <a:lnTo>
                    <a:pt x="109" y="414"/>
                  </a:lnTo>
                  <a:lnTo>
                    <a:pt x="107" y="417"/>
                  </a:lnTo>
                  <a:lnTo>
                    <a:pt x="107" y="417"/>
                  </a:lnTo>
                  <a:lnTo>
                    <a:pt x="105" y="417"/>
                  </a:lnTo>
                  <a:lnTo>
                    <a:pt x="105" y="419"/>
                  </a:lnTo>
                  <a:lnTo>
                    <a:pt x="105" y="419"/>
                  </a:lnTo>
                  <a:lnTo>
                    <a:pt x="100" y="423"/>
                  </a:lnTo>
                  <a:lnTo>
                    <a:pt x="100" y="423"/>
                  </a:lnTo>
                  <a:lnTo>
                    <a:pt x="100" y="426"/>
                  </a:lnTo>
                  <a:lnTo>
                    <a:pt x="100" y="426"/>
                  </a:lnTo>
                  <a:lnTo>
                    <a:pt x="100" y="428"/>
                  </a:lnTo>
                  <a:lnTo>
                    <a:pt x="100" y="428"/>
                  </a:lnTo>
                  <a:lnTo>
                    <a:pt x="100" y="430"/>
                  </a:lnTo>
                  <a:lnTo>
                    <a:pt x="96" y="439"/>
                  </a:lnTo>
                  <a:lnTo>
                    <a:pt x="93" y="439"/>
                  </a:lnTo>
                  <a:lnTo>
                    <a:pt x="93" y="441"/>
                  </a:lnTo>
                  <a:lnTo>
                    <a:pt x="93" y="443"/>
                  </a:lnTo>
                  <a:lnTo>
                    <a:pt x="93" y="445"/>
                  </a:lnTo>
                  <a:lnTo>
                    <a:pt x="93" y="448"/>
                  </a:lnTo>
                  <a:lnTo>
                    <a:pt x="91" y="450"/>
                  </a:lnTo>
                  <a:lnTo>
                    <a:pt x="91" y="450"/>
                  </a:lnTo>
                  <a:lnTo>
                    <a:pt x="91" y="452"/>
                  </a:lnTo>
                  <a:lnTo>
                    <a:pt x="89" y="452"/>
                  </a:lnTo>
                  <a:lnTo>
                    <a:pt x="85" y="457"/>
                  </a:lnTo>
                  <a:lnTo>
                    <a:pt x="71" y="465"/>
                  </a:lnTo>
                  <a:lnTo>
                    <a:pt x="69" y="468"/>
                  </a:lnTo>
                  <a:lnTo>
                    <a:pt x="67" y="470"/>
                  </a:lnTo>
                  <a:lnTo>
                    <a:pt x="71" y="472"/>
                  </a:lnTo>
                  <a:lnTo>
                    <a:pt x="74" y="474"/>
                  </a:lnTo>
                  <a:lnTo>
                    <a:pt x="76" y="474"/>
                  </a:lnTo>
                  <a:lnTo>
                    <a:pt x="76" y="474"/>
                  </a:lnTo>
                  <a:lnTo>
                    <a:pt x="78" y="477"/>
                  </a:lnTo>
                  <a:lnTo>
                    <a:pt x="78" y="477"/>
                  </a:lnTo>
                  <a:lnTo>
                    <a:pt x="78" y="477"/>
                  </a:lnTo>
                  <a:lnTo>
                    <a:pt x="78" y="477"/>
                  </a:lnTo>
                  <a:lnTo>
                    <a:pt x="85" y="479"/>
                  </a:lnTo>
                  <a:lnTo>
                    <a:pt x="85" y="479"/>
                  </a:lnTo>
                  <a:lnTo>
                    <a:pt x="85" y="481"/>
                  </a:lnTo>
                  <a:lnTo>
                    <a:pt x="87" y="483"/>
                  </a:lnTo>
                  <a:lnTo>
                    <a:pt x="87" y="485"/>
                  </a:lnTo>
                  <a:lnTo>
                    <a:pt x="87" y="488"/>
                  </a:lnTo>
                  <a:lnTo>
                    <a:pt x="87" y="488"/>
                  </a:lnTo>
                  <a:lnTo>
                    <a:pt x="89" y="490"/>
                  </a:lnTo>
                  <a:lnTo>
                    <a:pt x="89" y="490"/>
                  </a:lnTo>
                  <a:lnTo>
                    <a:pt x="89" y="490"/>
                  </a:lnTo>
                  <a:lnTo>
                    <a:pt x="89" y="492"/>
                  </a:lnTo>
                  <a:lnTo>
                    <a:pt x="89" y="492"/>
                  </a:lnTo>
                  <a:lnTo>
                    <a:pt x="91" y="492"/>
                  </a:lnTo>
                  <a:lnTo>
                    <a:pt x="91" y="492"/>
                  </a:lnTo>
                  <a:lnTo>
                    <a:pt x="91" y="492"/>
                  </a:lnTo>
                  <a:lnTo>
                    <a:pt x="91" y="494"/>
                  </a:lnTo>
                  <a:lnTo>
                    <a:pt x="91" y="494"/>
                  </a:lnTo>
                  <a:lnTo>
                    <a:pt x="89" y="499"/>
                  </a:lnTo>
                  <a:lnTo>
                    <a:pt x="89" y="501"/>
                  </a:lnTo>
                  <a:lnTo>
                    <a:pt x="87" y="501"/>
                  </a:lnTo>
                  <a:lnTo>
                    <a:pt x="87" y="501"/>
                  </a:lnTo>
                  <a:lnTo>
                    <a:pt x="85" y="503"/>
                  </a:lnTo>
                  <a:lnTo>
                    <a:pt x="85" y="503"/>
                  </a:lnTo>
                  <a:lnTo>
                    <a:pt x="85" y="505"/>
                  </a:lnTo>
                  <a:lnTo>
                    <a:pt x="85" y="508"/>
                  </a:lnTo>
                  <a:lnTo>
                    <a:pt x="85" y="508"/>
                  </a:lnTo>
                  <a:lnTo>
                    <a:pt x="87" y="510"/>
                  </a:lnTo>
                  <a:lnTo>
                    <a:pt x="87" y="512"/>
                  </a:lnTo>
                  <a:lnTo>
                    <a:pt x="85" y="514"/>
                  </a:lnTo>
                  <a:lnTo>
                    <a:pt x="85" y="514"/>
                  </a:lnTo>
                  <a:lnTo>
                    <a:pt x="87" y="516"/>
                  </a:lnTo>
                  <a:lnTo>
                    <a:pt x="91" y="521"/>
                  </a:lnTo>
                  <a:lnTo>
                    <a:pt x="91" y="521"/>
                  </a:lnTo>
                  <a:lnTo>
                    <a:pt x="91" y="525"/>
                  </a:lnTo>
                  <a:lnTo>
                    <a:pt x="93" y="532"/>
                  </a:lnTo>
                  <a:lnTo>
                    <a:pt x="96" y="534"/>
                  </a:lnTo>
                  <a:lnTo>
                    <a:pt x="93" y="534"/>
                  </a:lnTo>
                  <a:lnTo>
                    <a:pt x="93" y="539"/>
                  </a:lnTo>
                  <a:lnTo>
                    <a:pt x="98" y="541"/>
                  </a:lnTo>
                  <a:lnTo>
                    <a:pt x="98" y="541"/>
                  </a:lnTo>
                  <a:lnTo>
                    <a:pt x="98" y="547"/>
                  </a:lnTo>
                  <a:lnTo>
                    <a:pt x="98" y="552"/>
                  </a:lnTo>
                  <a:lnTo>
                    <a:pt x="100" y="559"/>
                  </a:lnTo>
                  <a:lnTo>
                    <a:pt x="100" y="565"/>
                  </a:lnTo>
                  <a:lnTo>
                    <a:pt x="100" y="572"/>
                  </a:lnTo>
                  <a:lnTo>
                    <a:pt x="100" y="576"/>
                  </a:lnTo>
                  <a:lnTo>
                    <a:pt x="100" y="576"/>
                  </a:lnTo>
                  <a:lnTo>
                    <a:pt x="91" y="576"/>
                  </a:lnTo>
                  <a:lnTo>
                    <a:pt x="78" y="576"/>
                  </a:lnTo>
                  <a:lnTo>
                    <a:pt x="80" y="581"/>
                  </a:lnTo>
                  <a:lnTo>
                    <a:pt x="87" y="587"/>
                  </a:lnTo>
                  <a:lnTo>
                    <a:pt x="93" y="596"/>
                  </a:lnTo>
                  <a:lnTo>
                    <a:pt x="100" y="605"/>
                  </a:lnTo>
                  <a:lnTo>
                    <a:pt x="102" y="605"/>
                  </a:lnTo>
                  <a:lnTo>
                    <a:pt x="102" y="607"/>
                  </a:lnTo>
                  <a:lnTo>
                    <a:pt x="102" y="618"/>
                  </a:lnTo>
                  <a:lnTo>
                    <a:pt x="105" y="634"/>
                  </a:lnTo>
                  <a:lnTo>
                    <a:pt x="105" y="645"/>
                  </a:lnTo>
                  <a:lnTo>
                    <a:pt x="107" y="654"/>
                  </a:lnTo>
                  <a:lnTo>
                    <a:pt x="107" y="663"/>
                  </a:lnTo>
                  <a:lnTo>
                    <a:pt x="109" y="665"/>
                  </a:lnTo>
                  <a:lnTo>
                    <a:pt x="111" y="667"/>
                  </a:lnTo>
                  <a:lnTo>
                    <a:pt x="116" y="667"/>
                  </a:lnTo>
                  <a:lnTo>
                    <a:pt x="129" y="667"/>
                  </a:lnTo>
                  <a:lnTo>
                    <a:pt x="142" y="667"/>
                  </a:lnTo>
                  <a:lnTo>
                    <a:pt x="158" y="667"/>
                  </a:lnTo>
                  <a:lnTo>
                    <a:pt x="171" y="669"/>
                  </a:lnTo>
                  <a:lnTo>
                    <a:pt x="184" y="669"/>
                  </a:lnTo>
                  <a:lnTo>
                    <a:pt x="200" y="669"/>
                  </a:lnTo>
                  <a:lnTo>
                    <a:pt x="213" y="669"/>
                  </a:lnTo>
                  <a:lnTo>
                    <a:pt x="226" y="669"/>
                  </a:lnTo>
                  <a:lnTo>
                    <a:pt x="233" y="672"/>
                  </a:lnTo>
                  <a:lnTo>
                    <a:pt x="233" y="669"/>
                  </a:lnTo>
                  <a:lnTo>
                    <a:pt x="235" y="669"/>
                  </a:lnTo>
                  <a:lnTo>
                    <a:pt x="235" y="669"/>
                  </a:lnTo>
                  <a:lnTo>
                    <a:pt x="238" y="667"/>
                  </a:lnTo>
                  <a:lnTo>
                    <a:pt x="238" y="667"/>
                  </a:lnTo>
                  <a:lnTo>
                    <a:pt x="242" y="667"/>
                  </a:lnTo>
                  <a:lnTo>
                    <a:pt x="242" y="667"/>
                  </a:lnTo>
                  <a:lnTo>
                    <a:pt x="242" y="674"/>
                  </a:lnTo>
                  <a:lnTo>
                    <a:pt x="242" y="676"/>
                  </a:lnTo>
                  <a:lnTo>
                    <a:pt x="240" y="678"/>
                  </a:lnTo>
                  <a:lnTo>
                    <a:pt x="240" y="678"/>
                  </a:lnTo>
                  <a:lnTo>
                    <a:pt x="242" y="680"/>
                  </a:lnTo>
                  <a:lnTo>
                    <a:pt x="240" y="685"/>
                  </a:lnTo>
                  <a:lnTo>
                    <a:pt x="233" y="691"/>
                  </a:lnTo>
                  <a:lnTo>
                    <a:pt x="231" y="694"/>
                  </a:lnTo>
                  <a:lnTo>
                    <a:pt x="231" y="698"/>
                  </a:lnTo>
                  <a:lnTo>
                    <a:pt x="231" y="700"/>
                  </a:lnTo>
                  <a:lnTo>
                    <a:pt x="233" y="707"/>
                  </a:lnTo>
                  <a:lnTo>
                    <a:pt x="233" y="709"/>
                  </a:lnTo>
                  <a:lnTo>
                    <a:pt x="233" y="709"/>
                  </a:lnTo>
                  <a:lnTo>
                    <a:pt x="233" y="711"/>
                  </a:lnTo>
                  <a:lnTo>
                    <a:pt x="233" y="711"/>
                  </a:lnTo>
                  <a:lnTo>
                    <a:pt x="233" y="714"/>
                  </a:lnTo>
                  <a:lnTo>
                    <a:pt x="233" y="716"/>
                  </a:lnTo>
                  <a:lnTo>
                    <a:pt x="235" y="718"/>
                  </a:lnTo>
                  <a:lnTo>
                    <a:pt x="235" y="720"/>
                  </a:lnTo>
                  <a:lnTo>
                    <a:pt x="235" y="725"/>
                  </a:lnTo>
                  <a:lnTo>
                    <a:pt x="235" y="727"/>
                  </a:lnTo>
                  <a:lnTo>
                    <a:pt x="238" y="729"/>
                  </a:lnTo>
                  <a:lnTo>
                    <a:pt x="238" y="729"/>
                  </a:lnTo>
                  <a:lnTo>
                    <a:pt x="238" y="736"/>
                  </a:lnTo>
                  <a:lnTo>
                    <a:pt x="238" y="740"/>
                  </a:lnTo>
                  <a:lnTo>
                    <a:pt x="240" y="742"/>
                  </a:lnTo>
                  <a:lnTo>
                    <a:pt x="242" y="742"/>
                  </a:lnTo>
                  <a:lnTo>
                    <a:pt x="244" y="745"/>
                  </a:lnTo>
                  <a:lnTo>
                    <a:pt x="244" y="745"/>
                  </a:lnTo>
                  <a:lnTo>
                    <a:pt x="244" y="745"/>
                  </a:lnTo>
                  <a:lnTo>
                    <a:pt x="246" y="745"/>
                  </a:lnTo>
                  <a:lnTo>
                    <a:pt x="246" y="747"/>
                  </a:lnTo>
                  <a:lnTo>
                    <a:pt x="249" y="747"/>
                  </a:lnTo>
                  <a:lnTo>
                    <a:pt x="249" y="747"/>
                  </a:lnTo>
                  <a:lnTo>
                    <a:pt x="249" y="747"/>
                  </a:lnTo>
                  <a:lnTo>
                    <a:pt x="251" y="747"/>
                  </a:lnTo>
                  <a:lnTo>
                    <a:pt x="251" y="751"/>
                  </a:lnTo>
                  <a:lnTo>
                    <a:pt x="253" y="751"/>
                  </a:lnTo>
                  <a:lnTo>
                    <a:pt x="253" y="751"/>
                  </a:lnTo>
                  <a:lnTo>
                    <a:pt x="255" y="751"/>
                  </a:lnTo>
                  <a:lnTo>
                    <a:pt x="255" y="751"/>
                  </a:lnTo>
                  <a:lnTo>
                    <a:pt x="257" y="751"/>
                  </a:lnTo>
                  <a:lnTo>
                    <a:pt x="257" y="754"/>
                  </a:lnTo>
                  <a:lnTo>
                    <a:pt x="260" y="756"/>
                  </a:lnTo>
                  <a:lnTo>
                    <a:pt x="262" y="756"/>
                  </a:lnTo>
                  <a:lnTo>
                    <a:pt x="262" y="756"/>
                  </a:lnTo>
                  <a:lnTo>
                    <a:pt x="266" y="760"/>
                  </a:lnTo>
                  <a:lnTo>
                    <a:pt x="269" y="760"/>
                  </a:lnTo>
                  <a:lnTo>
                    <a:pt x="271" y="760"/>
                  </a:lnTo>
                  <a:lnTo>
                    <a:pt x="273" y="760"/>
                  </a:lnTo>
                  <a:lnTo>
                    <a:pt x="275" y="760"/>
                  </a:lnTo>
                  <a:lnTo>
                    <a:pt x="277" y="760"/>
                  </a:lnTo>
                  <a:lnTo>
                    <a:pt x="280" y="760"/>
                  </a:lnTo>
                  <a:lnTo>
                    <a:pt x="280" y="760"/>
                  </a:lnTo>
                  <a:lnTo>
                    <a:pt x="282" y="762"/>
                  </a:lnTo>
                  <a:lnTo>
                    <a:pt x="282" y="765"/>
                  </a:lnTo>
                  <a:lnTo>
                    <a:pt x="282" y="767"/>
                  </a:lnTo>
                  <a:lnTo>
                    <a:pt x="282" y="767"/>
                  </a:lnTo>
                  <a:lnTo>
                    <a:pt x="282" y="769"/>
                  </a:lnTo>
                  <a:lnTo>
                    <a:pt x="282" y="771"/>
                  </a:lnTo>
                  <a:lnTo>
                    <a:pt x="282" y="773"/>
                  </a:lnTo>
                  <a:lnTo>
                    <a:pt x="284" y="776"/>
                  </a:lnTo>
                  <a:lnTo>
                    <a:pt x="284" y="776"/>
                  </a:lnTo>
                  <a:lnTo>
                    <a:pt x="284" y="776"/>
                  </a:lnTo>
                  <a:lnTo>
                    <a:pt x="286" y="778"/>
                  </a:lnTo>
                  <a:lnTo>
                    <a:pt x="286" y="778"/>
                  </a:lnTo>
                  <a:lnTo>
                    <a:pt x="288" y="778"/>
                  </a:lnTo>
                  <a:lnTo>
                    <a:pt x="291" y="778"/>
                  </a:lnTo>
                  <a:lnTo>
                    <a:pt x="291" y="778"/>
                  </a:lnTo>
                  <a:lnTo>
                    <a:pt x="293" y="778"/>
                  </a:lnTo>
                  <a:lnTo>
                    <a:pt x="293" y="778"/>
                  </a:lnTo>
                  <a:lnTo>
                    <a:pt x="293" y="778"/>
                  </a:lnTo>
                  <a:lnTo>
                    <a:pt x="295" y="780"/>
                  </a:lnTo>
                  <a:lnTo>
                    <a:pt x="295" y="780"/>
                  </a:lnTo>
                  <a:lnTo>
                    <a:pt x="295" y="780"/>
                  </a:lnTo>
                  <a:lnTo>
                    <a:pt x="295" y="782"/>
                  </a:lnTo>
                  <a:lnTo>
                    <a:pt x="295" y="782"/>
                  </a:lnTo>
                  <a:lnTo>
                    <a:pt x="295" y="782"/>
                  </a:lnTo>
                  <a:lnTo>
                    <a:pt x="295" y="785"/>
                  </a:lnTo>
                  <a:lnTo>
                    <a:pt x="295" y="785"/>
                  </a:lnTo>
                  <a:lnTo>
                    <a:pt x="295" y="785"/>
                  </a:lnTo>
                  <a:lnTo>
                    <a:pt x="295" y="785"/>
                  </a:lnTo>
                  <a:lnTo>
                    <a:pt x="297" y="785"/>
                  </a:lnTo>
                  <a:lnTo>
                    <a:pt x="297" y="785"/>
                  </a:lnTo>
                  <a:lnTo>
                    <a:pt x="297" y="785"/>
                  </a:lnTo>
                  <a:lnTo>
                    <a:pt x="300" y="787"/>
                  </a:lnTo>
                  <a:lnTo>
                    <a:pt x="300" y="787"/>
                  </a:lnTo>
                  <a:lnTo>
                    <a:pt x="300" y="787"/>
                  </a:lnTo>
                  <a:lnTo>
                    <a:pt x="302" y="787"/>
                  </a:lnTo>
                  <a:lnTo>
                    <a:pt x="302" y="787"/>
                  </a:lnTo>
                  <a:lnTo>
                    <a:pt x="302" y="787"/>
                  </a:lnTo>
                  <a:lnTo>
                    <a:pt x="304" y="787"/>
                  </a:lnTo>
                  <a:lnTo>
                    <a:pt x="304" y="787"/>
                  </a:lnTo>
                  <a:lnTo>
                    <a:pt x="304" y="789"/>
                  </a:lnTo>
                  <a:lnTo>
                    <a:pt x="304" y="789"/>
                  </a:lnTo>
                  <a:lnTo>
                    <a:pt x="304" y="789"/>
                  </a:lnTo>
                  <a:lnTo>
                    <a:pt x="306" y="789"/>
                  </a:lnTo>
                  <a:lnTo>
                    <a:pt x="306" y="789"/>
                  </a:lnTo>
                  <a:lnTo>
                    <a:pt x="306" y="791"/>
                  </a:lnTo>
                  <a:lnTo>
                    <a:pt x="306" y="791"/>
                  </a:lnTo>
                  <a:lnTo>
                    <a:pt x="306" y="791"/>
                  </a:lnTo>
                  <a:lnTo>
                    <a:pt x="306" y="793"/>
                  </a:lnTo>
                  <a:lnTo>
                    <a:pt x="304" y="793"/>
                  </a:lnTo>
                  <a:lnTo>
                    <a:pt x="304" y="793"/>
                  </a:lnTo>
                  <a:lnTo>
                    <a:pt x="306" y="793"/>
                  </a:lnTo>
                  <a:lnTo>
                    <a:pt x="306" y="793"/>
                  </a:lnTo>
                  <a:lnTo>
                    <a:pt x="306" y="793"/>
                  </a:lnTo>
                  <a:lnTo>
                    <a:pt x="306" y="793"/>
                  </a:lnTo>
                  <a:lnTo>
                    <a:pt x="306" y="793"/>
                  </a:lnTo>
                  <a:lnTo>
                    <a:pt x="306" y="793"/>
                  </a:lnTo>
                  <a:lnTo>
                    <a:pt x="306" y="791"/>
                  </a:lnTo>
                  <a:lnTo>
                    <a:pt x="308" y="789"/>
                  </a:lnTo>
                  <a:lnTo>
                    <a:pt x="308" y="789"/>
                  </a:lnTo>
                  <a:lnTo>
                    <a:pt x="308" y="789"/>
                  </a:lnTo>
                  <a:lnTo>
                    <a:pt x="308" y="789"/>
                  </a:lnTo>
                  <a:lnTo>
                    <a:pt x="308" y="789"/>
                  </a:lnTo>
                  <a:lnTo>
                    <a:pt x="308" y="787"/>
                  </a:lnTo>
                  <a:lnTo>
                    <a:pt x="322" y="785"/>
                  </a:lnTo>
                  <a:lnTo>
                    <a:pt x="324" y="782"/>
                  </a:lnTo>
                  <a:lnTo>
                    <a:pt x="326" y="782"/>
                  </a:lnTo>
                  <a:lnTo>
                    <a:pt x="331" y="782"/>
                  </a:lnTo>
                  <a:lnTo>
                    <a:pt x="331" y="782"/>
                  </a:lnTo>
                  <a:lnTo>
                    <a:pt x="333" y="780"/>
                  </a:lnTo>
                  <a:lnTo>
                    <a:pt x="335" y="780"/>
                  </a:lnTo>
                  <a:lnTo>
                    <a:pt x="342" y="771"/>
                  </a:lnTo>
                  <a:lnTo>
                    <a:pt x="342" y="771"/>
                  </a:lnTo>
                  <a:lnTo>
                    <a:pt x="342" y="771"/>
                  </a:lnTo>
                  <a:lnTo>
                    <a:pt x="342" y="771"/>
                  </a:lnTo>
                  <a:lnTo>
                    <a:pt x="342" y="771"/>
                  </a:lnTo>
                  <a:lnTo>
                    <a:pt x="342" y="769"/>
                  </a:lnTo>
                  <a:lnTo>
                    <a:pt x="342" y="767"/>
                  </a:lnTo>
                  <a:lnTo>
                    <a:pt x="342" y="767"/>
                  </a:lnTo>
                  <a:lnTo>
                    <a:pt x="342" y="767"/>
                  </a:lnTo>
                  <a:lnTo>
                    <a:pt x="342" y="767"/>
                  </a:lnTo>
                  <a:lnTo>
                    <a:pt x="342" y="767"/>
                  </a:lnTo>
                  <a:lnTo>
                    <a:pt x="342" y="765"/>
                  </a:lnTo>
                  <a:lnTo>
                    <a:pt x="344" y="765"/>
                  </a:lnTo>
                  <a:lnTo>
                    <a:pt x="346" y="765"/>
                  </a:lnTo>
                  <a:lnTo>
                    <a:pt x="346" y="762"/>
                  </a:lnTo>
                  <a:lnTo>
                    <a:pt x="346" y="762"/>
                  </a:lnTo>
                  <a:lnTo>
                    <a:pt x="348" y="762"/>
                  </a:lnTo>
                  <a:lnTo>
                    <a:pt x="348" y="762"/>
                  </a:lnTo>
                  <a:lnTo>
                    <a:pt x="348" y="762"/>
                  </a:lnTo>
                  <a:lnTo>
                    <a:pt x="348" y="762"/>
                  </a:lnTo>
                  <a:lnTo>
                    <a:pt x="348" y="760"/>
                  </a:lnTo>
                  <a:lnTo>
                    <a:pt x="351" y="760"/>
                  </a:lnTo>
                  <a:lnTo>
                    <a:pt x="351" y="758"/>
                  </a:lnTo>
                  <a:lnTo>
                    <a:pt x="351" y="758"/>
                  </a:lnTo>
                  <a:lnTo>
                    <a:pt x="351" y="758"/>
                  </a:lnTo>
                  <a:lnTo>
                    <a:pt x="351" y="758"/>
                  </a:lnTo>
                  <a:lnTo>
                    <a:pt x="351" y="756"/>
                  </a:lnTo>
                  <a:lnTo>
                    <a:pt x="351" y="756"/>
                  </a:lnTo>
                  <a:lnTo>
                    <a:pt x="351" y="754"/>
                  </a:lnTo>
                  <a:lnTo>
                    <a:pt x="351" y="754"/>
                  </a:lnTo>
                  <a:lnTo>
                    <a:pt x="351" y="754"/>
                  </a:lnTo>
                  <a:lnTo>
                    <a:pt x="353" y="751"/>
                  </a:lnTo>
                  <a:lnTo>
                    <a:pt x="353" y="751"/>
                  </a:lnTo>
                  <a:lnTo>
                    <a:pt x="353" y="751"/>
                  </a:lnTo>
                  <a:lnTo>
                    <a:pt x="353" y="751"/>
                  </a:lnTo>
                  <a:lnTo>
                    <a:pt x="355" y="751"/>
                  </a:lnTo>
                  <a:lnTo>
                    <a:pt x="355" y="751"/>
                  </a:lnTo>
                  <a:lnTo>
                    <a:pt x="355" y="749"/>
                  </a:lnTo>
                  <a:lnTo>
                    <a:pt x="355" y="749"/>
                  </a:lnTo>
                  <a:lnTo>
                    <a:pt x="355" y="749"/>
                  </a:lnTo>
                  <a:lnTo>
                    <a:pt x="355" y="749"/>
                  </a:lnTo>
                  <a:lnTo>
                    <a:pt x="355" y="749"/>
                  </a:lnTo>
                  <a:lnTo>
                    <a:pt x="355" y="747"/>
                  </a:lnTo>
                  <a:lnTo>
                    <a:pt x="355" y="747"/>
                  </a:lnTo>
                  <a:lnTo>
                    <a:pt x="357" y="747"/>
                  </a:lnTo>
                  <a:lnTo>
                    <a:pt x="357" y="747"/>
                  </a:lnTo>
                  <a:lnTo>
                    <a:pt x="359" y="745"/>
                  </a:lnTo>
                  <a:lnTo>
                    <a:pt x="364" y="747"/>
                  </a:lnTo>
                  <a:lnTo>
                    <a:pt x="375" y="745"/>
                  </a:lnTo>
                  <a:lnTo>
                    <a:pt x="375" y="745"/>
                  </a:lnTo>
                  <a:lnTo>
                    <a:pt x="377" y="745"/>
                  </a:lnTo>
                  <a:lnTo>
                    <a:pt x="377" y="745"/>
                  </a:lnTo>
                  <a:lnTo>
                    <a:pt x="377" y="745"/>
                  </a:lnTo>
                  <a:lnTo>
                    <a:pt x="379" y="745"/>
                  </a:lnTo>
                  <a:lnTo>
                    <a:pt x="382" y="747"/>
                  </a:lnTo>
                  <a:lnTo>
                    <a:pt x="384" y="745"/>
                  </a:lnTo>
                  <a:lnTo>
                    <a:pt x="384" y="745"/>
                  </a:lnTo>
                  <a:lnTo>
                    <a:pt x="386" y="745"/>
                  </a:lnTo>
                  <a:lnTo>
                    <a:pt x="386" y="742"/>
                  </a:lnTo>
                  <a:lnTo>
                    <a:pt x="388" y="742"/>
                  </a:lnTo>
                  <a:lnTo>
                    <a:pt x="388" y="742"/>
                  </a:lnTo>
                  <a:lnTo>
                    <a:pt x="390" y="742"/>
                  </a:lnTo>
                  <a:lnTo>
                    <a:pt x="390" y="742"/>
                  </a:lnTo>
                  <a:lnTo>
                    <a:pt x="390" y="742"/>
                  </a:lnTo>
                  <a:lnTo>
                    <a:pt x="393" y="742"/>
                  </a:lnTo>
                  <a:lnTo>
                    <a:pt x="395" y="740"/>
                  </a:lnTo>
                  <a:lnTo>
                    <a:pt x="395" y="738"/>
                  </a:lnTo>
                  <a:lnTo>
                    <a:pt x="395" y="738"/>
                  </a:lnTo>
                  <a:lnTo>
                    <a:pt x="395" y="738"/>
                  </a:lnTo>
                  <a:lnTo>
                    <a:pt x="397" y="738"/>
                  </a:lnTo>
                  <a:lnTo>
                    <a:pt x="399" y="738"/>
                  </a:lnTo>
                  <a:lnTo>
                    <a:pt x="401" y="736"/>
                  </a:lnTo>
                  <a:lnTo>
                    <a:pt x="404" y="736"/>
                  </a:lnTo>
                  <a:lnTo>
                    <a:pt x="404" y="736"/>
                  </a:lnTo>
                  <a:lnTo>
                    <a:pt x="406" y="736"/>
                  </a:lnTo>
                  <a:lnTo>
                    <a:pt x="408" y="736"/>
                  </a:lnTo>
                  <a:lnTo>
                    <a:pt x="410" y="736"/>
                  </a:lnTo>
                  <a:lnTo>
                    <a:pt x="413" y="738"/>
                  </a:lnTo>
                  <a:lnTo>
                    <a:pt x="413" y="738"/>
                  </a:lnTo>
                  <a:lnTo>
                    <a:pt x="413" y="740"/>
                  </a:lnTo>
                  <a:lnTo>
                    <a:pt x="413" y="740"/>
                  </a:lnTo>
                  <a:lnTo>
                    <a:pt x="413" y="740"/>
                  </a:lnTo>
                  <a:lnTo>
                    <a:pt x="413" y="740"/>
                  </a:lnTo>
                  <a:lnTo>
                    <a:pt x="415" y="742"/>
                  </a:lnTo>
                  <a:lnTo>
                    <a:pt x="415" y="742"/>
                  </a:lnTo>
                  <a:lnTo>
                    <a:pt x="419" y="742"/>
                  </a:lnTo>
                  <a:lnTo>
                    <a:pt x="421" y="745"/>
                  </a:lnTo>
                  <a:lnTo>
                    <a:pt x="424" y="745"/>
                  </a:lnTo>
                  <a:lnTo>
                    <a:pt x="426" y="745"/>
                  </a:lnTo>
                  <a:lnTo>
                    <a:pt x="426" y="747"/>
                  </a:lnTo>
                  <a:lnTo>
                    <a:pt x="428" y="747"/>
                  </a:lnTo>
                  <a:lnTo>
                    <a:pt x="428" y="747"/>
                  </a:lnTo>
                  <a:lnTo>
                    <a:pt x="428" y="749"/>
                  </a:lnTo>
                  <a:lnTo>
                    <a:pt x="432" y="749"/>
                  </a:lnTo>
                  <a:lnTo>
                    <a:pt x="435" y="749"/>
                  </a:lnTo>
                  <a:lnTo>
                    <a:pt x="437" y="749"/>
                  </a:lnTo>
                  <a:lnTo>
                    <a:pt x="439" y="749"/>
                  </a:lnTo>
                  <a:lnTo>
                    <a:pt x="441" y="751"/>
                  </a:lnTo>
                  <a:lnTo>
                    <a:pt x="441" y="751"/>
                  </a:lnTo>
                  <a:lnTo>
                    <a:pt x="444" y="754"/>
                  </a:lnTo>
                  <a:lnTo>
                    <a:pt x="444" y="754"/>
                  </a:lnTo>
                  <a:lnTo>
                    <a:pt x="444" y="756"/>
                  </a:lnTo>
                  <a:lnTo>
                    <a:pt x="444" y="756"/>
                  </a:lnTo>
                  <a:lnTo>
                    <a:pt x="444" y="756"/>
                  </a:lnTo>
                  <a:lnTo>
                    <a:pt x="446" y="758"/>
                  </a:lnTo>
                  <a:lnTo>
                    <a:pt x="448" y="760"/>
                  </a:lnTo>
                  <a:lnTo>
                    <a:pt x="450" y="760"/>
                  </a:lnTo>
                  <a:lnTo>
                    <a:pt x="455" y="762"/>
                  </a:lnTo>
                  <a:lnTo>
                    <a:pt x="457" y="765"/>
                  </a:lnTo>
                  <a:lnTo>
                    <a:pt x="459" y="765"/>
                  </a:lnTo>
                  <a:lnTo>
                    <a:pt x="459" y="765"/>
                  </a:lnTo>
                  <a:lnTo>
                    <a:pt x="461" y="767"/>
                  </a:lnTo>
                  <a:lnTo>
                    <a:pt x="461" y="767"/>
                  </a:lnTo>
                  <a:lnTo>
                    <a:pt x="464" y="767"/>
                  </a:lnTo>
                  <a:lnTo>
                    <a:pt x="464" y="769"/>
                  </a:lnTo>
                  <a:lnTo>
                    <a:pt x="466" y="769"/>
                  </a:lnTo>
                  <a:lnTo>
                    <a:pt x="475" y="773"/>
                  </a:lnTo>
                  <a:lnTo>
                    <a:pt x="479" y="773"/>
                  </a:lnTo>
                  <a:lnTo>
                    <a:pt x="479" y="773"/>
                  </a:lnTo>
                  <a:lnTo>
                    <a:pt x="481" y="773"/>
                  </a:lnTo>
                  <a:lnTo>
                    <a:pt x="488" y="771"/>
                  </a:lnTo>
                  <a:lnTo>
                    <a:pt x="490" y="771"/>
                  </a:lnTo>
                  <a:lnTo>
                    <a:pt x="492" y="771"/>
                  </a:lnTo>
                  <a:lnTo>
                    <a:pt x="492" y="771"/>
                  </a:lnTo>
                  <a:lnTo>
                    <a:pt x="495" y="771"/>
                  </a:lnTo>
                  <a:lnTo>
                    <a:pt x="501" y="767"/>
                  </a:lnTo>
                  <a:lnTo>
                    <a:pt x="501" y="767"/>
                  </a:lnTo>
                  <a:lnTo>
                    <a:pt x="501" y="767"/>
                  </a:lnTo>
                  <a:lnTo>
                    <a:pt x="503" y="765"/>
                  </a:lnTo>
                  <a:lnTo>
                    <a:pt x="503" y="765"/>
                  </a:lnTo>
                  <a:lnTo>
                    <a:pt x="503" y="762"/>
                  </a:lnTo>
                  <a:lnTo>
                    <a:pt x="506" y="762"/>
                  </a:lnTo>
                  <a:lnTo>
                    <a:pt x="510" y="760"/>
                  </a:lnTo>
                  <a:lnTo>
                    <a:pt x="517" y="760"/>
                  </a:lnTo>
                  <a:lnTo>
                    <a:pt x="517" y="760"/>
                  </a:lnTo>
                  <a:lnTo>
                    <a:pt x="517" y="760"/>
                  </a:lnTo>
                  <a:lnTo>
                    <a:pt x="521" y="760"/>
                  </a:lnTo>
                  <a:lnTo>
                    <a:pt x="521" y="760"/>
                  </a:lnTo>
                  <a:lnTo>
                    <a:pt x="521" y="760"/>
                  </a:lnTo>
                  <a:lnTo>
                    <a:pt x="523" y="762"/>
                  </a:lnTo>
                  <a:lnTo>
                    <a:pt x="526" y="762"/>
                  </a:lnTo>
                  <a:lnTo>
                    <a:pt x="528" y="765"/>
                  </a:lnTo>
                  <a:lnTo>
                    <a:pt x="530" y="767"/>
                  </a:lnTo>
                  <a:lnTo>
                    <a:pt x="530" y="767"/>
                  </a:lnTo>
                  <a:lnTo>
                    <a:pt x="530" y="767"/>
                  </a:lnTo>
                  <a:lnTo>
                    <a:pt x="530" y="769"/>
                  </a:lnTo>
                  <a:lnTo>
                    <a:pt x="530" y="769"/>
                  </a:lnTo>
                  <a:lnTo>
                    <a:pt x="530" y="771"/>
                  </a:lnTo>
                  <a:lnTo>
                    <a:pt x="530" y="771"/>
                  </a:lnTo>
                  <a:lnTo>
                    <a:pt x="530" y="771"/>
                  </a:lnTo>
                  <a:lnTo>
                    <a:pt x="532" y="773"/>
                  </a:lnTo>
                  <a:lnTo>
                    <a:pt x="532" y="773"/>
                  </a:lnTo>
                  <a:lnTo>
                    <a:pt x="534" y="773"/>
                  </a:lnTo>
                  <a:lnTo>
                    <a:pt x="537" y="773"/>
                  </a:lnTo>
                  <a:lnTo>
                    <a:pt x="537" y="773"/>
                  </a:lnTo>
                  <a:lnTo>
                    <a:pt x="543" y="771"/>
                  </a:lnTo>
                  <a:lnTo>
                    <a:pt x="545" y="769"/>
                  </a:lnTo>
                  <a:lnTo>
                    <a:pt x="548" y="769"/>
                  </a:lnTo>
                  <a:lnTo>
                    <a:pt x="550" y="769"/>
                  </a:lnTo>
                  <a:lnTo>
                    <a:pt x="550" y="769"/>
                  </a:lnTo>
                  <a:lnTo>
                    <a:pt x="552" y="769"/>
                  </a:lnTo>
                  <a:lnTo>
                    <a:pt x="554" y="767"/>
                  </a:lnTo>
                  <a:lnTo>
                    <a:pt x="554" y="765"/>
                  </a:lnTo>
                  <a:lnTo>
                    <a:pt x="554" y="765"/>
                  </a:lnTo>
                  <a:lnTo>
                    <a:pt x="557" y="762"/>
                  </a:lnTo>
                  <a:lnTo>
                    <a:pt x="557" y="762"/>
                  </a:lnTo>
                  <a:lnTo>
                    <a:pt x="557" y="762"/>
                  </a:lnTo>
                  <a:lnTo>
                    <a:pt x="557" y="760"/>
                  </a:lnTo>
                  <a:lnTo>
                    <a:pt x="561" y="758"/>
                  </a:lnTo>
                  <a:lnTo>
                    <a:pt x="563" y="756"/>
                  </a:lnTo>
                  <a:lnTo>
                    <a:pt x="570" y="749"/>
                  </a:lnTo>
                  <a:lnTo>
                    <a:pt x="572" y="747"/>
                  </a:lnTo>
                  <a:lnTo>
                    <a:pt x="572" y="747"/>
                  </a:lnTo>
                  <a:lnTo>
                    <a:pt x="572" y="747"/>
                  </a:lnTo>
                  <a:lnTo>
                    <a:pt x="574" y="745"/>
                  </a:lnTo>
                  <a:lnTo>
                    <a:pt x="577" y="742"/>
                  </a:lnTo>
                  <a:lnTo>
                    <a:pt x="579" y="742"/>
                  </a:lnTo>
                  <a:lnTo>
                    <a:pt x="579" y="740"/>
                  </a:lnTo>
                  <a:lnTo>
                    <a:pt x="583" y="740"/>
                  </a:lnTo>
                  <a:lnTo>
                    <a:pt x="583" y="740"/>
                  </a:lnTo>
                  <a:lnTo>
                    <a:pt x="583" y="742"/>
                  </a:lnTo>
                  <a:lnTo>
                    <a:pt x="583" y="742"/>
                  </a:lnTo>
                  <a:lnTo>
                    <a:pt x="583" y="745"/>
                  </a:lnTo>
                  <a:lnTo>
                    <a:pt x="583" y="745"/>
                  </a:lnTo>
                  <a:lnTo>
                    <a:pt x="581" y="756"/>
                  </a:lnTo>
                  <a:lnTo>
                    <a:pt x="581" y="760"/>
                  </a:lnTo>
                  <a:lnTo>
                    <a:pt x="581" y="760"/>
                  </a:lnTo>
                  <a:lnTo>
                    <a:pt x="581" y="762"/>
                  </a:lnTo>
                  <a:lnTo>
                    <a:pt x="579" y="771"/>
                  </a:lnTo>
                  <a:lnTo>
                    <a:pt x="579" y="771"/>
                  </a:lnTo>
                  <a:lnTo>
                    <a:pt x="579" y="771"/>
                  </a:lnTo>
                  <a:lnTo>
                    <a:pt x="577" y="771"/>
                  </a:lnTo>
                  <a:lnTo>
                    <a:pt x="574" y="773"/>
                  </a:lnTo>
                  <a:lnTo>
                    <a:pt x="572" y="773"/>
                  </a:lnTo>
                  <a:lnTo>
                    <a:pt x="570" y="773"/>
                  </a:lnTo>
                  <a:lnTo>
                    <a:pt x="570" y="776"/>
                  </a:lnTo>
                  <a:lnTo>
                    <a:pt x="570" y="776"/>
                  </a:lnTo>
                  <a:lnTo>
                    <a:pt x="570" y="776"/>
                  </a:lnTo>
                  <a:lnTo>
                    <a:pt x="568" y="778"/>
                  </a:lnTo>
                  <a:lnTo>
                    <a:pt x="568" y="780"/>
                  </a:lnTo>
                  <a:lnTo>
                    <a:pt x="568" y="782"/>
                  </a:lnTo>
                  <a:lnTo>
                    <a:pt x="565" y="785"/>
                  </a:lnTo>
                  <a:lnTo>
                    <a:pt x="565" y="785"/>
                  </a:lnTo>
                  <a:lnTo>
                    <a:pt x="563" y="787"/>
                  </a:lnTo>
                  <a:lnTo>
                    <a:pt x="561" y="789"/>
                  </a:lnTo>
                  <a:lnTo>
                    <a:pt x="561" y="789"/>
                  </a:lnTo>
                  <a:lnTo>
                    <a:pt x="561" y="791"/>
                  </a:lnTo>
                  <a:lnTo>
                    <a:pt x="561" y="791"/>
                  </a:lnTo>
                  <a:lnTo>
                    <a:pt x="561" y="791"/>
                  </a:lnTo>
                  <a:lnTo>
                    <a:pt x="561" y="793"/>
                  </a:lnTo>
                  <a:lnTo>
                    <a:pt x="565" y="793"/>
                  </a:lnTo>
                  <a:lnTo>
                    <a:pt x="570" y="793"/>
                  </a:lnTo>
                  <a:lnTo>
                    <a:pt x="577" y="798"/>
                  </a:lnTo>
                  <a:lnTo>
                    <a:pt x="581" y="798"/>
                  </a:lnTo>
                  <a:lnTo>
                    <a:pt x="590" y="798"/>
                  </a:lnTo>
                  <a:lnTo>
                    <a:pt x="592" y="798"/>
                  </a:lnTo>
                  <a:lnTo>
                    <a:pt x="596" y="798"/>
                  </a:lnTo>
                  <a:lnTo>
                    <a:pt x="599" y="800"/>
                  </a:lnTo>
                  <a:lnTo>
                    <a:pt x="601" y="798"/>
                  </a:lnTo>
                  <a:lnTo>
                    <a:pt x="603" y="798"/>
                  </a:lnTo>
                  <a:lnTo>
                    <a:pt x="603" y="798"/>
                  </a:lnTo>
                  <a:lnTo>
                    <a:pt x="612" y="798"/>
                  </a:lnTo>
                  <a:lnTo>
                    <a:pt x="612" y="798"/>
                  </a:lnTo>
                  <a:lnTo>
                    <a:pt x="619" y="800"/>
                  </a:lnTo>
                  <a:lnTo>
                    <a:pt x="621" y="800"/>
                  </a:lnTo>
                  <a:lnTo>
                    <a:pt x="623" y="800"/>
                  </a:lnTo>
                  <a:lnTo>
                    <a:pt x="630" y="800"/>
                  </a:lnTo>
                  <a:lnTo>
                    <a:pt x="630" y="800"/>
                  </a:lnTo>
                  <a:lnTo>
                    <a:pt x="627" y="796"/>
                  </a:lnTo>
                  <a:lnTo>
                    <a:pt x="625" y="789"/>
                  </a:lnTo>
                  <a:lnTo>
                    <a:pt x="623" y="785"/>
                  </a:lnTo>
                  <a:lnTo>
                    <a:pt x="623" y="782"/>
                  </a:lnTo>
                  <a:lnTo>
                    <a:pt x="623" y="782"/>
                  </a:lnTo>
                  <a:lnTo>
                    <a:pt x="623" y="780"/>
                  </a:lnTo>
                  <a:lnTo>
                    <a:pt x="621" y="778"/>
                  </a:lnTo>
                  <a:lnTo>
                    <a:pt x="616" y="771"/>
                  </a:lnTo>
                  <a:lnTo>
                    <a:pt x="616" y="769"/>
                  </a:lnTo>
                  <a:lnTo>
                    <a:pt x="616" y="767"/>
                  </a:lnTo>
                  <a:lnTo>
                    <a:pt x="616" y="765"/>
                  </a:lnTo>
                  <a:lnTo>
                    <a:pt x="616" y="760"/>
                  </a:lnTo>
                  <a:lnTo>
                    <a:pt x="616" y="760"/>
                  </a:lnTo>
                  <a:lnTo>
                    <a:pt x="616" y="758"/>
                  </a:lnTo>
                  <a:lnTo>
                    <a:pt x="616" y="756"/>
                  </a:lnTo>
                  <a:lnTo>
                    <a:pt x="619" y="754"/>
                  </a:lnTo>
                  <a:lnTo>
                    <a:pt x="619" y="751"/>
                  </a:lnTo>
                  <a:lnTo>
                    <a:pt x="619" y="751"/>
                  </a:lnTo>
                  <a:lnTo>
                    <a:pt x="619" y="749"/>
                  </a:lnTo>
                  <a:lnTo>
                    <a:pt x="621" y="749"/>
                  </a:lnTo>
                  <a:lnTo>
                    <a:pt x="619" y="749"/>
                  </a:lnTo>
                  <a:lnTo>
                    <a:pt x="619" y="747"/>
                  </a:lnTo>
                  <a:lnTo>
                    <a:pt x="619" y="747"/>
                  </a:lnTo>
                  <a:lnTo>
                    <a:pt x="619" y="742"/>
                  </a:lnTo>
                  <a:lnTo>
                    <a:pt x="619" y="742"/>
                  </a:lnTo>
                  <a:lnTo>
                    <a:pt x="619" y="740"/>
                  </a:lnTo>
                  <a:lnTo>
                    <a:pt x="621" y="740"/>
                  </a:lnTo>
                  <a:lnTo>
                    <a:pt x="623" y="738"/>
                  </a:lnTo>
                  <a:lnTo>
                    <a:pt x="623" y="738"/>
                  </a:lnTo>
                  <a:lnTo>
                    <a:pt x="623" y="736"/>
                  </a:lnTo>
                  <a:lnTo>
                    <a:pt x="623" y="734"/>
                  </a:lnTo>
                  <a:lnTo>
                    <a:pt x="623" y="734"/>
                  </a:lnTo>
                  <a:lnTo>
                    <a:pt x="625" y="731"/>
                  </a:lnTo>
                  <a:lnTo>
                    <a:pt x="627" y="729"/>
                  </a:lnTo>
                  <a:lnTo>
                    <a:pt x="627" y="727"/>
                  </a:lnTo>
                  <a:lnTo>
                    <a:pt x="630" y="727"/>
                  </a:lnTo>
                  <a:lnTo>
                    <a:pt x="630" y="727"/>
                  </a:lnTo>
                  <a:lnTo>
                    <a:pt x="632" y="725"/>
                  </a:lnTo>
                  <a:lnTo>
                    <a:pt x="632" y="722"/>
                  </a:lnTo>
                  <a:lnTo>
                    <a:pt x="632" y="722"/>
                  </a:lnTo>
                  <a:lnTo>
                    <a:pt x="632" y="720"/>
                  </a:lnTo>
                  <a:lnTo>
                    <a:pt x="630" y="720"/>
                  </a:lnTo>
                  <a:lnTo>
                    <a:pt x="632" y="720"/>
                  </a:lnTo>
                  <a:lnTo>
                    <a:pt x="632" y="718"/>
                  </a:lnTo>
                  <a:lnTo>
                    <a:pt x="632" y="714"/>
                  </a:lnTo>
                  <a:lnTo>
                    <a:pt x="632" y="711"/>
                  </a:lnTo>
                  <a:lnTo>
                    <a:pt x="634" y="709"/>
                  </a:lnTo>
                  <a:lnTo>
                    <a:pt x="636" y="707"/>
                  </a:lnTo>
                  <a:lnTo>
                    <a:pt x="641" y="705"/>
                  </a:lnTo>
                  <a:lnTo>
                    <a:pt x="645" y="705"/>
                  </a:lnTo>
                  <a:lnTo>
                    <a:pt x="645" y="705"/>
                  </a:lnTo>
                  <a:lnTo>
                    <a:pt x="645" y="703"/>
                  </a:lnTo>
                  <a:lnTo>
                    <a:pt x="647" y="703"/>
                  </a:lnTo>
                  <a:lnTo>
                    <a:pt x="650" y="698"/>
                  </a:lnTo>
                  <a:lnTo>
                    <a:pt x="654" y="696"/>
                  </a:lnTo>
                  <a:lnTo>
                    <a:pt x="654" y="696"/>
                  </a:lnTo>
                  <a:lnTo>
                    <a:pt x="656" y="694"/>
                  </a:lnTo>
                  <a:lnTo>
                    <a:pt x="656" y="691"/>
                  </a:lnTo>
                  <a:lnTo>
                    <a:pt x="656" y="689"/>
                  </a:lnTo>
                  <a:lnTo>
                    <a:pt x="656" y="689"/>
                  </a:lnTo>
                  <a:lnTo>
                    <a:pt x="658" y="687"/>
                  </a:lnTo>
                  <a:lnTo>
                    <a:pt x="661" y="687"/>
                  </a:lnTo>
                  <a:lnTo>
                    <a:pt x="661" y="685"/>
                  </a:lnTo>
                  <a:lnTo>
                    <a:pt x="661" y="685"/>
                  </a:lnTo>
                  <a:lnTo>
                    <a:pt x="661" y="680"/>
                  </a:lnTo>
                  <a:lnTo>
                    <a:pt x="663" y="678"/>
                  </a:lnTo>
                  <a:lnTo>
                    <a:pt x="661" y="678"/>
                  </a:lnTo>
                  <a:lnTo>
                    <a:pt x="661" y="676"/>
                  </a:lnTo>
                  <a:lnTo>
                    <a:pt x="661" y="676"/>
                  </a:lnTo>
                  <a:lnTo>
                    <a:pt x="658" y="676"/>
                  </a:lnTo>
                  <a:lnTo>
                    <a:pt x="658" y="676"/>
                  </a:lnTo>
                  <a:lnTo>
                    <a:pt x="658" y="676"/>
                  </a:lnTo>
                  <a:lnTo>
                    <a:pt x="658" y="676"/>
                  </a:lnTo>
                  <a:lnTo>
                    <a:pt x="658" y="674"/>
                  </a:lnTo>
                  <a:lnTo>
                    <a:pt x="656" y="674"/>
                  </a:lnTo>
                  <a:lnTo>
                    <a:pt x="656" y="674"/>
                  </a:lnTo>
                  <a:lnTo>
                    <a:pt x="656" y="672"/>
                  </a:lnTo>
                  <a:lnTo>
                    <a:pt x="656" y="669"/>
                  </a:lnTo>
                  <a:lnTo>
                    <a:pt x="658" y="669"/>
                  </a:lnTo>
                  <a:lnTo>
                    <a:pt x="658" y="667"/>
                  </a:lnTo>
                  <a:lnTo>
                    <a:pt x="658" y="667"/>
                  </a:lnTo>
                  <a:lnTo>
                    <a:pt x="661" y="667"/>
                  </a:lnTo>
                  <a:lnTo>
                    <a:pt x="661" y="665"/>
                  </a:lnTo>
                  <a:lnTo>
                    <a:pt x="665" y="665"/>
                  </a:lnTo>
                  <a:lnTo>
                    <a:pt x="667" y="665"/>
                  </a:lnTo>
                  <a:lnTo>
                    <a:pt x="667" y="663"/>
                  </a:lnTo>
                  <a:lnTo>
                    <a:pt x="667" y="663"/>
                  </a:lnTo>
                  <a:lnTo>
                    <a:pt x="667" y="663"/>
                  </a:lnTo>
                  <a:lnTo>
                    <a:pt x="667" y="663"/>
                  </a:lnTo>
                  <a:lnTo>
                    <a:pt x="667" y="663"/>
                  </a:lnTo>
                  <a:lnTo>
                    <a:pt x="667" y="658"/>
                  </a:lnTo>
                  <a:lnTo>
                    <a:pt x="667" y="658"/>
                  </a:lnTo>
                  <a:lnTo>
                    <a:pt x="667" y="656"/>
                  </a:lnTo>
                  <a:lnTo>
                    <a:pt x="670" y="656"/>
                  </a:lnTo>
                  <a:lnTo>
                    <a:pt x="670" y="656"/>
                  </a:lnTo>
                  <a:lnTo>
                    <a:pt x="674" y="654"/>
                  </a:lnTo>
                  <a:lnTo>
                    <a:pt x="674" y="654"/>
                  </a:lnTo>
                  <a:lnTo>
                    <a:pt x="674" y="652"/>
                  </a:lnTo>
                  <a:lnTo>
                    <a:pt x="676" y="652"/>
                  </a:lnTo>
                  <a:lnTo>
                    <a:pt x="678" y="652"/>
                  </a:lnTo>
                  <a:lnTo>
                    <a:pt x="681" y="649"/>
                  </a:lnTo>
                  <a:lnTo>
                    <a:pt x="681" y="649"/>
                  </a:lnTo>
                  <a:lnTo>
                    <a:pt x="683" y="649"/>
                  </a:lnTo>
                  <a:lnTo>
                    <a:pt x="683" y="649"/>
                  </a:lnTo>
                  <a:lnTo>
                    <a:pt x="683" y="649"/>
                  </a:lnTo>
                  <a:lnTo>
                    <a:pt x="685" y="645"/>
                  </a:lnTo>
                  <a:lnTo>
                    <a:pt x="687" y="641"/>
                  </a:lnTo>
                  <a:lnTo>
                    <a:pt x="690" y="638"/>
                  </a:lnTo>
                  <a:lnTo>
                    <a:pt x="690" y="638"/>
                  </a:lnTo>
                  <a:lnTo>
                    <a:pt x="690" y="638"/>
                  </a:lnTo>
                  <a:lnTo>
                    <a:pt x="690" y="638"/>
                  </a:lnTo>
                  <a:lnTo>
                    <a:pt x="692" y="636"/>
                  </a:lnTo>
                  <a:lnTo>
                    <a:pt x="696" y="636"/>
                  </a:lnTo>
                  <a:lnTo>
                    <a:pt x="703" y="636"/>
                  </a:lnTo>
                  <a:lnTo>
                    <a:pt x="705" y="636"/>
                  </a:lnTo>
                  <a:lnTo>
                    <a:pt x="707" y="634"/>
                  </a:lnTo>
                  <a:lnTo>
                    <a:pt x="709" y="632"/>
                  </a:lnTo>
                  <a:lnTo>
                    <a:pt x="709" y="632"/>
                  </a:lnTo>
                  <a:lnTo>
                    <a:pt x="709" y="632"/>
                  </a:lnTo>
                  <a:lnTo>
                    <a:pt x="709" y="629"/>
                  </a:lnTo>
                  <a:lnTo>
                    <a:pt x="709" y="629"/>
                  </a:lnTo>
                  <a:lnTo>
                    <a:pt x="712" y="629"/>
                  </a:lnTo>
                  <a:lnTo>
                    <a:pt x="712" y="632"/>
                  </a:lnTo>
                  <a:lnTo>
                    <a:pt x="714" y="632"/>
                  </a:lnTo>
                  <a:lnTo>
                    <a:pt x="714" y="632"/>
                  </a:lnTo>
                  <a:lnTo>
                    <a:pt x="716" y="632"/>
                  </a:lnTo>
                  <a:lnTo>
                    <a:pt x="716" y="629"/>
                  </a:lnTo>
                  <a:lnTo>
                    <a:pt x="716" y="627"/>
                  </a:lnTo>
                  <a:lnTo>
                    <a:pt x="721" y="625"/>
                  </a:lnTo>
                  <a:lnTo>
                    <a:pt x="723" y="618"/>
                  </a:lnTo>
                  <a:lnTo>
                    <a:pt x="723" y="618"/>
                  </a:lnTo>
                  <a:lnTo>
                    <a:pt x="723" y="616"/>
                  </a:lnTo>
                  <a:lnTo>
                    <a:pt x="723" y="614"/>
                  </a:lnTo>
                  <a:lnTo>
                    <a:pt x="723" y="612"/>
                  </a:lnTo>
                  <a:lnTo>
                    <a:pt x="723" y="609"/>
                  </a:lnTo>
                  <a:lnTo>
                    <a:pt x="723" y="609"/>
                  </a:lnTo>
                  <a:lnTo>
                    <a:pt x="725" y="609"/>
                  </a:lnTo>
                  <a:lnTo>
                    <a:pt x="725" y="609"/>
                  </a:lnTo>
                  <a:lnTo>
                    <a:pt x="727" y="607"/>
                  </a:lnTo>
                  <a:lnTo>
                    <a:pt x="727" y="605"/>
                  </a:lnTo>
                  <a:lnTo>
                    <a:pt x="729" y="605"/>
                  </a:lnTo>
                  <a:lnTo>
                    <a:pt x="729" y="601"/>
                  </a:lnTo>
                  <a:lnTo>
                    <a:pt x="729" y="601"/>
                  </a:lnTo>
                  <a:lnTo>
                    <a:pt x="732" y="598"/>
                  </a:lnTo>
                  <a:lnTo>
                    <a:pt x="732" y="598"/>
                  </a:lnTo>
                  <a:lnTo>
                    <a:pt x="732" y="596"/>
                  </a:lnTo>
                  <a:lnTo>
                    <a:pt x="729" y="594"/>
                  </a:lnTo>
                  <a:lnTo>
                    <a:pt x="729" y="594"/>
                  </a:lnTo>
                  <a:lnTo>
                    <a:pt x="729" y="594"/>
                  </a:lnTo>
                  <a:lnTo>
                    <a:pt x="732" y="592"/>
                  </a:lnTo>
                  <a:lnTo>
                    <a:pt x="732" y="592"/>
                  </a:lnTo>
                  <a:lnTo>
                    <a:pt x="732" y="592"/>
                  </a:lnTo>
                  <a:lnTo>
                    <a:pt x="732" y="590"/>
                  </a:lnTo>
                  <a:lnTo>
                    <a:pt x="734" y="590"/>
                  </a:lnTo>
                  <a:lnTo>
                    <a:pt x="734" y="587"/>
                  </a:lnTo>
                  <a:lnTo>
                    <a:pt x="732" y="587"/>
                  </a:lnTo>
                  <a:lnTo>
                    <a:pt x="732" y="585"/>
                  </a:lnTo>
                  <a:lnTo>
                    <a:pt x="734" y="585"/>
                  </a:lnTo>
                  <a:lnTo>
                    <a:pt x="734" y="583"/>
                  </a:lnTo>
                  <a:lnTo>
                    <a:pt x="734" y="583"/>
                  </a:lnTo>
                  <a:lnTo>
                    <a:pt x="736" y="581"/>
                  </a:lnTo>
                  <a:lnTo>
                    <a:pt x="738" y="581"/>
                  </a:lnTo>
                  <a:lnTo>
                    <a:pt x="738" y="581"/>
                  </a:lnTo>
                  <a:lnTo>
                    <a:pt x="740" y="576"/>
                  </a:lnTo>
                  <a:lnTo>
                    <a:pt x="743" y="574"/>
                  </a:lnTo>
                  <a:lnTo>
                    <a:pt x="745" y="574"/>
                  </a:lnTo>
                  <a:lnTo>
                    <a:pt x="747" y="572"/>
                  </a:lnTo>
                  <a:lnTo>
                    <a:pt x="749" y="570"/>
                  </a:lnTo>
                  <a:lnTo>
                    <a:pt x="749" y="570"/>
                  </a:lnTo>
                  <a:lnTo>
                    <a:pt x="752" y="570"/>
                  </a:lnTo>
                  <a:lnTo>
                    <a:pt x="754" y="570"/>
                  </a:lnTo>
                  <a:lnTo>
                    <a:pt x="754" y="567"/>
                  </a:lnTo>
                  <a:lnTo>
                    <a:pt x="756" y="567"/>
                  </a:lnTo>
                  <a:lnTo>
                    <a:pt x="758" y="567"/>
                  </a:lnTo>
                  <a:lnTo>
                    <a:pt x="758" y="570"/>
                  </a:lnTo>
                  <a:lnTo>
                    <a:pt x="758" y="570"/>
                  </a:lnTo>
                  <a:lnTo>
                    <a:pt x="760" y="572"/>
                  </a:lnTo>
                  <a:lnTo>
                    <a:pt x="763" y="572"/>
                  </a:lnTo>
                  <a:lnTo>
                    <a:pt x="763" y="570"/>
                  </a:lnTo>
                  <a:lnTo>
                    <a:pt x="765" y="570"/>
                  </a:lnTo>
                  <a:lnTo>
                    <a:pt x="767" y="567"/>
                  </a:lnTo>
                  <a:lnTo>
                    <a:pt x="769" y="567"/>
                  </a:lnTo>
                  <a:lnTo>
                    <a:pt x="769" y="565"/>
                  </a:lnTo>
                  <a:lnTo>
                    <a:pt x="769" y="565"/>
                  </a:lnTo>
                  <a:lnTo>
                    <a:pt x="769" y="565"/>
                  </a:lnTo>
                  <a:lnTo>
                    <a:pt x="769" y="563"/>
                  </a:lnTo>
                  <a:lnTo>
                    <a:pt x="769" y="563"/>
                  </a:lnTo>
                  <a:lnTo>
                    <a:pt x="771" y="563"/>
                  </a:lnTo>
                  <a:lnTo>
                    <a:pt x="774" y="561"/>
                  </a:lnTo>
                  <a:lnTo>
                    <a:pt x="774" y="561"/>
                  </a:lnTo>
                  <a:lnTo>
                    <a:pt x="774" y="556"/>
                  </a:lnTo>
                  <a:lnTo>
                    <a:pt x="774" y="556"/>
                  </a:lnTo>
                  <a:lnTo>
                    <a:pt x="776" y="554"/>
                  </a:lnTo>
                  <a:lnTo>
                    <a:pt x="776" y="554"/>
                  </a:lnTo>
                  <a:lnTo>
                    <a:pt x="776" y="550"/>
                  </a:lnTo>
                  <a:lnTo>
                    <a:pt x="776" y="550"/>
                  </a:lnTo>
                  <a:lnTo>
                    <a:pt x="778" y="545"/>
                  </a:lnTo>
                  <a:lnTo>
                    <a:pt x="778" y="543"/>
                  </a:lnTo>
                  <a:lnTo>
                    <a:pt x="778" y="543"/>
                  </a:lnTo>
                  <a:lnTo>
                    <a:pt x="780" y="541"/>
                  </a:lnTo>
                  <a:lnTo>
                    <a:pt x="780" y="541"/>
                  </a:lnTo>
                  <a:lnTo>
                    <a:pt x="780" y="541"/>
                  </a:lnTo>
                  <a:lnTo>
                    <a:pt x="780" y="539"/>
                  </a:lnTo>
                  <a:lnTo>
                    <a:pt x="780" y="539"/>
                  </a:lnTo>
                  <a:lnTo>
                    <a:pt x="780" y="536"/>
                  </a:lnTo>
                  <a:lnTo>
                    <a:pt x="783" y="536"/>
                  </a:lnTo>
                  <a:lnTo>
                    <a:pt x="780" y="536"/>
                  </a:lnTo>
                  <a:lnTo>
                    <a:pt x="783" y="536"/>
                  </a:lnTo>
                  <a:lnTo>
                    <a:pt x="783" y="534"/>
                  </a:lnTo>
                  <a:lnTo>
                    <a:pt x="783" y="534"/>
                  </a:lnTo>
                  <a:lnTo>
                    <a:pt x="783" y="532"/>
                  </a:lnTo>
                  <a:lnTo>
                    <a:pt x="783" y="532"/>
                  </a:lnTo>
                  <a:lnTo>
                    <a:pt x="783" y="527"/>
                  </a:lnTo>
                  <a:lnTo>
                    <a:pt x="783" y="527"/>
                  </a:lnTo>
                  <a:lnTo>
                    <a:pt x="780" y="527"/>
                  </a:lnTo>
                  <a:lnTo>
                    <a:pt x="780" y="525"/>
                  </a:lnTo>
                  <a:lnTo>
                    <a:pt x="780" y="525"/>
                  </a:lnTo>
                  <a:lnTo>
                    <a:pt x="780" y="525"/>
                  </a:lnTo>
                  <a:lnTo>
                    <a:pt x="780" y="525"/>
                  </a:lnTo>
                  <a:lnTo>
                    <a:pt x="780" y="523"/>
                  </a:lnTo>
                  <a:lnTo>
                    <a:pt x="780" y="523"/>
                  </a:lnTo>
                  <a:lnTo>
                    <a:pt x="783" y="521"/>
                  </a:lnTo>
                  <a:lnTo>
                    <a:pt x="783" y="519"/>
                  </a:lnTo>
                  <a:lnTo>
                    <a:pt x="783" y="519"/>
                  </a:lnTo>
                  <a:lnTo>
                    <a:pt x="783" y="519"/>
                  </a:lnTo>
                  <a:lnTo>
                    <a:pt x="783" y="516"/>
                  </a:lnTo>
                  <a:lnTo>
                    <a:pt x="783" y="516"/>
                  </a:lnTo>
                  <a:lnTo>
                    <a:pt x="783" y="516"/>
                  </a:lnTo>
                  <a:lnTo>
                    <a:pt x="783" y="512"/>
                  </a:lnTo>
                  <a:lnTo>
                    <a:pt x="787" y="508"/>
                  </a:lnTo>
                  <a:lnTo>
                    <a:pt x="787" y="505"/>
                  </a:lnTo>
                  <a:lnTo>
                    <a:pt x="787" y="505"/>
                  </a:lnTo>
                  <a:lnTo>
                    <a:pt x="787" y="505"/>
                  </a:lnTo>
                  <a:lnTo>
                    <a:pt x="787" y="505"/>
                  </a:lnTo>
                  <a:lnTo>
                    <a:pt x="787" y="503"/>
                  </a:lnTo>
                  <a:lnTo>
                    <a:pt x="787" y="503"/>
                  </a:lnTo>
                  <a:lnTo>
                    <a:pt x="787" y="503"/>
                  </a:lnTo>
                  <a:lnTo>
                    <a:pt x="787" y="503"/>
                  </a:lnTo>
                  <a:lnTo>
                    <a:pt x="787" y="503"/>
                  </a:lnTo>
                  <a:lnTo>
                    <a:pt x="787" y="503"/>
                  </a:lnTo>
                  <a:lnTo>
                    <a:pt x="789" y="503"/>
                  </a:lnTo>
                  <a:lnTo>
                    <a:pt x="791" y="503"/>
                  </a:lnTo>
                  <a:lnTo>
                    <a:pt x="791" y="501"/>
                  </a:lnTo>
                  <a:lnTo>
                    <a:pt x="791" y="501"/>
                  </a:lnTo>
                  <a:lnTo>
                    <a:pt x="791" y="501"/>
                  </a:lnTo>
                  <a:lnTo>
                    <a:pt x="791" y="501"/>
                  </a:lnTo>
                  <a:lnTo>
                    <a:pt x="791" y="501"/>
                  </a:lnTo>
                  <a:lnTo>
                    <a:pt x="791" y="499"/>
                  </a:lnTo>
                  <a:lnTo>
                    <a:pt x="791" y="499"/>
                  </a:lnTo>
                  <a:lnTo>
                    <a:pt x="791" y="499"/>
                  </a:lnTo>
                  <a:lnTo>
                    <a:pt x="791" y="499"/>
                  </a:lnTo>
                  <a:lnTo>
                    <a:pt x="791" y="496"/>
                  </a:lnTo>
                  <a:lnTo>
                    <a:pt x="791" y="496"/>
                  </a:lnTo>
                  <a:lnTo>
                    <a:pt x="791" y="494"/>
                  </a:lnTo>
                  <a:lnTo>
                    <a:pt x="791" y="494"/>
                  </a:lnTo>
                  <a:lnTo>
                    <a:pt x="791" y="494"/>
                  </a:lnTo>
                  <a:lnTo>
                    <a:pt x="791" y="492"/>
                  </a:lnTo>
                  <a:lnTo>
                    <a:pt x="791" y="492"/>
                  </a:lnTo>
                  <a:lnTo>
                    <a:pt x="791" y="492"/>
                  </a:lnTo>
                  <a:lnTo>
                    <a:pt x="791" y="488"/>
                  </a:lnTo>
                  <a:lnTo>
                    <a:pt x="791" y="485"/>
                  </a:lnTo>
                  <a:lnTo>
                    <a:pt x="791" y="485"/>
                  </a:lnTo>
                  <a:lnTo>
                    <a:pt x="791" y="483"/>
                  </a:lnTo>
                  <a:lnTo>
                    <a:pt x="791" y="483"/>
                  </a:lnTo>
                  <a:lnTo>
                    <a:pt x="791" y="481"/>
                  </a:lnTo>
                  <a:lnTo>
                    <a:pt x="791" y="481"/>
                  </a:lnTo>
                  <a:lnTo>
                    <a:pt x="791" y="477"/>
                  </a:lnTo>
                  <a:lnTo>
                    <a:pt x="791" y="477"/>
                  </a:lnTo>
                  <a:lnTo>
                    <a:pt x="791" y="474"/>
                  </a:lnTo>
                  <a:lnTo>
                    <a:pt x="791" y="474"/>
                  </a:lnTo>
                  <a:lnTo>
                    <a:pt x="789" y="474"/>
                  </a:lnTo>
                  <a:lnTo>
                    <a:pt x="789" y="472"/>
                  </a:lnTo>
                  <a:lnTo>
                    <a:pt x="791" y="472"/>
                  </a:lnTo>
                  <a:lnTo>
                    <a:pt x="791" y="472"/>
                  </a:lnTo>
                  <a:lnTo>
                    <a:pt x="791" y="472"/>
                  </a:lnTo>
                  <a:lnTo>
                    <a:pt x="794" y="472"/>
                  </a:lnTo>
                  <a:lnTo>
                    <a:pt x="794" y="472"/>
                  </a:lnTo>
                  <a:lnTo>
                    <a:pt x="794" y="472"/>
                  </a:lnTo>
                  <a:lnTo>
                    <a:pt x="794" y="470"/>
                  </a:lnTo>
                  <a:lnTo>
                    <a:pt x="796" y="470"/>
                  </a:lnTo>
                  <a:lnTo>
                    <a:pt x="796" y="470"/>
                  </a:lnTo>
                  <a:lnTo>
                    <a:pt x="796" y="470"/>
                  </a:lnTo>
                  <a:lnTo>
                    <a:pt x="796" y="470"/>
                  </a:lnTo>
                  <a:lnTo>
                    <a:pt x="798" y="465"/>
                  </a:lnTo>
                  <a:lnTo>
                    <a:pt x="798" y="459"/>
                  </a:lnTo>
                  <a:lnTo>
                    <a:pt x="798" y="459"/>
                  </a:lnTo>
                  <a:lnTo>
                    <a:pt x="800" y="459"/>
                  </a:lnTo>
                  <a:lnTo>
                    <a:pt x="800" y="457"/>
                  </a:lnTo>
                  <a:lnTo>
                    <a:pt x="800" y="457"/>
                  </a:lnTo>
                  <a:lnTo>
                    <a:pt x="800" y="457"/>
                  </a:lnTo>
                  <a:lnTo>
                    <a:pt x="800" y="457"/>
                  </a:lnTo>
                  <a:lnTo>
                    <a:pt x="803" y="457"/>
                  </a:lnTo>
                  <a:lnTo>
                    <a:pt x="803" y="454"/>
                  </a:lnTo>
                  <a:lnTo>
                    <a:pt x="803" y="454"/>
                  </a:lnTo>
                  <a:lnTo>
                    <a:pt x="803" y="454"/>
                  </a:lnTo>
                  <a:lnTo>
                    <a:pt x="803" y="454"/>
                  </a:lnTo>
                  <a:lnTo>
                    <a:pt x="805" y="452"/>
                  </a:lnTo>
                  <a:lnTo>
                    <a:pt x="805" y="452"/>
                  </a:lnTo>
                  <a:lnTo>
                    <a:pt x="805" y="452"/>
                  </a:lnTo>
                  <a:lnTo>
                    <a:pt x="805" y="452"/>
                  </a:lnTo>
                  <a:lnTo>
                    <a:pt x="805" y="448"/>
                  </a:lnTo>
                  <a:lnTo>
                    <a:pt x="805" y="448"/>
                  </a:lnTo>
                  <a:lnTo>
                    <a:pt x="805" y="448"/>
                  </a:lnTo>
                  <a:lnTo>
                    <a:pt x="807" y="445"/>
                  </a:lnTo>
                  <a:lnTo>
                    <a:pt x="807" y="445"/>
                  </a:lnTo>
                  <a:lnTo>
                    <a:pt x="809" y="443"/>
                  </a:lnTo>
                  <a:lnTo>
                    <a:pt x="809" y="441"/>
                  </a:lnTo>
                  <a:lnTo>
                    <a:pt x="811" y="439"/>
                  </a:lnTo>
                  <a:lnTo>
                    <a:pt x="811" y="437"/>
                  </a:lnTo>
                  <a:lnTo>
                    <a:pt x="811" y="437"/>
                  </a:lnTo>
                  <a:lnTo>
                    <a:pt x="811" y="437"/>
                  </a:lnTo>
                  <a:lnTo>
                    <a:pt x="811" y="437"/>
                  </a:lnTo>
                  <a:lnTo>
                    <a:pt x="811" y="434"/>
                  </a:lnTo>
                  <a:lnTo>
                    <a:pt x="811" y="434"/>
                  </a:lnTo>
                  <a:lnTo>
                    <a:pt x="811" y="432"/>
                  </a:lnTo>
                  <a:lnTo>
                    <a:pt x="811" y="432"/>
                  </a:lnTo>
                  <a:lnTo>
                    <a:pt x="811" y="428"/>
                  </a:lnTo>
                  <a:lnTo>
                    <a:pt x="811" y="428"/>
                  </a:lnTo>
                  <a:lnTo>
                    <a:pt x="811" y="428"/>
                  </a:lnTo>
                  <a:lnTo>
                    <a:pt x="811" y="426"/>
                  </a:lnTo>
                  <a:lnTo>
                    <a:pt x="811" y="426"/>
                  </a:lnTo>
                  <a:lnTo>
                    <a:pt x="811" y="426"/>
                  </a:lnTo>
                  <a:lnTo>
                    <a:pt x="811" y="426"/>
                  </a:lnTo>
                  <a:lnTo>
                    <a:pt x="811" y="423"/>
                  </a:lnTo>
                  <a:lnTo>
                    <a:pt x="811" y="423"/>
                  </a:lnTo>
                  <a:lnTo>
                    <a:pt x="814" y="423"/>
                  </a:lnTo>
                  <a:lnTo>
                    <a:pt x="814" y="423"/>
                  </a:lnTo>
                  <a:lnTo>
                    <a:pt x="814" y="423"/>
                  </a:lnTo>
                  <a:lnTo>
                    <a:pt x="814" y="423"/>
                  </a:lnTo>
                  <a:lnTo>
                    <a:pt x="814" y="423"/>
                  </a:lnTo>
                  <a:lnTo>
                    <a:pt x="814" y="421"/>
                  </a:lnTo>
                  <a:lnTo>
                    <a:pt x="814" y="421"/>
                  </a:lnTo>
                  <a:lnTo>
                    <a:pt x="814" y="421"/>
                  </a:lnTo>
                  <a:lnTo>
                    <a:pt x="814" y="421"/>
                  </a:lnTo>
                  <a:lnTo>
                    <a:pt x="814" y="421"/>
                  </a:lnTo>
                  <a:lnTo>
                    <a:pt x="814" y="421"/>
                  </a:lnTo>
                  <a:lnTo>
                    <a:pt x="814" y="419"/>
                  </a:lnTo>
                  <a:lnTo>
                    <a:pt x="816" y="419"/>
                  </a:lnTo>
                  <a:lnTo>
                    <a:pt x="816" y="419"/>
                  </a:lnTo>
                  <a:lnTo>
                    <a:pt x="816" y="417"/>
                  </a:lnTo>
                  <a:lnTo>
                    <a:pt x="818" y="417"/>
                  </a:lnTo>
                  <a:lnTo>
                    <a:pt x="818" y="417"/>
                  </a:lnTo>
                  <a:lnTo>
                    <a:pt x="818" y="410"/>
                  </a:lnTo>
                  <a:lnTo>
                    <a:pt x="818" y="410"/>
                  </a:lnTo>
                  <a:lnTo>
                    <a:pt x="818" y="408"/>
                  </a:lnTo>
                  <a:lnTo>
                    <a:pt x="818" y="408"/>
                  </a:lnTo>
                  <a:lnTo>
                    <a:pt x="818" y="408"/>
                  </a:lnTo>
                  <a:lnTo>
                    <a:pt x="816" y="408"/>
                  </a:lnTo>
                  <a:lnTo>
                    <a:pt x="814" y="408"/>
                  </a:lnTo>
                  <a:lnTo>
                    <a:pt x="814" y="408"/>
                  </a:lnTo>
                  <a:lnTo>
                    <a:pt x="814" y="406"/>
                  </a:lnTo>
                  <a:lnTo>
                    <a:pt x="811" y="406"/>
                  </a:lnTo>
                  <a:lnTo>
                    <a:pt x="811" y="406"/>
                  </a:lnTo>
                  <a:lnTo>
                    <a:pt x="811" y="406"/>
                  </a:lnTo>
                  <a:lnTo>
                    <a:pt x="811" y="406"/>
                  </a:lnTo>
                  <a:lnTo>
                    <a:pt x="811" y="406"/>
                  </a:lnTo>
                  <a:lnTo>
                    <a:pt x="814" y="406"/>
                  </a:lnTo>
                  <a:lnTo>
                    <a:pt x="811" y="406"/>
                  </a:lnTo>
                  <a:lnTo>
                    <a:pt x="811" y="406"/>
                  </a:lnTo>
                  <a:lnTo>
                    <a:pt x="811" y="406"/>
                  </a:lnTo>
                  <a:lnTo>
                    <a:pt x="811" y="406"/>
                  </a:lnTo>
                  <a:lnTo>
                    <a:pt x="809" y="406"/>
                  </a:lnTo>
                  <a:lnTo>
                    <a:pt x="809" y="406"/>
                  </a:lnTo>
                  <a:lnTo>
                    <a:pt x="809" y="403"/>
                  </a:lnTo>
                  <a:lnTo>
                    <a:pt x="809" y="403"/>
                  </a:lnTo>
                  <a:lnTo>
                    <a:pt x="809" y="403"/>
                  </a:lnTo>
                  <a:lnTo>
                    <a:pt x="809" y="401"/>
                  </a:lnTo>
                  <a:lnTo>
                    <a:pt x="809" y="401"/>
                  </a:lnTo>
                  <a:lnTo>
                    <a:pt x="809" y="401"/>
                  </a:lnTo>
                  <a:lnTo>
                    <a:pt x="809" y="399"/>
                  </a:lnTo>
                  <a:lnTo>
                    <a:pt x="809" y="399"/>
                  </a:lnTo>
                  <a:lnTo>
                    <a:pt x="809" y="397"/>
                  </a:lnTo>
                  <a:lnTo>
                    <a:pt x="809" y="397"/>
                  </a:lnTo>
                  <a:lnTo>
                    <a:pt x="809" y="397"/>
                  </a:lnTo>
                  <a:lnTo>
                    <a:pt x="807" y="395"/>
                  </a:lnTo>
                  <a:lnTo>
                    <a:pt x="807" y="395"/>
                  </a:lnTo>
                  <a:lnTo>
                    <a:pt x="807" y="395"/>
                  </a:lnTo>
                  <a:lnTo>
                    <a:pt x="807" y="392"/>
                  </a:lnTo>
                  <a:lnTo>
                    <a:pt x="807" y="392"/>
                  </a:lnTo>
                  <a:lnTo>
                    <a:pt x="805" y="392"/>
                  </a:lnTo>
                  <a:lnTo>
                    <a:pt x="805" y="390"/>
                  </a:lnTo>
                  <a:lnTo>
                    <a:pt x="805" y="390"/>
                  </a:lnTo>
                  <a:lnTo>
                    <a:pt x="805" y="390"/>
                  </a:lnTo>
                  <a:lnTo>
                    <a:pt x="805" y="390"/>
                  </a:lnTo>
                  <a:lnTo>
                    <a:pt x="805" y="390"/>
                  </a:lnTo>
                  <a:lnTo>
                    <a:pt x="805" y="390"/>
                  </a:lnTo>
                  <a:lnTo>
                    <a:pt x="805" y="390"/>
                  </a:lnTo>
                  <a:lnTo>
                    <a:pt x="805" y="390"/>
                  </a:lnTo>
                  <a:lnTo>
                    <a:pt x="807" y="390"/>
                  </a:lnTo>
                  <a:lnTo>
                    <a:pt x="807" y="390"/>
                  </a:lnTo>
                  <a:lnTo>
                    <a:pt x="807" y="390"/>
                  </a:lnTo>
                  <a:lnTo>
                    <a:pt x="807" y="388"/>
                  </a:lnTo>
                  <a:lnTo>
                    <a:pt x="807" y="388"/>
                  </a:lnTo>
                  <a:lnTo>
                    <a:pt x="807" y="386"/>
                  </a:lnTo>
                  <a:lnTo>
                    <a:pt x="807" y="386"/>
                  </a:lnTo>
                  <a:lnTo>
                    <a:pt x="807" y="386"/>
                  </a:lnTo>
                  <a:lnTo>
                    <a:pt x="807" y="383"/>
                  </a:lnTo>
                  <a:lnTo>
                    <a:pt x="807" y="383"/>
                  </a:lnTo>
                  <a:lnTo>
                    <a:pt x="807" y="383"/>
                  </a:lnTo>
                  <a:lnTo>
                    <a:pt x="807" y="381"/>
                  </a:lnTo>
                  <a:lnTo>
                    <a:pt x="807" y="381"/>
                  </a:lnTo>
                  <a:lnTo>
                    <a:pt x="807" y="379"/>
                  </a:lnTo>
                  <a:lnTo>
                    <a:pt x="807" y="379"/>
                  </a:lnTo>
                  <a:lnTo>
                    <a:pt x="807" y="379"/>
                  </a:lnTo>
                  <a:lnTo>
                    <a:pt x="807" y="379"/>
                  </a:lnTo>
                  <a:lnTo>
                    <a:pt x="809" y="379"/>
                  </a:lnTo>
                  <a:lnTo>
                    <a:pt x="809" y="379"/>
                  </a:lnTo>
                  <a:lnTo>
                    <a:pt x="809" y="377"/>
                  </a:lnTo>
                  <a:lnTo>
                    <a:pt x="809" y="377"/>
                  </a:lnTo>
                  <a:lnTo>
                    <a:pt x="809" y="377"/>
                  </a:lnTo>
                  <a:lnTo>
                    <a:pt x="807" y="368"/>
                  </a:lnTo>
                  <a:lnTo>
                    <a:pt x="807" y="368"/>
                  </a:lnTo>
                  <a:lnTo>
                    <a:pt x="809" y="366"/>
                  </a:lnTo>
                  <a:lnTo>
                    <a:pt x="809" y="366"/>
                  </a:lnTo>
                  <a:lnTo>
                    <a:pt x="807" y="366"/>
                  </a:lnTo>
                  <a:lnTo>
                    <a:pt x="807" y="361"/>
                  </a:lnTo>
                  <a:lnTo>
                    <a:pt x="807" y="361"/>
                  </a:lnTo>
                  <a:lnTo>
                    <a:pt x="805" y="361"/>
                  </a:lnTo>
                  <a:lnTo>
                    <a:pt x="805" y="359"/>
                  </a:lnTo>
                  <a:lnTo>
                    <a:pt x="805" y="359"/>
                  </a:lnTo>
                  <a:lnTo>
                    <a:pt x="805" y="348"/>
                  </a:lnTo>
                  <a:lnTo>
                    <a:pt x="805" y="346"/>
                  </a:lnTo>
                  <a:lnTo>
                    <a:pt x="805" y="344"/>
                  </a:lnTo>
                  <a:lnTo>
                    <a:pt x="805" y="344"/>
                  </a:lnTo>
                  <a:lnTo>
                    <a:pt x="805" y="344"/>
                  </a:lnTo>
                  <a:lnTo>
                    <a:pt x="805" y="344"/>
                  </a:lnTo>
                  <a:lnTo>
                    <a:pt x="805" y="344"/>
                  </a:lnTo>
                  <a:lnTo>
                    <a:pt x="805" y="344"/>
                  </a:lnTo>
                  <a:lnTo>
                    <a:pt x="805" y="344"/>
                  </a:lnTo>
                  <a:lnTo>
                    <a:pt x="805" y="341"/>
                  </a:lnTo>
                  <a:lnTo>
                    <a:pt x="805" y="341"/>
                  </a:lnTo>
                  <a:lnTo>
                    <a:pt x="805" y="339"/>
                  </a:lnTo>
                  <a:lnTo>
                    <a:pt x="805" y="339"/>
                  </a:lnTo>
                  <a:lnTo>
                    <a:pt x="805" y="339"/>
                  </a:lnTo>
                  <a:lnTo>
                    <a:pt x="805" y="339"/>
                  </a:lnTo>
                  <a:lnTo>
                    <a:pt x="805" y="339"/>
                  </a:lnTo>
                  <a:lnTo>
                    <a:pt x="805" y="339"/>
                  </a:lnTo>
                  <a:lnTo>
                    <a:pt x="807" y="339"/>
                  </a:lnTo>
                  <a:lnTo>
                    <a:pt x="807" y="337"/>
                  </a:lnTo>
                  <a:lnTo>
                    <a:pt x="807" y="337"/>
                  </a:lnTo>
                  <a:lnTo>
                    <a:pt x="807" y="337"/>
                  </a:lnTo>
                  <a:lnTo>
                    <a:pt x="807" y="337"/>
                  </a:lnTo>
                  <a:lnTo>
                    <a:pt x="807" y="335"/>
                  </a:lnTo>
                  <a:lnTo>
                    <a:pt x="807" y="335"/>
                  </a:lnTo>
                  <a:lnTo>
                    <a:pt x="805" y="335"/>
                  </a:lnTo>
                  <a:lnTo>
                    <a:pt x="805" y="335"/>
                  </a:lnTo>
                  <a:lnTo>
                    <a:pt x="805" y="335"/>
                  </a:lnTo>
                  <a:lnTo>
                    <a:pt x="805" y="335"/>
                  </a:lnTo>
                  <a:lnTo>
                    <a:pt x="805" y="332"/>
                  </a:lnTo>
                  <a:lnTo>
                    <a:pt x="805" y="330"/>
                  </a:lnTo>
                  <a:lnTo>
                    <a:pt x="805" y="330"/>
                  </a:lnTo>
                  <a:lnTo>
                    <a:pt x="803" y="330"/>
                  </a:lnTo>
                  <a:lnTo>
                    <a:pt x="803" y="328"/>
                  </a:lnTo>
                  <a:lnTo>
                    <a:pt x="803" y="328"/>
                  </a:lnTo>
                  <a:lnTo>
                    <a:pt x="803" y="328"/>
                  </a:lnTo>
                  <a:lnTo>
                    <a:pt x="803" y="326"/>
                  </a:lnTo>
                  <a:lnTo>
                    <a:pt x="803" y="326"/>
                  </a:lnTo>
                  <a:lnTo>
                    <a:pt x="803" y="326"/>
                  </a:lnTo>
                  <a:lnTo>
                    <a:pt x="803" y="326"/>
                  </a:lnTo>
                  <a:lnTo>
                    <a:pt x="803" y="324"/>
                  </a:lnTo>
                  <a:lnTo>
                    <a:pt x="803" y="324"/>
                  </a:lnTo>
                  <a:lnTo>
                    <a:pt x="803" y="324"/>
                  </a:lnTo>
                  <a:lnTo>
                    <a:pt x="803" y="321"/>
                  </a:lnTo>
                  <a:lnTo>
                    <a:pt x="803" y="321"/>
                  </a:lnTo>
                  <a:lnTo>
                    <a:pt x="805" y="321"/>
                  </a:lnTo>
                  <a:lnTo>
                    <a:pt x="805" y="321"/>
                  </a:lnTo>
                  <a:lnTo>
                    <a:pt x="805" y="319"/>
                  </a:lnTo>
                  <a:lnTo>
                    <a:pt x="805" y="319"/>
                  </a:lnTo>
                  <a:lnTo>
                    <a:pt x="805" y="319"/>
                  </a:lnTo>
                  <a:lnTo>
                    <a:pt x="805" y="319"/>
                  </a:lnTo>
                  <a:lnTo>
                    <a:pt x="807" y="319"/>
                  </a:lnTo>
                  <a:lnTo>
                    <a:pt x="807" y="315"/>
                  </a:lnTo>
                  <a:lnTo>
                    <a:pt x="807" y="315"/>
                  </a:lnTo>
                  <a:lnTo>
                    <a:pt x="807" y="315"/>
                  </a:lnTo>
                  <a:lnTo>
                    <a:pt x="805" y="315"/>
                  </a:lnTo>
                  <a:lnTo>
                    <a:pt x="805" y="315"/>
                  </a:lnTo>
                  <a:lnTo>
                    <a:pt x="805" y="313"/>
                  </a:lnTo>
                  <a:lnTo>
                    <a:pt x="803" y="313"/>
                  </a:lnTo>
                  <a:lnTo>
                    <a:pt x="803" y="313"/>
                  </a:lnTo>
                  <a:lnTo>
                    <a:pt x="803" y="310"/>
                  </a:lnTo>
                  <a:lnTo>
                    <a:pt x="800" y="310"/>
                  </a:lnTo>
                  <a:lnTo>
                    <a:pt x="800" y="310"/>
                  </a:lnTo>
                  <a:lnTo>
                    <a:pt x="800" y="310"/>
                  </a:lnTo>
                  <a:lnTo>
                    <a:pt x="800" y="308"/>
                  </a:lnTo>
                  <a:lnTo>
                    <a:pt x="800" y="308"/>
                  </a:lnTo>
                  <a:lnTo>
                    <a:pt x="800" y="306"/>
                  </a:lnTo>
                  <a:lnTo>
                    <a:pt x="800" y="304"/>
                  </a:lnTo>
                  <a:lnTo>
                    <a:pt x="800" y="304"/>
                  </a:lnTo>
                  <a:lnTo>
                    <a:pt x="800" y="301"/>
                  </a:lnTo>
                  <a:lnTo>
                    <a:pt x="800" y="299"/>
                  </a:lnTo>
                  <a:lnTo>
                    <a:pt x="803" y="293"/>
                  </a:lnTo>
                  <a:lnTo>
                    <a:pt x="803" y="293"/>
                  </a:lnTo>
                  <a:lnTo>
                    <a:pt x="803" y="293"/>
                  </a:lnTo>
                  <a:lnTo>
                    <a:pt x="805" y="290"/>
                  </a:lnTo>
                  <a:lnTo>
                    <a:pt x="805" y="290"/>
                  </a:lnTo>
                  <a:lnTo>
                    <a:pt x="805" y="290"/>
                  </a:lnTo>
                  <a:lnTo>
                    <a:pt x="805" y="286"/>
                  </a:lnTo>
                  <a:lnTo>
                    <a:pt x="805" y="281"/>
                  </a:lnTo>
                  <a:lnTo>
                    <a:pt x="805" y="279"/>
                  </a:lnTo>
                  <a:lnTo>
                    <a:pt x="807" y="277"/>
                  </a:lnTo>
                  <a:lnTo>
                    <a:pt x="807" y="277"/>
                  </a:lnTo>
                  <a:lnTo>
                    <a:pt x="807" y="277"/>
                  </a:lnTo>
                  <a:lnTo>
                    <a:pt x="807" y="277"/>
                  </a:lnTo>
                  <a:lnTo>
                    <a:pt x="807" y="277"/>
                  </a:lnTo>
                  <a:lnTo>
                    <a:pt x="809" y="277"/>
                  </a:lnTo>
                  <a:lnTo>
                    <a:pt x="809" y="277"/>
                  </a:lnTo>
                  <a:lnTo>
                    <a:pt x="809" y="275"/>
                  </a:lnTo>
                  <a:lnTo>
                    <a:pt x="809" y="275"/>
                  </a:lnTo>
                  <a:lnTo>
                    <a:pt x="809" y="273"/>
                  </a:lnTo>
                  <a:lnTo>
                    <a:pt x="809" y="273"/>
                  </a:lnTo>
                  <a:lnTo>
                    <a:pt x="809" y="270"/>
                  </a:lnTo>
                  <a:lnTo>
                    <a:pt x="807" y="268"/>
                  </a:lnTo>
                  <a:lnTo>
                    <a:pt x="807" y="266"/>
                  </a:lnTo>
                  <a:lnTo>
                    <a:pt x="807" y="264"/>
                  </a:lnTo>
                  <a:lnTo>
                    <a:pt x="807" y="264"/>
                  </a:lnTo>
                  <a:lnTo>
                    <a:pt x="809" y="264"/>
                  </a:lnTo>
                  <a:lnTo>
                    <a:pt x="809" y="264"/>
                  </a:lnTo>
                  <a:lnTo>
                    <a:pt x="809" y="262"/>
                  </a:lnTo>
                  <a:lnTo>
                    <a:pt x="809" y="262"/>
                  </a:lnTo>
                  <a:lnTo>
                    <a:pt x="809" y="262"/>
                  </a:lnTo>
                  <a:lnTo>
                    <a:pt x="809" y="262"/>
                  </a:lnTo>
                  <a:lnTo>
                    <a:pt x="809" y="259"/>
                  </a:lnTo>
                  <a:lnTo>
                    <a:pt x="807" y="257"/>
                  </a:lnTo>
                  <a:lnTo>
                    <a:pt x="807" y="257"/>
                  </a:lnTo>
                  <a:lnTo>
                    <a:pt x="807" y="257"/>
                  </a:lnTo>
                  <a:lnTo>
                    <a:pt x="809" y="255"/>
                  </a:lnTo>
                  <a:lnTo>
                    <a:pt x="809" y="255"/>
                  </a:lnTo>
                  <a:lnTo>
                    <a:pt x="809" y="255"/>
                  </a:lnTo>
                  <a:lnTo>
                    <a:pt x="809" y="255"/>
                  </a:lnTo>
                  <a:lnTo>
                    <a:pt x="809" y="255"/>
                  </a:lnTo>
                  <a:lnTo>
                    <a:pt x="811" y="253"/>
                  </a:lnTo>
                  <a:lnTo>
                    <a:pt x="811" y="253"/>
                  </a:lnTo>
                  <a:lnTo>
                    <a:pt x="811" y="248"/>
                  </a:lnTo>
                  <a:lnTo>
                    <a:pt x="811" y="248"/>
                  </a:lnTo>
                  <a:lnTo>
                    <a:pt x="809" y="246"/>
                  </a:lnTo>
                  <a:lnTo>
                    <a:pt x="809" y="246"/>
                  </a:lnTo>
                  <a:lnTo>
                    <a:pt x="809" y="244"/>
                  </a:lnTo>
                  <a:lnTo>
                    <a:pt x="811" y="244"/>
                  </a:lnTo>
                  <a:lnTo>
                    <a:pt x="811" y="244"/>
                  </a:lnTo>
                  <a:lnTo>
                    <a:pt x="811" y="242"/>
                  </a:lnTo>
                  <a:lnTo>
                    <a:pt x="811" y="242"/>
                  </a:lnTo>
                  <a:lnTo>
                    <a:pt x="811" y="242"/>
                  </a:lnTo>
                  <a:lnTo>
                    <a:pt x="814" y="242"/>
                  </a:lnTo>
                  <a:lnTo>
                    <a:pt x="814" y="242"/>
                  </a:lnTo>
                  <a:lnTo>
                    <a:pt x="816" y="237"/>
                  </a:lnTo>
                  <a:lnTo>
                    <a:pt x="816" y="237"/>
                  </a:lnTo>
                  <a:lnTo>
                    <a:pt x="816" y="237"/>
                  </a:lnTo>
                  <a:lnTo>
                    <a:pt x="816" y="237"/>
                  </a:lnTo>
                  <a:lnTo>
                    <a:pt x="816" y="235"/>
                  </a:lnTo>
                  <a:lnTo>
                    <a:pt x="816" y="235"/>
                  </a:lnTo>
                  <a:lnTo>
                    <a:pt x="818" y="233"/>
                  </a:lnTo>
                  <a:lnTo>
                    <a:pt x="818" y="231"/>
                  </a:lnTo>
                  <a:lnTo>
                    <a:pt x="818" y="231"/>
                  </a:lnTo>
                  <a:lnTo>
                    <a:pt x="818" y="228"/>
                  </a:lnTo>
                  <a:lnTo>
                    <a:pt x="818" y="226"/>
                  </a:lnTo>
                  <a:lnTo>
                    <a:pt x="818" y="226"/>
                  </a:lnTo>
                  <a:lnTo>
                    <a:pt x="820" y="224"/>
                  </a:lnTo>
                  <a:lnTo>
                    <a:pt x="822" y="222"/>
                  </a:lnTo>
                  <a:lnTo>
                    <a:pt x="825" y="217"/>
                  </a:lnTo>
                  <a:lnTo>
                    <a:pt x="825" y="215"/>
                  </a:lnTo>
                  <a:lnTo>
                    <a:pt x="825" y="213"/>
                  </a:lnTo>
                  <a:lnTo>
                    <a:pt x="825" y="208"/>
                  </a:lnTo>
                  <a:lnTo>
                    <a:pt x="825" y="208"/>
                  </a:lnTo>
                  <a:lnTo>
                    <a:pt x="825" y="206"/>
                  </a:lnTo>
                  <a:lnTo>
                    <a:pt x="825" y="206"/>
                  </a:lnTo>
                  <a:lnTo>
                    <a:pt x="827" y="204"/>
                  </a:lnTo>
                  <a:lnTo>
                    <a:pt x="827" y="204"/>
                  </a:lnTo>
                  <a:lnTo>
                    <a:pt x="831" y="200"/>
                  </a:lnTo>
                  <a:lnTo>
                    <a:pt x="831" y="197"/>
                  </a:lnTo>
                  <a:lnTo>
                    <a:pt x="831" y="197"/>
                  </a:lnTo>
                  <a:lnTo>
                    <a:pt x="831" y="195"/>
                  </a:lnTo>
                  <a:lnTo>
                    <a:pt x="834" y="191"/>
                  </a:lnTo>
                  <a:lnTo>
                    <a:pt x="836" y="186"/>
                  </a:lnTo>
                  <a:lnTo>
                    <a:pt x="836" y="184"/>
                  </a:lnTo>
                  <a:lnTo>
                    <a:pt x="767" y="182"/>
                  </a:lnTo>
                  <a:close/>
                </a:path>
              </a:pathLst>
            </a:custGeom>
            <a:solidFill>
              <a:srgbClr val="D6D9ED"/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03F537C-3542-4EA5-9573-7E87928237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86" y="1016"/>
              <a:ext cx="507" cy="680"/>
            </a:xfrm>
            <a:custGeom>
              <a:avLst/>
              <a:gdLst>
                <a:gd name="T0" fmla="*/ 376 w 507"/>
                <a:gd name="T1" fmla="*/ 100 h 680"/>
                <a:gd name="T2" fmla="*/ 487 w 507"/>
                <a:gd name="T3" fmla="*/ 124 h 680"/>
                <a:gd name="T4" fmla="*/ 494 w 507"/>
                <a:gd name="T5" fmla="*/ 124 h 680"/>
                <a:gd name="T6" fmla="*/ 467 w 507"/>
                <a:gd name="T7" fmla="*/ 124 h 680"/>
                <a:gd name="T8" fmla="*/ 403 w 507"/>
                <a:gd name="T9" fmla="*/ 98 h 680"/>
                <a:gd name="T10" fmla="*/ 385 w 507"/>
                <a:gd name="T11" fmla="*/ 109 h 680"/>
                <a:gd name="T12" fmla="*/ 367 w 507"/>
                <a:gd name="T13" fmla="*/ 111 h 680"/>
                <a:gd name="T14" fmla="*/ 345 w 507"/>
                <a:gd name="T15" fmla="*/ 118 h 680"/>
                <a:gd name="T16" fmla="*/ 332 w 507"/>
                <a:gd name="T17" fmla="*/ 131 h 680"/>
                <a:gd name="T18" fmla="*/ 332 w 507"/>
                <a:gd name="T19" fmla="*/ 122 h 680"/>
                <a:gd name="T20" fmla="*/ 343 w 507"/>
                <a:gd name="T21" fmla="*/ 100 h 680"/>
                <a:gd name="T22" fmla="*/ 312 w 507"/>
                <a:gd name="T23" fmla="*/ 142 h 680"/>
                <a:gd name="T24" fmla="*/ 296 w 507"/>
                <a:gd name="T25" fmla="*/ 142 h 680"/>
                <a:gd name="T26" fmla="*/ 310 w 507"/>
                <a:gd name="T27" fmla="*/ 98 h 680"/>
                <a:gd name="T28" fmla="*/ 308 w 507"/>
                <a:gd name="T29" fmla="*/ 87 h 680"/>
                <a:gd name="T30" fmla="*/ 296 w 507"/>
                <a:gd name="T31" fmla="*/ 91 h 680"/>
                <a:gd name="T32" fmla="*/ 303 w 507"/>
                <a:gd name="T33" fmla="*/ 73 h 680"/>
                <a:gd name="T34" fmla="*/ 303 w 507"/>
                <a:gd name="T35" fmla="*/ 58 h 680"/>
                <a:gd name="T36" fmla="*/ 288 w 507"/>
                <a:gd name="T37" fmla="*/ 53 h 680"/>
                <a:gd name="T38" fmla="*/ 283 w 507"/>
                <a:gd name="T39" fmla="*/ 40 h 680"/>
                <a:gd name="T40" fmla="*/ 277 w 507"/>
                <a:gd name="T41" fmla="*/ 38 h 680"/>
                <a:gd name="T42" fmla="*/ 261 w 507"/>
                <a:gd name="T43" fmla="*/ 31 h 680"/>
                <a:gd name="T44" fmla="*/ 245 w 507"/>
                <a:gd name="T45" fmla="*/ 31 h 680"/>
                <a:gd name="T46" fmla="*/ 237 w 507"/>
                <a:gd name="T47" fmla="*/ 33 h 680"/>
                <a:gd name="T48" fmla="*/ 234 w 507"/>
                <a:gd name="T49" fmla="*/ 27 h 680"/>
                <a:gd name="T50" fmla="*/ 228 w 507"/>
                <a:gd name="T51" fmla="*/ 18 h 680"/>
                <a:gd name="T52" fmla="*/ 214 w 507"/>
                <a:gd name="T53" fmla="*/ 20 h 680"/>
                <a:gd name="T54" fmla="*/ 206 w 507"/>
                <a:gd name="T55" fmla="*/ 9 h 680"/>
                <a:gd name="T56" fmla="*/ 199 w 507"/>
                <a:gd name="T57" fmla="*/ 5 h 680"/>
                <a:gd name="T58" fmla="*/ 186 w 507"/>
                <a:gd name="T59" fmla="*/ 40 h 680"/>
                <a:gd name="T60" fmla="*/ 172 w 507"/>
                <a:gd name="T61" fmla="*/ 89 h 680"/>
                <a:gd name="T62" fmla="*/ 161 w 507"/>
                <a:gd name="T63" fmla="*/ 118 h 680"/>
                <a:gd name="T64" fmla="*/ 148 w 507"/>
                <a:gd name="T65" fmla="*/ 153 h 680"/>
                <a:gd name="T66" fmla="*/ 130 w 507"/>
                <a:gd name="T67" fmla="*/ 173 h 680"/>
                <a:gd name="T68" fmla="*/ 119 w 507"/>
                <a:gd name="T69" fmla="*/ 208 h 680"/>
                <a:gd name="T70" fmla="*/ 88 w 507"/>
                <a:gd name="T71" fmla="*/ 248 h 680"/>
                <a:gd name="T72" fmla="*/ 11 w 507"/>
                <a:gd name="T73" fmla="*/ 310 h 680"/>
                <a:gd name="T74" fmla="*/ 93 w 507"/>
                <a:gd name="T75" fmla="*/ 344 h 680"/>
                <a:gd name="T76" fmla="*/ 93 w 507"/>
                <a:gd name="T77" fmla="*/ 428 h 680"/>
                <a:gd name="T78" fmla="*/ 93 w 507"/>
                <a:gd name="T79" fmla="*/ 474 h 680"/>
                <a:gd name="T80" fmla="*/ 106 w 507"/>
                <a:gd name="T81" fmla="*/ 485 h 680"/>
                <a:gd name="T82" fmla="*/ 126 w 507"/>
                <a:gd name="T83" fmla="*/ 512 h 680"/>
                <a:gd name="T84" fmla="*/ 157 w 507"/>
                <a:gd name="T85" fmla="*/ 501 h 680"/>
                <a:gd name="T86" fmla="*/ 161 w 507"/>
                <a:gd name="T87" fmla="*/ 532 h 680"/>
                <a:gd name="T88" fmla="*/ 132 w 507"/>
                <a:gd name="T89" fmla="*/ 563 h 680"/>
                <a:gd name="T90" fmla="*/ 135 w 507"/>
                <a:gd name="T91" fmla="*/ 592 h 680"/>
                <a:gd name="T92" fmla="*/ 152 w 507"/>
                <a:gd name="T93" fmla="*/ 632 h 680"/>
                <a:gd name="T94" fmla="*/ 177 w 507"/>
                <a:gd name="T95" fmla="*/ 669 h 680"/>
                <a:gd name="T96" fmla="*/ 214 w 507"/>
                <a:gd name="T97" fmla="*/ 621 h 680"/>
                <a:gd name="T98" fmla="*/ 210 w 507"/>
                <a:gd name="T99" fmla="*/ 563 h 680"/>
                <a:gd name="T100" fmla="*/ 234 w 507"/>
                <a:gd name="T101" fmla="*/ 508 h 680"/>
                <a:gd name="T102" fmla="*/ 292 w 507"/>
                <a:gd name="T103" fmla="*/ 463 h 680"/>
                <a:gd name="T104" fmla="*/ 339 w 507"/>
                <a:gd name="T105" fmla="*/ 426 h 680"/>
                <a:gd name="T106" fmla="*/ 376 w 507"/>
                <a:gd name="T107" fmla="*/ 417 h 680"/>
                <a:gd name="T108" fmla="*/ 427 w 507"/>
                <a:gd name="T109" fmla="*/ 410 h 680"/>
                <a:gd name="T110" fmla="*/ 416 w 507"/>
                <a:gd name="T111" fmla="*/ 366 h 680"/>
                <a:gd name="T112" fmla="*/ 427 w 507"/>
                <a:gd name="T113" fmla="*/ 317 h 680"/>
                <a:gd name="T114" fmla="*/ 429 w 507"/>
                <a:gd name="T115" fmla="*/ 257 h 680"/>
                <a:gd name="T116" fmla="*/ 445 w 507"/>
                <a:gd name="T117" fmla="*/ 202 h 680"/>
                <a:gd name="T118" fmla="*/ 485 w 507"/>
                <a:gd name="T119" fmla="*/ 162 h 680"/>
                <a:gd name="T120" fmla="*/ 363 w 507"/>
                <a:gd name="T121" fmla="*/ 102 h 680"/>
                <a:gd name="T122" fmla="*/ 303 w 507"/>
                <a:gd name="T123" fmla="*/ 146 h 680"/>
                <a:gd name="T124" fmla="*/ 283 w 507"/>
                <a:gd name="T125" fmla="*/ 18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07" h="680">
                  <a:moveTo>
                    <a:pt x="365" y="100"/>
                  </a:moveTo>
                  <a:lnTo>
                    <a:pt x="367" y="100"/>
                  </a:lnTo>
                  <a:lnTo>
                    <a:pt x="367" y="100"/>
                  </a:lnTo>
                  <a:lnTo>
                    <a:pt x="367" y="100"/>
                  </a:lnTo>
                  <a:lnTo>
                    <a:pt x="370" y="100"/>
                  </a:lnTo>
                  <a:lnTo>
                    <a:pt x="370" y="100"/>
                  </a:lnTo>
                  <a:lnTo>
                    <a:pt x="370" y="100"/>
                  </a:lnTo>
                  <a:lnTo>
                    <a:pt x="370" y="100"/>
                  </a:lnTo>
                  <a:lnTo>
                    <a:pt x="370" y="100"/>
                  </a:lnTo>
                  <a:lnTo>
                    <a:pt x="370" y="100"/>
                  </a:lnTo>
                  <a:lnTo>
                    <a:pt x="372" y="100"/>
                  </a:lnTo>
                  <a:lnTo>
                    <a:pt x="372" y="100"/>
                  </a:lnTo>
                  <a:lnTo>
                    <a:pt x="374" y="100"/>
                  </a:lnTo>
                  <a:lnTo>
                    <a:pt x="374" y="100"/>
                  </a:lnTo>
                  <a:lnTo>
                    <a:pt x="374" y="98"/>
                  </a:lnTo>
                  <a:lnTo>
                    <a:pt x="374" y="98"/>
                  </a:lnTo>
                  <a:lnTo>
                    <a:pt x="374" y="98"/>
                  </a:lnTo>
                  <a:lnTo>
                    <a:pt x="374" y="95"/>
                  </a:lnTo>
                  <a:lnTo>
                    <a:pt x="374" y="93"/>
                  </a:lnTo>
                  <a:lnTo>
                    <a:pt x="374" y="93"/>
                  </a:lnTo>
                  <a:lnTo>
                    <a:pt x="376" y="91"/>
                  </a:lnTo>
                  <a:lnTo>
                    <a:pt x="376" y="91"/>
                  </a:lnTo>
                  <a:lnTo>
                    <a:pt x="376" y="89"/>
                  </a:lnTo>
                  <a:lnTo>
                    <a:pt x="376" y="89"/>
                  </a:lnTo>
                  <a:lnTo>
                    <a:pt x="374" y="89"/>
                  </a:lnTo>
                  <a:lnTo>
                    <a:pt x="374" y="89"/>
                  </a:lnTo>
                  <a:lnTo>
                    <a:pt x="372" y="89"/>
                  </a:lnTo>
                  <a:lnTo>
                    <a:pt x="372" y="89"/>
                  </a:lnTo>
                  <a:lnTo>
                    <a:pt x="370" y="89"/>
                  </a:lnTo>
                  <a:lnTo>
                    <a:pt x="370" y="89"/>
                  </a:lnTo>
                  <a:lnTo>
                    <a:pt x="367" y="91"/>
                  </a:lnTo>
                  <a:lnTo>
                    <a:pt x="367" y="93"/>
                  </a:lnTo>
                  <a:lnTo>
                    <a:pt x="367" y="93"/>
                  </a:lnTo>
                  <a:lnTo>
                    <a:pt x="367" y="95"/>
                  </a:lnTo>
                  <a:lnTo>
                    <a:pt x="367" y="98"/>
                  </a:lnTo>
                  <a:lnTo>
                    <a:pt x="367" y="98"/>
                  </a:lnTo>
                  <a:lnTo>
                    <a:pt x="365" y="100"/>
                  </a:lnTo>
                  <a:close/>
                  <a:moveTo>
                    <a:pt x="376" y="98"/>
                  </a:moveTo>
                  <a:lnTo>
                    <a:pt x="376" y="98"/>
                  </a:lnTo>
                  <a:lnTo>
                    <a:pt x="376" y="100"/>
                  </a:lnTo>
                  <a:lnTo>
                    <a:pt x="378" y="100"/>
                  </a:lnTo>
                  <a:lnTo>
                    <a:pt x="378" y="100"/>
                  </a:lnTo>
                  <a:lnTo>
                    <a:pt x="381" y="100"/>
                  </a:lnTo>
                  <a:lnTo>
                    <a:pt x="381" y="100"/>
                  </a:lnTo>
                  <a:lnTo>
                    <a:pt x="381" y="100"/>
                  </a:lnTo>
                  <a:lnTo>
                    <a:pt x="381" y="98"/>
                  </a:lnTo>
                  <a:lnTo>
                    <a:pt x="381" y="98"/>
                  </a:lnTo>
                  <a:lnTo>
                    <a:pt x="381" y="95"/>
                  </a:lnTo>
                  <a:lnTo>
                    <a:pt x="378" y="95"/>
                  </a:lnTo>
                  <a:lnTo>
                    <a:pt x="378" y="95"/>
                  </a:lnTo>
                  <a:lnTo>
                    <a:pt x="378" y="98"/>
                  </a:lnTo>
                  <a:lnTo>
                    <a:pt x="376" y="98"/>
                  </a:lnTo>
                  <a:lnTo>
                    <a:pt x="376" y="98"/>
                  </a:lnTo>
                  <a:close/>
                  <a:moveTo>
                    <a:pt x="476" y="124"/>
                  </a:moveTo>
                  <a:lnTo>
                    <a:pt x="478" y="124"/>
                  </a:lnTo>
                  <a:lnTo>
                    <a:pt x="480" y="124"/>
                  </a:lnTo>
                  <a:lnTo>
                    <a:pt x="483" y="126"/>
                  </a:lnTo>
                  <a:lnTo>
                    <a:pt x="485" y="126"/>
                  </a:lnTo>
                  <a:lnTo>
                    <a:pt x="487" y="126"/>
                  </a:lnTo>
                  <a:lnTo>
                    <a:pt x="487" y="126"/>
                  </a:lnTo>
                  <a:lnTo>
                    <a:pt x="485" y="124"/>
                  </a:lnTo>
                  <a:lnTo>
                    <a:pt x="483" y="124"/>
                  </a:lnTo>
                  <a:lnTo>
                    <a:pt x="483" y="122"/>
                  </a:lnTo>
                  <a:lnTo>
                    <a:pt x="480" y="122"/>
                  </a:lnTo>
                  <a:lnTo>
                    <a:pt x="478" y="122"/>
                  </a:lnTo>
                  <a:lnTo>
                    <a:pt x="478" y="120"/>
                  </a:lnTo>
                  <a:lnTo>
                    <a:pt x="476" y="120"/>
                  </a:lnTo>
                  <a:lnTo>
                    <a:pt x="476" y="120"/>
                  </a:lnTo>
                  <a:lnTo>
                    <a:pt x="476" y="120"/>
                  </a:lnTo>
                  <a:lnTo>
                    <a:pt x="476" y="122"/>
                  </a:lnTo>
                  <a:lnTo>
                    <a:pt x="476" y="124"/>
                  </a:lnTo>
                  <a:close/>
                  <a:moveTo>
                    <a:pt x="485" y="122"/>
                  </a:moveTo>
                  <a:lnTo>
                    <a:pt x="487" y="122"/>
                  </a:lnTo>
                  <a:lnTo>
                    <a:pt x="487" y="122"/>
                  </a:lnTo>
                  <a:lnTo>
                    <a:pt x="487" y="122"/>
                  </a:lnTo>
                  <a:lnTo>
                    <a:pt x="487" y="122"/>
                  </a:lnTo>
                  <a:lnTo>
                    <a:pt x="489" y="122"/>
                  </a:lnTo>
                  <a:lnTo>
                    <a:pt x="489" y="124"/>
                  </a:lnTo>
                  <a:lnTo>
                    <a:pt x="487" y="124"/>
                  </a:lnTo>
                  <a:lnTo>
                    <a:pt x="487" y="124"/>
                  </a:lnTo>
                  <a:lnTo>
                    <a:pt x="487" y="124"/>
                  </a:lnTo>
                  <a:lnTo>
                    <a:pt x="487" y="124"/>
                  </a:lnTo>
                  <a:lnTo>
                    <a:pt x="489" y="124"/>
                  </a:lnTo>
                  <a:lnTo>
                    <a:pt x="491" y="124"/>
                  </a:lnTo>
                  <a:lnTo>
                    <a:pt x="491" y="124"/>
                  </a:lnTo>
                  <a:lnTo>
                    <a:pt x="491" y="124"/>
                  </a:lnTo>
                  <a:lnTo>
                    <a:pt x="491" y="124"/>
                  </a:lnTo>
                  <a:lnTo>
                    <a:pt x="491" y="124"/>
                  </a:lnTo>
                  <a:lnTo>
                    <a:pt x="491" y="122"/>
                  </a:lnTo>
                  <a:lnTo>
                    <a:pt x="491" y="122"/>
                  </a:lnTo>
                  <a:lnTo>
                    <a:pt x="491" y="122"/>
                  </a:lnTo>
                  <a:lnTo>
                    <a:pt x="491" y="122"/>
                  </a:lnTo>
                  <a:lnTo>
                    <a:pt x="491" y="122"/>
                  </a:lnTo>
                  <a:lnTo>
                    <a:pt x="491" y="122"/>
                  </a:lnTo>
                  <a:lnTo>
                    <a:pt x="491" y="122"/>
                  </a:lnTo>
                  <a:lnTo>
                    <a:pt x="489" y="120"/>
                  </a:lnTo>
                  <a:lnTo>
                    <a:pt x="489" y="120"/>
                  </a:lnTo>
                  <a:lnTo>
                    <a:pt x="487" y="120"/>
                  </a:lnTo>
                  <a:lnTo>
                    <a:pt x="483" y="120"/>
                  </a:lnTo>
                  <a:lnTo>
                    <a:pt x="480" y="120"/>
                  </a:lnTo>
                  <a:lnTo>
                    <a:pt x="483" y="120"/>
                  </a:lnTo>
                  <a:lnTo>
                    <a:pt x="485" y="122"/>
                  </a:lnTo>
                  <a:close/>
                  <a:moveTo>
                    <a:pt x="507" y="138"/>
                  </a:moveTo>
                  <a:lnTo>
                    <a:pt x="507" y="138"/>
                  </a:lnTo>
                  <a:lnTo>
                    <a:pt x="505" y="135"/>
                  </a:lnTo>
                  <a:lnTo>
                    <a:pt x="505" y="135"/>
                  </a:lnTo>
                  <a:lnTo>
                    <a:pt x="505" y="135"/>
                  </a:lnTo>
                  <a:lnTo>
                    <a:pt x="505" y="133"/>
                  </a:lnTo>
                  <a:lnTo>
                    <a:pt x="505" y="131"/>
                  </a:lnTo>
                  <a:lnTo>
                    <a:pt x="505" y="131"/>
                  </a:lnTo>
                  <a:lnTo>
                    <a:pt x="505" y="131"/>
                  </a:lnTo>
                  <a:lnTo>
                    <a:pt x="505" y="126"/>
                  </a:lnTo>
                  <a:lnTo>
                    <a:pt x="505" y="126"/>
                  </a:lnTo>
                  <a:lnTo>
                    <a:pt x="507" y="124"/>
                  </a:lnTo>
                  <a:lnTo>
                    <a:pt x="507" y="122"/>
                  </a:lnTo>
                  <a:lnTo>
                    <a:pt x="503" y="122"/>
                  </a:lnTo>
                  <a:lnTo>
                    <a:pt x="494" y="122"/>
                  </a:lnTo>
                  <a:lnTo>
                    <a:pt x="494" y="122"/>
                  </a:lnTo>
                  <a:lnTo>
                    <a:pt x="494" y="124"/>
                  </a:lnTo>
                  <a:lnTo>
                    <a:pt x="494" y="124"/>
                  </a:lnTo>
                  <a:lnTo>
                    <a:pt x="496" y="126"/>
                  </a:lnTo>
                  <a:lnTo>
                    <a:pt x="498" y="126"/>
                  </a:lnTo>
                  <a:lnTo>
                    <a:pt x="498" y="126"/>
                  </a:lnTo>
                  <a:lnTo>
                    <a:pt x="498" y="126"/>
                  </a:lnTo>
                  <a:lnTo>
                    <a:pt x="498" y="126"/>
                  </a:lnTo>
                  <a:lnTo>
                    <a:pt x="498" y="131"/>
                  </a:lnTo>
                  <a:lnTo>
                    <a:pt x="498" y="131"/>
                  </a:lnTo>
                  <a:lnTo>
                    <a:pt x="498" y="131"/>
                  </a:lnTo>
                  <a:lnTo>
                    <a:pt x="496" y="131"/>
                  </a:lnTo>
                  <a:lnTo>
                    <a:pt x="494" y="129"/>
                  </a:lnTo>
                  <a:lnTo>
                    <a:pt x="494" y="129"/>
                  </a:lnTo>
                  <a:lnTo>
                    <a:pt x="494" y="131"/>
                  </a:lnTo>
                  <a:lnTo>
                    <a:pt x="491" y="131"/>
                  </a:lnTo>
                  <a:lnTo>
                    <a:pt x="491" y="129"/>
                  </a:lnTo>
                  <a:lnTo>
                    <a:pt x="489" y="129"/>
                  </a:lnTo>
                  <a:lnTo>
                    <a:pt x="489" y="131"/>
                  </a:lnTo>
                  <a:lnTo>
                    <a:pt x="487" y="129"/>
                  </a:lnTo>
                  <a:lnTo>
                    <a:pt x="487" y="129"/>
                  </a:lnTo>
                  <a:lnTo>
                    <a:pt x="487" y="129"/>
                  </a:lnTo>
                  <a:lnTo>
                    <a:pt x="487" y="129"/>
                  </a:lnTo>
                  <a:lnTo>
                    <a:pt x="487" y="129"/>
                  </a:lnTo>
                  <a:lnTo>
                    <a:pt x="489" y="129"/>
                  </a:lnTo>
                  <a:lnTo>
                    <a:pt x="483" y="129"/>
                  </a:lnTo>
                  <a:lnTo>
                    <a:pt x="483" y="129"/>
                  </a:lnTo>
                  <a:lnTo>
                    <a:pt x="480" y="129"/>
                  </a:lnTo>
                  <a:lnTo>
                    <a:pt x="480" y="129"/>
                  </a:lnTo>
                  <a:lnTo>
                    <a:pt x="478" y="129"/>
                  </a:lnTo>
                  <a:lnTo>
                    <a:pt x="478" y="129"/>
                  </a:lnTo>
                  <a:lnTo>
                    <a:pt x="478" y="129"/>
                  </a:lnTo>
                  <a:lnTo>
                    <a:pt x="478" y="129"/>
                  </a:lnTo>
                  <a:lnTo>
                    <a:pt x="478" y="131"/>
                  </a:lnTo>
                  <a:lnTo>
                    <a:pt x="476" y="131"/>
                  </a:lnTo>
                  <a:lnTo>
                    <a:pt x="476" y="129"/>
                  </a:lnTo>
                  <a:lnTo>
                    <a:pt x="476" y="129"/>
                  </a:lnTo>
                  <a:lnTo>
                    <a:pt x="474" y="129"/>
                  </a:lnTo>
                  <a:lnTo>
                    <a:pt x="476" y="129"/>
                  </a:lnTo>
                  <a:lnTo>
                    <a:pt x="476" y="126"/>
                  </a:lnTo>
                  <a:lnTo>
                    <a:pt x="476" y="126"/>
                  </a:lnTo>
                  <a:lnTo>
                    <a:pt x="474" y="124"/>
                  </a:lnTo>
                  <a:lnTo>
                    <a:pt x="467" y="124"/>
                  </a:lnTo>
                  <a:lnTo>
                    <a:pt x="465" y="124"/>
                  </a:lnTo>
                  <a:lnTo>
                    <a:pt x="465" y="124"/>
                  </a:lnTo>
                  <a:lnTo>
                    <a:pt x="463" y="122"/>
                  </a:lnTo>
                  <a:lnTo>
                    <a:pt x="463" y="124"/>
                  </a:lnTo>
                  <a:lnTo>
                    <a:pt x="460" y="124"/>
                  </a:lnTo>
                  <a:lnTo>
                    <a:pt x="460" y="124"/>
                  </a:lnTo>
                  <a:lnTo>
                    <a:pt x="460" y="124"/>
                  </a:lnTo>
                  <a:lnTo>
                    <a:pt x="458" y="122"/>
                  </a:lnTo>
                  <a:lnTo>
                    <a:pt x="456" y="122"/>
                  </a:lnTo>
                  <a:lnTo>
                    <a:pt x="456" y="120"/>
                  </a:lnTo>
                  <a:lnTo>
                    <a:pt x="458" y="122"/>
                  </a:lnTo>
                  <a:lnTo>
                    <a:pt x="458" y="120"/>
                  </a:lnTo>
                  <a:lnTo>
                    <a:pt x="458" y="120"/>
                  </a:lnTo>
                  <a:lnTo>
                    <a:pt x="458" y="118"/>
                  </a:lnTo>
                  <a:lnTo>
                    <a:pt x="456" y="120"/>
                  </a:lnTo>
                  <a:lnTo>
                    <a:pt x="456" y="120"/>
                  </a:lnTo>
                  <a:lnTo>
                    <a:pt x="454" y="120"/>
                  </a:lnTo>
                  <a:lnTo>
                    <a:pt x="454" y="120"/>
                  </a:lnTo>
                  <a:lnTo>
                    <a:pt x="454" y="120"/>
                  </a:lnTo>
                  <a:lnTo>
                    <a:pt x="452" y="120"/>
                  </a:lnTo>
                  <a:lnTo>
                    <a:pt x="447" y="118"/>
                  </a:lnTo>
                  <a:lnTo>
                    <a:pt x="445" y="113"/>
                  </a:lnTo>
                  <a:lnTo>
                    <a:pt x="445" y="113"/>
                  </a:lnTo>
                  <a:lnTo>
                    <a:pt x="443" y="111"/>
                  </a:lnTo>
                  <a:lnTo>
                    <a:pt x="443" y="111"/>
                  </a:lnTo>
                  <a:lnTo>
                    <a:pt x="443" y="111"/>
                  </a:lnTo>
                  <a:lnTo>
                    <a:pt x="443" y="111"/>
                  </a:lnTo>
                  <a:lnTo>
                    <a:pt x="438" y="111"/>
                  </a:lnTo>
                  <a:lnTo>
                    <a:pt x="438" y="111"/>
                  </a:lnTo>
                  <a:lnTo>
                    <a:pt x="434" y="109"/>
                  </a:lnTo>
                  <a:lnTo>
                    <a:pt x="434" y="109"/>
                  </a:lnTo>
                  <a:lnTo>
                    <a:pt x="434" y="109"/>
                  </a:lnTo>
                  <a:lnTo>
                    <a:pt x="432" y="109"/>
                  </a:lnTo>
                  <a:lnTo>
                    <a:pt x="429" y="106"/>
                  </a:lnTo>
                  <a:lnTo>
                    <a:pt x="427" y="106"/>
                  </a:lnTo>
                  <a:lnTo>
                    <a:pt x="425" y="104"/>
                  </a:lnTo>
                  <a:lnTo>
                    <a:pt x="421" y="102"/>
                  </a:lnTo>
                  <a:lnTo>
                    <a:pt x="412" y="100"/>
                  </a:lnTo>
                  <a:lnTo>
                    <a:pt x="407" y="98"/>
                  </a:lnTo>
                  <a:lnTo>
                    <a:pt x="403" y="98"/>
                  </a:lnTo>
                  <a:lnTo>
                    <a:pt x="398" y="95"/>
                  </a:lnTo>
                  <a:lnTo>
                    <a:pt x="396" y="95"/>
                  </a:lnTo>
                  <a:lnTo>
                    <a:pt x="394" y="95"/>
                  </a:lnTo>
                  <a:lnTo>
                    <a:pt x="392" y="95"/>
                  </a:lnTo>
                  <a:lnTo>
                    <a:pt x="392" y="95"/>
                  </a:lnTo>
                  <a:lnTo>
                    <a:pt x="390" y="95"/>
                  </a:lnTo>
                  <a:lnTo>
                    <a:pt x="387" y="95"/>
                  </a:lnTo>
                  <a:lnTo>
                    <a:pt x="387" y="95"/>
                  </a:lnTo>
                  <a:lnTo>
                    <a:pt x="387" y="95"/>
                  </a:lnTo>
                  <a:lnTo>
                    <a:pt x="387" y="95"/>
                  </a:lnTo>
                  <a:lnTo>
                    <a:pt x="385" y="95"/>
                  </a:lnTo>
                  <a:lnTo>
                    <a:pt x="385" y="98"/>
                  </a:lnTo>
                  <a:lnTo>
                    <a:pt x="385" y="98"/>
                  </a:lnTo>
                  <a:lnTo>
                    <a:pt x="385" y="100"/>
                  </a:lnTo>
                  <a:lnTo>
                    <a:pt x="390" y="102"/>
                  </a:lnTo>
                  <a:lnTo>
                    <a:pt x="390" y="102"/>
                  </a:lnTo>
                  <a:lnTo>
                    <a:pt x="390" y="104"/>
                  </a:lnTo>
                  <a:lnTo>
                    <a:pt x="390" y="102"/>
                  </a:lnTo>
                  <a:lnTo>
                    <a:pt x="387" y="102"/>
                  </a:lnTo>
                  <a:lnTo>
                    <a:pt x="387" y="102"/>
                  </a:lnTo>
                  <a:lnTo>
                    <a:pt x="387" y="102"/>
                  </a:lnTo>
                  <a:lnTo>
                    <a:pt x="387" y="102"/>
                  </a:lnTo>
                  <a:lnTo>
                    <a:pt x="387" y="104"/>
                  </a:lnTo>
                  <a:lnTo>
                    <a:pt x="390" y="104"/>
                  </a:lnTo>
                  <a:lnTo>
                    <a:pt x="390" y="104"/>
                  </a:lnTo>
                  <a:lnTo>
                    <a:pt x="390" y="106"/>
                  </a:lnTo>
                  <a:lnTo>
                    <a:pt x="387" y="104"/>
                  </a:lnTo>
                  <a:lnTo>
                    <a:pt x="387" y="104"/>
                  </a:lnTo>
                  <a:lnTo>
                    <a:pt x="387" y="106"/>
                  </a:lnTo>
                  <a:lnTo>
                    <a:pt x="387" y="109"/>
                  </a:lnTo>
                  <a:lnTo>
                    <a:pt x="387" y="109"/>
                  </a:lnTo>
                  <a:lnTo>
                    <a:pt x="387" y="111"/>
                  </a:lnTo>
                  <a:lnTo>
                    <a:pt x="387" y="109"/>
                  </a:lnTo>
                  <a:lnTo>
                    <a:pt x="387" y="106"/>
                  </a:lnTo>
                  <a:lnTo>
                    <a:pt x="387" y="109"/>
                  </a:lnTo>
                  <a:lnTo>
                    <a:pt x="385" y="109"/>
                  </a:lnTo>
                  <a:lnTo>
                    <a:pt x="385" y="109"/>
                  </a:lnTo>
                  <a:lnTo>
                    <a:pt x="385" y="109"/>
                  </a:lnTo>
                  <a:lnTo>
                    <a:pt x="385" y="109"/>
                  </a:lnTo>
                  <a:lnTo>
                    <a:pt x="385" y="109"/>
                  </a:lnTo>
                  <a:lnTo>
                    <a:pt x="383" y="106"/>
                  </a:lnTo>
                  <a:lnTo>
                    <a:pt x="383" y="106"/>
                  </a:lnTo>
                  <a:lnTo>
                    <a:pt x="383" y="104"/>
                  </a:lnTo>
                  <a:lnTo>
                    <a:pt x="383" y="102"/>
                  </a:lnTo>
                  <a:lnTo>
                    <a:pt x="381" y="102"/>
                  </a:lnTo>
                  <a:lnTo>
                    <a:pt x="381" y="102"/>
                  </a:lnTo>
                  <a:lnTo>
                    <a:pt x="381" y="104"/>
                  </a:lnTo>
                  <a:lnTo>
                    <a:pt x="381" y="104"/>
                  </a:lnTo>
                  <a:lnTo>
                    <a:pt x="381" y="106"/>
                  </a:lnTo>
                  <a:lnTo>
                    <a:pt x="381" y="106"/>
                  </a:lnTo>
                  <a:lnTo>
                    <a:pt x="381" y="104"/>
                  </a:lnTo>
                  <a:lnTo>
                    <a:pt x="381" y="106"/>
                  </a:lnTo>
                  <a:lnTo>
                    <a:pt x="378" y="106"/>
                  </a:lnTo>
                  <a:lnTo>
                    <a:pt x="381" y="109"/>
                  </a:lnTo>
                  <a:lnTo>
                    <a:pt x="381" y="106"/>
                  </a:lnTo>
                  <a:lnTo>
                    <a:pt x="381" y="109"/>
                  </a:lnTo>
                  <a:lnTo>
                    <a:pt x="381" y="109"/>
                  </a:lnTo>
                  <a:lnTo>
                    <a:pt x="376" y="106"/>
                  </a:lnTo>
                  <a:lnTo>
                    <a:pt x="376" y="109"/>
                  </a:lnTo>
                  <a:lnTo>
                    <a:pt x="376" y="106"/>
                  </a:lnTo>
                  <a:lnTo>
                    <a:pt x="374" y="106"/>
                  </a:lnTo>
                  <a:lnTo>
                    <a:pt x="374" y="106"/>
                  </a:lnTo>
                  <a:lnTo>
                    <a:pt x="372" y="106"/>
                  </a:lnTo>
                  <a:lnTo>
                    <a:pt x="372" y="106"/>
                  </a:lnTo>
                  <a:lnTo>
                    <a:pt x="374" y="104"/>
                  </a:lnTo>
                  <a:lnTo>
                    <a:pt x="374" y="104"/>
                  </a:lnTo>
                  <a:lnTo>
                    <a:pt x="372" y="104"/>
                  </a:lnTo>
                  <a:lnTo>
                    <a:pt x="372" y="106"/>
                  </a:lnTo>
                  <a:lnTo>
                    <a:pt x="372" y="109"/>
                  </a:lnTo>
                  <a:lnTo>
                    <a:pt x="372" y="109"/>
                  </a:lnTo>
                  <a:lnTo>
                    <a:pt x="372" y="109"/>
                  </a:lnTo>
                  <a:lnTo>
                    <a:pt x="370" y="109"/>
                  </a:lnTo>
                  <a:lnTo>
                    <a:pt x="370" y="109"/>
                  </a:lnTo>
                  <a:lnTo>
                    <a:pt x="370" y="109"/>
                  </a:lnTo>
                  <a:lnTo>
                    <a:pt x="370" y="111"/>
                  </a:lnTo>
                  <a:lnTo>
                    <a:pt x="370" y="111"/>
                  </a:lnTo>
                  <a:lnTo>
                    <a:pt x="370" y="111"/>
                  </a:lnTo>
                  <a:lnTo>
                    <a:pt x="370" y="111"/>
                  </a:lnTo>
                  <a:lnTo>
                    <a:pt x="367" y="111"/>
                  </a:lnTo>
                  <a:lnTo>
                    <a:pt x="367" y="111"/>
                  </a:lnTo>
                  <a:lnTo>
                    <a:pt x="367" y="111"/>
                  </a:lnTo>
                  <a:lnTo>
                    <a:pt x="367" y="111"/>
                  </a:lnTo>
                  <a:lnTo>
                    <a:pt x="370" y="109"/>
                  </a:lnTo>
                  <a:lnTo>
                    <a:pt x="370" y="106"/>
                  </a:lnTo>
                  <a:lnTo>
                    <a:pt x="370" y="106"/>
                  </a:lnTo>
                  <a:lnTo>
                    <a:pt x="367" y="104"/>
                  </a:lnTo>
                  <a:lnTo>
                    <a:pt x="367" y="104"/>
                  </a:lnTo>
                  <a:lnTo>
                    <a:pt x="367" y="106"/>
                  </a:lnTo>
                  <a:lnTo>
                    <a:pt x="365" y="109"/>
                  </a:lnTo>
                  <a:lnTo>
                    <a:pt x="365" y="109"/>
                  </a:lnTo>
                  <a:lnTo>
                    <a:pt x="365" y="109"/>
                  </a:lnTo>
                  <a:lnTo>
                    <a:pt x="363" y="109"/>
                  </a:lnTo>
                  <a:lnTo>
                    <a:pt x="361" y="111"/>
                  </a:lnTo>
                  <a:lnTo>
                    <a:pt x="361" y="111"/>
                  </a:lnTo>
                  <a:lnTo>
                    <a:pt x="361" y="111"/>
                  </a:lnTo>
                  <a:lnTo>
                    <a:pt x="361" y="111"/>
                  </a:lnTo>
                  <a:lnTo>
                    <a:pt x="358" y="111"/>
                  </a:lnTo>
                  <a:lnTo>
                    <a:pt x="358" y="111"/>
                  </a:lnTo>
                  <a:lnTo>
                    <a:pt x="358" y="111"/>
                  </a:lnTo>
                  <a:lnTo>
                    <a:pt x="358" y="111"/>
                  </a:lnTo>
                  <a:lnTo>
                    <a:pt x="356" y="111"/>
                  </a:lnTo>
                  <a:lnTo>
                    <a:pt x="356" y="113"/>
                  </a:lnTo>
                  <a:lnTo>
                    <a:pt x="356" y="113"/>
                  </a:lnTo>
                  <a:lnTo>
                    <a:pt x="356" y="115"/>
                  </a:lnTo>
                  <a:lnTo>
                    <a:pt x="356" y="115"/>
                  </a:lnTo>
                  <a:lnTo>
                    <a:pt x="356" y="115"/>
                  </a:lnTo>
                  <a:lnTo>
                    <a:pt x="356" y="113"/>
                  </a:lnTo>
                  <a:lnTo>
                    <a:pt x="354" y="111"/>
                  </a:lnTo>
                  <a:lnTo>
                    <a:pt x="354" y="109"/>
                  </a:lnTo>
                  <a:lnTo>
                    <a:pt x="352" y="111"/>
                  </a:lnTo>
                  <a:lnTo>
                    <a:pt x="352" y="111"/>
                  </a:lnTo>
                  <a:lnTo>
                    <a:pt x="350" y="113"/>
                  </a:lnTo>
                  <a:lnTo>
                    <a:pt x="350" y="115"/>
                  </a:lnTo>
                  <a:lnTo>
                    <a:pt x="352" y="115"/>
                  </a:lnTo>
                  <a:lnTo>
                    <a:pt x="352" y="115"/>
                  </a:lnTo>
                  <a:lnTo>
                    <a:pt x="350" y="115"/>
                  </a:lnTo>
                  <a:lnTo>
                    <a:pt x="350" y="115"/>
                  </a:lnTo>
                  <a:lnTo>
                    <a:pt x="350" y="115"/>
                  </a:lnTo>
                  <a:lnTo>
                    <a:pt x="347" y="115"/>
                  </a:lnTo>
                  <a:lnTo>
                    <a:pt x="345" y="118"/>
                  </a:lnTo>
                  <a:lnTo>
                    <a:pt x="345" y="120"/>
                  </a:lnTo>
                  <a:lnTo>
                    <a:pt x="343" y="122"/>
                  </a:lnTo>
                  <a:lnTo>
                    <a:pt x="343" y="122"/>
                  </a:lnTo>
                  <a:lnTo>
                    <a:pt x="343" y="124"/>
                  </a:lnTo>
                  <a:lnTo>
                    <a:pt x="343" y="126"/>
                  </a:lnTo>
                  <a:lnTo>
                    <a:pt x="343" y="129"/>
                  </a:lnTo>
                  <a:lnTo>
                    <a:pt x="341" y="129"/>
                  </a:lnTo>
                  <a:lnTo>
                    <a:pt x="343" y="126"/>
                  </a:lnTo>
                  <a:lnTo>
                    <a:pt x="343" y="126"/>
                  </a:lnTo>
                  <a:lnTo>
                    <a:pt x="343" y="126"/>
                  </a:lnTo>
                  <a:lnTo>
                    <a:pt x="343" y="126"/>
                  </a:lnTo>
                  <a:lnTo>
                    <a:pt x="343" y="126"/>
                  </a:lnTo>
                  <a:lnTo>
                    <a:pt x="341" y="126"/>
                  </a:lnTo>
                  <a:lnTo>
                    <a:pt x="341" y="126"/>
                  </a:lnTo>
                  <a:lnTo>
                    <a:pt x="341" y="126"/>
                  </a:lnTo>
                  <a:lnTo>
                    <a:pt x="341" y="126"/>
                  </a:lnTo>
                  <a:lnTo>
                    <a:pt x="341" y="124"/>
                  </a:lnTo>
                  <a:lnTo>
                    <a:pt x="341" y="124"/>
                  </a:lnTo>
                  <a:lnTo>
                    <a:pt x="341" y="124"/>
                  </a:lnTo>
                  <a:lnTo>
                    <a:pt x="341" y="126"/>
                  </a:lnTo>
                  <a:lnTo>
                    <a:pt x="341" y="126"/>
                  </a:lnTo>
                  <a:lnTo>
                    <a:pt x="341" y="124"/>
                  </a:lnTo>
                  <a:lnTo>
                    <a:pt x="341" y="124"/>
                  </a:lnTo>
                  <a:lnTo>
                    <a:pt x="339" y="124"/>
                  </a:lnTo>
                  <a:lnTo>
                    <a:pt x="339" y="124"/>
                  </a:lnTo>
                  <a:lnTo>
                    <a:pt x="339" y="126"/>
                  </a:lnTo>
                  <a:lnTo>
                    <a:pt x="339" y="126"/>
                  </a:lnTo>
                  <a:lnTo>
                    <a:pt x="339" y="129"/>
                  </a:lnTo>
                  <a:lnTo>
                    <a:pt x="336" y="129"/>
                  </a:lnTo>
                  <a:lnTo>
                    <a:pt x="336" y="131"/>
                  </a:lnTo>
                  <a:lnTo>
                    <a:pt x="336" y="131"/>
                  </a:lnTo>
                  <a:lnTo>
                    <a:pt x="336" y="131"/>
                  </a:lnTo>
                  <a:lnTo>
                    <a:pt x="336" y="131"/>
                  </a:lnTo>
                  <a:lnTo>
                    <a:pt x="336" y="131"/>
                  </a:lnTo>
                  <a:lnTo>
                    <a:pt x="334" y="131"/>
                  </a:lnTo>
                  <a:lnTo>
                    <a:pt x="332" y="133"/>
                  </a:lnTo>
                  <a:lnTo>
                    <a:pt x="332" y="133"/>
                  </a:lnTo>
                  <a:lnTo>
                    <a:pt x="332" y="133"/>
                  </a:lnTo>
                  <a:lnTo>
                    <a:pt x="332" y="133"/>
                  </a:lnTo>
                  <a:lnTo>
                    <a:pt x="332" y="131"/>
                  </a:lnTo>
                  <a:lnTo>
                    <a:pt x="332" y="131"/>
                  </a:lnTo>
                  <a:lnTo>
                    <a:pt x="332" y="131"/>
                  </a:lnTo>
                  <a:lnTo>
                    <a:pt x="332" y="131"/>
                  </a:lnTo>
                  <a:lnTo>
                    <a:pt x="332" y="131"/>
                  </a:lnTo>
                  <a:lnTo>
                    <a:pt x="332" y="131"/>
                  </a:lnTo>
                  <a:lnTo>
                    <a:pt x="334" y="131"/>
                  </a:lnTo>
                  <a:lnTo>
                    <a:pt x="334" y="131"/>
                  </a:lnTo>
                  <a:lnTo>
                    <a:pt x="334" y="129"/>
                  </a:lnTo>
                  <a:lnTo>
                    <a:pt x="334" y="126"/>
                  </a:lnTo>
                  <a:lnTo>
                    <a:pt x="334" y="124"/>
                  </a:lnTo>
                  <a:lnTo>
                    <a:pt x="332" y="126"/>
                  </a:lnTo>
                  <a:lnTo>
                    <a:pt x="330" y="126"/>
                  </a:lnTo>
                  <a:lnTo>
                    <a:pt x="332" y="129"/>
                  </a:lnTo>
                  <a:lnTo>
                    <a:pt x="330" y="126"/>
                  </a:lnTo>
                  <a:lnTo>
                    <a:pt x="330" y="126"/>
                  </a:lnTo>
                  <a:lnTo>
                    <a:pt x="327" y="126"/>
                  </a:lnTo>
                  <a:lnTo>
                    <a:pt x="327" y="126"/>
                  </a:lnTo>
                  <a:lnTo>
                    <a:pt x="327" y="126"/>
                  </a:lnTo>
                  <a:lnTo>
                    <a:pt x="327" y="129"/>
                  </a:lnTo>
                  <a:lnTo>
                    <a:pt x="327" y="129"/>
                  </a:lnTo>
                  <a:lnTo>
                    <a:pt x="327" y="129"/>
                  </a:lnTo>
                  <a:lnTo>
                    <a:pt x="327" y="129"/>
                  </a:lnTo>
                  <a:lnTo>
                    <a:pt x="325" y="129"/>
                  </a:lnTo>
                  <a:lnTo>
                    <a:pt x="325" y="131"/>
                  </a:lnTo>
                  <a:lnTo>
                    <a:pt x="325" y="129"/>
                  </a:lnTo>
                  <a:lnTo>
                    <a:pt x="325" y="129"/>
                  </a:lnTo>
                  <a:lnTo>
                    <a:pt x="325" y="129"/>
                  </a:lnTo>
                  <a:lnTo>
                    <a:pt x="325" y="129"/>
                  </a:lnTo>
                  <a:lnTo>
                    <a:pt x="325" y="126"/>
                  </a:lnTo>
                  <a:lnTo>
                    <a:pt x="323" y="126"/>
                  </a:lnTo>
                  <a:lnTo>
                    <a:pt x="323" y="129"/>
                  </a:lnTo>
                  <a:lnTo>
                    <a:pt x="323" y="131"/>
                  </a:lnTo>
                  <a:lnTo>
                    <a:pt x="321" y="129"/>
                  </a:lnTo>
                  <a:lnTo>
                    <a:pt x="323" y="126"/>
                  </a:lnTo>
                  <a:lnTo>
                    <a:pt x="325" y="126"/>
                  </a:lnTo>
                  <a:lnTo>
                    <a:pt x="327" y="124"/>
                  </a:lnTo>
                  <a:lnTo>
                    <a:pt x="327" y="124"/>
                  </a:lnTo>
                  <a:lnTo>
                    <a:pt x="330" y="122"/>
                  </a:lnTo>
                  <a:lnTo>
                    <a:pt x="330" y="122"/>
                  </a:lnTo>
                  <a:lnTo>
                    <a:pt x="332" y="122"/>
                  </a:lnTo>
                  <a:lnTo>
                    <a:pt x="332" y="120"/>
                  </a:lnTo>
                  <a:lnTo>
                    <a:pt x="332" y="120"/>
                  </a:lnTo>
                  <a:lnTo>
                    <a:pt x="332" y="120"/>
                  </a:lnTo>
                  <a:lnTo>
                    <a:pt x="332" y="118"/>
                  </a:lnTo>
                  <a:lnTo>
                    <a:pt x="332" y="120"/>
                  </a:lnTo>
                  <a:lnTo>
                    <a:pt x="334" y="120"/>
                  </a:lnTo>
                  <a:lnTo>
                    <a:pt x="334" y="120"/>
                  </a:lnTo>
                  <a:lnTo>
                    <a:pt x="334" y="120"/>
                  </a:lnTo>
                  <a:lnTo>
                    <a:pt x="336" y="120"/>
                  </a:lnTo>
                  <a:lnTo>
                    <a:pt x="336" y="118"/>
                  </a:lnTo>
                  <a:lnTo>
                    <a:pt x="339" y="115"/>
                  </a:lnTo>
                  <a:lnTo>
                    <a:pt x="339" y="113"/>
                  </a:lnTo>
                  <a:lnTo>
                    <a:pt x="339" y="113"/>
                  </a:lnTo>
                  <a:lnTo>
                    <a:pt x="339" y="113"/>
                  </a:lnTo>
                  <a:lnTo>
                    <a:pt x="339" y="113"/>
                  </a:lnTo>
                  <a:lnTo>
                    <a:pt x="341" y="113"/>
                  </a:lnTo>
                  <a:lnTo>
                    <a:pt x="341" y="113"/>
                  </a:lnTo>
                  <a:lnTo>
                    <a:pt x="341" y="111"/>
                  </a:lnTo>
                  <a:lnTo>
                    <a:pt x="343" y="111"/>
                  </a:lnTo>
                  <a:lnTo>
                    <a:pt x="343" y="111"/>
                  </a:lnTo>
                  <a:lnTo>
                    <a:pt x="345" y="109"/>
                  </a:lnTo>
                  <a:lnTo>
                    <a:pt x="345" y="106"/>
                  </a:lnTo>
                  <a:lnTo>
                    <a:pt x="345" y="106"/>
                  </a:lnTo>
                  <a:lnTo>
                    <a:pt x="345" y="104"/>
                  </a:lnTo>
                  <a:lnTo>
                    <a:pt x="343" y="104"/>
                  </a:lnTo>
                  <a:lnTo>
                    <a:pt x="343" y="104"/>
                  </a:lnTo>
                  <a:lnTo>
                    <a:pt x="343" y="106"/>
                  </a:lnTo>
                  <a:lnTo>
                    <a:pt x="343" y="106"/>
                  </a:lnTo>
                  <a:lnTo>
                    <a:pt x="343" y="106"/>
                  </a:lnTo>
                  <a:lnTo>
                    <a:pt x="343" y="104"/>
                  </a:lnTo>
                  <a:lnTo>
                    <a:pt x="343" y="104"/>
                  </a:lnTo>
                  <a:lnTo>
                    <a:pt x="343" y="104"/>
                  </a:lnTo>
                  <a:lnTo>
                    <a:pt x="341" y="102"/>
                  </a:lnTo>
                  <a:lnTo>
                    <a:pt x="341" y="102"/>
                  </a:lnTo>
                  <a:lnTo>
                    <a:pt x="343" y="102"/>
                  </a:lnTo>
                  <a:lnTo>
                    <a:pt x="343" y="102"/>
                  </a:lnTo>
                  <a:lnTo>
                    <a:pt x="345" y="102"/>
                  </a:lnTo>
                  <a:lnTo>
                    <a:pt x="345" y="100"/>
                  </a:lnTo>
                  <a:lnTo>
                    <a:pt x="343" y="100"/>
                  </a:lnTo>
                  <a:lnTo>
                    <a:pt x="343" y="100"/>
                  </a:lnTo>
                  <a:lnTo>
                    <a:pt x="341" y="100"/>
                  </a:lnTo>
                  <a:lnTo>
                    <a:pt x="339" y="100"/>
                  </a:lnTo>
                  <a:lnTo>
                    <a:pt x="332" y="104"/>
                  </a:lnTo>
                  <a:lnTo>
                    <a:pt x="327" y="104"/>
                  </a:lnTo>
                  <a:lnTo>
                    <a:pt x="325" y="104"/>
                  </a:lnTo>
                  <a:lnTo>
                    <a:pt x="325" y="106"/>
                  </a:lnTo>
                  <a:lnTo>
                    <a:pt x="325" y="106"/>
                  </a:lnTo>
                  <a:lnTo>
                    <a:pt x="325" y="109"/>
                  </a:lnTo>
                  <a:lnTo>
                    <a:pt x="325" y="109"/>
                  </a:lnTo>
                  <a:lnTo>
                    <a:pt x="325" y="109"/>
                  </a:lnTo>
                  <a:lnTo>
                    <a:pt x="325" y="111"/>
                  </a:lnTo>
                  <a:lnTo>
                    <a:pt x="325" y="113"/>
                  </a:lnTo>
                  <a:lnTo>
                    <a:pt x="325" y="109"/>
                  </a:lnTo>
                  <a:lnTo>
                    <a:pt x="325" y="109"/>
                  </a:lnTo>
                  <a:lnTo>
                    <a:pt x="323" y="109"/>
                  </a:lnTo>
                  <a:lnTo>
                    <a:pt x="323" y="109"/>
                  </a:lnTo>
                  <a:lnTo>
                    <a:pt x="321" y="109"/>
                  </a:lnTo>
                  <a:lnTo>
                    <a:pt x="321" y="109"/>
                  </a:lnTo>
                  <a:lnTo>
                    <a:pt x="321" y="111"/>
                  </a:lnTo>
                  <a:lnTo>
                    <a:pt x="321" y="118"/>
                  </a:lnTo>
                  <a:lnTo>
                    <a:pt x="321" y="118"/>
                  </a:lnTo>
                  <a:lnTo>
                    <a:pt x="321" y="118"/>
                  </a:lnTo>
                  <a:lnTo>
                    <a:pt x="321" y="118"/>
                  </a:lnTo>
                  <a:lnTo>
                    <a:pt x="321" y="115"/>
                  </a:lnTo>
                  <a:lnTo>
                    <a:pt x="321" y="115"/>
                  </a:lnTo>
                  <a:lnTo>
                    <a:pt x="321" y="118"/>
                  </a:lnTo>
                  <a:lnTo>
                    <a:pt x="319" y="126"/>
                  </a:lnTo>
                  <a:lnTo>
                    <a:pt x="319" y="126"/>
                  </a:lnTo>
                  <a:lnTo>
                    <a:pt x="319" y="126"/>
                  </a:lnTo>
                  <a:lnTo>
                    <a:pt x="319" y="126"/>
                  </a:lnTo>
                  <a:lnTo>
                    <a:pt x="319" y="129"/>
                  </a:lnTo>
                  <a:lnTo>
                    <a:pt x="319" y="129"/>
                  </a:lnTo>
                  <a:lnTo>
                    <a:pt x="316" y="131"/>
                  </a:lnTo>
                  <a:lnTo>
                    <a:pt x="319" y="133"/>
                  </a:lnTo>
                  <a:lnTo>
                    <a:pt x="316" y="135"/>
                  </a:lnTo>
                  <a:lnTo>
                    <a:pt x="316" y="138"/>
                  </a:lnTo>
                  <a:lnTo>
                    <a:pt x="316" y="138"/>
                  </a:lnTo>
                  <a:lnTo>
                    <a:pt x="316" y="140"/>
                  </a:lnTo>
                  <a:lnTo>
                    <a:pt x="312" y="142"/>
                  </a:lnTo>
                  <a:lnTo>
                    <a:pt x="312" y="142"/>
                  </a:lnTo>
                  <a:lnTo>
                    <a:pt x="312" y="144"/>
                  </a:lnTo>
                  <a:lnTo>
                    <a:pt x="308" y="144"/>
                  </a:lnTo>
                  <a:lnTo>
                    <a:pt x="305" y="151"/>
                  </a:lnTo>
                  <a:lnTo>
                    <a:pt x="303" y="151"/>
                  </a:lnTo>
                  <a:lnTo>
                    <a:pt x="303" y="151"/>
                  </a:lnTo>
                  <a:lnTo>
                    <a:pt x="301" y="153"/>
                  </a:lnTo>
                  <a:lnTo>
                    <a:pt x="301" y="155"/>
                  </a:lnTo>
                  <a:lnTo>
                    <a:pt x="299" y="155"/>
                  </a:lnTo>
                  <a:lnTo>
                    <a:pt x="296" y="157"/>
                  </a:lnTo>
                  <a:lnTo>
                    <a:pt x="294" y="157"/>
                  </a:lnTo>
                  <a:lnTo>
                    <a:pt x="292" y="157"/>
                  </a:lnTo>
                  <a:lnTo>
                    <a:pt x="292" y="160"/>
                  </a:lnTo>
                  <a:lnTo>
                    <a:pt x="292" y="160"/>
                  </a:lnTo>
                  <a:lnTo>
                    <a:pt x="292" y="164"/>
                  </a:lnTo>
                  <a:lnTo>
                    <a:pt x="292" y="164"/>
                  </a:lnTo>
                  <a:lnTo>
                    <a:pt x="290" y="164"/>
                  </a:lnTo>
                  <a:lnTo>
                    <a:pt x="292" y="164"/>
                  </a:lnTo>
                  <a:lnTo>
                    <a:pt x="290" y="162"/>
                  </a:lnTo>
                  <a:lnTo>
                    <a:pt x="290" y="162"/>
                  </a:lnTo>
                  <a:lnTo>
                    <a:pt x="290" y="160"/>
                  </a:lnTo>
                  <a:lnTo>
                    <a:pt x="290" y="157"/>
                  </a:lnTo>
                  <a:lnTo>
                    <a:pt x="290" y="157"/>
                  </a:lnTo>
                  <a:lnTo>
                    <a:pt x="292" y="157"/>
                  </a:lnTo>
                  <a:lnTo>
                    <a:pt x="292" y="157"/>
                  </a:lnTo>
                  <a:lnTo>
                    <a:pt x="294" y="155"/>
                  </a:lnTo>
                  <a:lnTo>
                    <a:pt x="294" y="155"/>
                  </a:lnTo>
                  <a:lnTo>
                    <a:pt x="294" y="153"/>
                  </a:lnTo>
                  <a:lnTo>
                    <a:pt x="296" y="153"/>
                  </a:lnTo>
                  <a:lnTo>
                    <a:pt x="296" y="153"/>
                  </a:lnTo>
                  <a:lnTo>
                    <a:pt x="296" y="151"/>
                  </a:lnTo>
                  <a:lnTo>
                    <a:pt x="299" y="151"/>
                  </a:lnTo>
                  <a:lnTo>
                    <a:pt x="299" y="151"/>
                  </a:lnTo>
                  <a:lnTo>
                    <a:pt x="299" y="149"/>
                  </a:lnTo>
                  <a:lnTo>
                    <a:pt x="301" y="149"/>
                  </a:lnTo>
                  <a:lnTo>
                    <a:pt x="301" y="146"/>
                  </a:lnTo>
                  <a:lnTo>
                    <a:pt x="301" y="144"/>
                  </a:lnTo>
                  <a:lnTo>
                    <a:pt x="301" y="144"/>
                  </a:lnTo>
                  <a:lnTo>
                    <a:pt x="299" y="144"/>
                  </a:lnTo>
                  <a:lnTo>
                    <a:pt x="296" y="144"/>
                  </a:lnTo>
                  <a:lnTo>
                    <a:pt x="296" y="142"/>
                  </a:lnTo>
                  <a:lnTo>
                    <a:pt x="296" y="142"/>
                  </a:lnTo>
                  <a:lnTo>
                    <a:pt x="296" y="140"/>
                  </a:lnTo>
                  <a:lnTo>
                    <a:pt x="296" y="140"/>
                  </a:lnTo>
                  <a:lnTo>
                    <a:pt x="296" y="138"/>
                  </a:lnTo>
                  <a:lnTo>
                    <a:pt x="296" y="138"/>
                  </a:lnTo>
                  <a:lnTo>
                    <a:pt x="299" y="133"/>
                  </a:lnTo>
                  <a:lnTo>
                    <a:pt x="301" y="131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1" y="124"/>
                  </a:lnTo>
                  <a:lnTo>
                    <a:pt x="301" y="122"/>
                  </a:lnTo>
                  <a:lnTo>
                    <a:pt x="301" y="122"/>
                  </a:lnTo>
                  <a:lnTo>
                    <a:pt x="301" y="120"/>
                  </a:lnTo>
                  <a:lnTo>
                    <a:pt x="303" y="118"/>
                  </a:lnTo>
                  <a:lnTo>
                    <a:pt x="308" y="111"/>
                  </a:lnTo>
                  <a:lnTo>
                    <a:pt x="308" y="111"/>
                  </a:lnTo>
                  <a:lnTo>
                    <a:pt x="308" y="111"/>
                  </a:lnTo>
                  <a:lnTo>
                    <a:pt x="308" y="109"/>
                  </a:lnTo>
                  <a:lnTo>
                    <a:pt x="308" y="109"/>
                  </a:lnTo>
                  <a:lnTo>
                    <a:pt x="305" y="109"/>
                  </a:lnTo>
                  <a:lnTo>
                    <a:pt x="305" y="109"/>
                  </a:lnTo>
                  <a:lnTo>
                    <a:pt x="305" y="111"/>
                  </a:lnTo>
                  <a:lnTo>
                    <a:pt x="305" y="111"/>
                  </a:lnTo>
                  <a:lnTo>
                    <a:pt x="303" y="111"/>
                  </a:lnTo>
                  <a:lnTo>
                    <a:pt x="301" y="113"/>
                  </a:lnTo>
                  <a:lnTo>
                    <a:pt x="299" y="113"/>
                  </a:lnTo>
                  <a:lnTo>
                    <a:pt x="299" y="113"/>
                  </a:lnTo>
                  <a:lnTo>
                    <a:pt x="301" y="113"/>
                  </a:lnTo>
                  <a:lnTo>
                    <a:pt x="303" y="111"/>
                  </a:lnTo>
                  <a:lnTo>
                    <a:pt x="303" y="111"/>
                  </a:lnTo>
                  <a:lnTo>
                    <a:pt x="305" y="111"/>
                  </a:lnTo>
                  <a:lnTo>
                    <a:pt x="305" y="109"/>
                  </a:lnTo>
                  <a:lnTo>
                    <a:pt x="305" y="109"/>
                  </a:lnTo>
                  <a:lnTo>
                    <a:pt x="308" y="109"/>
                  </a:lnTo>
                  <a:lnTo>
                    <a:pt x="308" y="109"/>
                  </a:lnTo>
                  <a:lnTo>
                    <a:pt x="308" y="106"/>
                  </a:lnTo>
                  <a:lnTo>
                    <a:pt x="310" y="106"/>
                  </a:lnTo>
                  <a:lnTo>
                    <a:pt x="310" y="104"/>
                  </a:lnTo>
                  <a:lnTo>
                    <a:pt x="310" y="100"/>
                  </a:lnTo>
                  <a:lnTo>
                    <a:pt x="310" y="98"/>
                  </a:lnTo>
                  <a:lnTo>
                    <a:pt x="310" y="98"/>
                  </a:lnTo>
                  <a:lnTo>
                    <a:pt x="305" y="100"/>
                  </a:lnTo>
                  <a:lnTo>
                    <a:pt x="305" y="100"/>
                  </a:lnTo>
                  <a:lnTo>
                    <a:pt x="308" y="98"/>
                  </a:lnTo>
                  <a:lnTo>
                    <a:pt x="308" y="98"/>
                  </a:lnTo>
                  <a:lnTo>
                    <a:pt x="310" y="98"/>
                  </a:lnTo>
                  <a:lnTo>
                    <a:pt x="310" y="98"/>
                  </a:lnTo>
                  <a:lnTo>
                    <a:pt x="310" y="98"/>
                  </a:lnTo>
                  <a:lnTo>
                    <a:pt x="310" y="98"/>
                  </a:lnTo>
                  <a:lnTo>
                    <a:pt x="310" y="98"/>
                  </a:lnTo>
                  <a:lnTo>
                    <a:pt x="310" y="98"/>
                  </a:lnTo>
                  <a:lnTo>
                    <a:pt x="310" y="98"/>
                  </a:lnTo>
                  <a:lnTo>
                    <a:pt x="310" y="98"/>
                  </a:lnTo>
                  <a:lnTo>
                    <a:pt x="312" y="98"/>
                  </a:lnTo>
                  <a:lnTo>
                    <a:pt x="312" y="98"/>
                  </a:lnTo>
                  <a:lnTo>
                    <a:pt x="312" y="100"/>
                  </a:lnTo>
                  <a:lnTo>
                    <a:pt x="314" y="100"/>
                  </a:lnTo>
                  <a:lnTo>
                    <a:pt x="316" y="100"/>
                  </a:lnTo>
                  <a:lnTo>
                    <a:pt x="319" y="100"/>
                  </a:lnTo>
                  <a:lnTo>
                    <a:pt x="319" y="98"/>
                  </a:lnTo>
                  <a:lnTo>
                    <a:pt x="321" y="98"/>
                  </a:lnTo>
                  <a:lnTo>
                    <a:pt x="321" y="93"/>
                  </a:lnTo>
                  <a:lnTo>
                    <a:pt x="321" y="93"/>
                  </a:lnTo>
                  <a:lnTo>
                    <a:pt x="321" y="91"/>
                  </a:lnTo>
                  <a:lnTo>
                    <a:pt x="321" y="91"/>
                  </a:lnTo>
                  <a:lnTo>
                    <a:pt x="319" y="91"/>
                  </a:lnTo>
                  <a:lnTo>
                    <a:pt x="319" y="89"/>
                  </a:lnTo>
                  <a:lnTo>
                    <a:pt x="319" y="87"/>
                  </a:lnTo>
                  <a:lnTo>
                    <a:pt x="319" y="87"/>
                  </a:lnTo>
                  <a:lnTo>
                    <a:pt x="319" y="84"/>
                  </a:lnTo>
                  <a:lnTo>
                    <a:pt x="316" y="82"/>
                  </a:lnTo>
                  <a:lnTo>
                    <a:pt x="314" y="80"/>
                  </a:lnTo>
                  <a:lnTo>
                    <a:pt x="312" y="80"/>
                  </a:lnTo>
                  <a:lnTo>
                    <a:pt x="308" y="82"/>
                  </a:lnTo>
                  <a:lnTo>
                    <a:pt x="308" y="82"/>
                  </a:lnTo>
                  <a:lnTo>
                    <a:pt x="308" y="84"/>
                  </a:lnTo>
                  <a:lnTo>
                    <a:pt x="308" y="84"/>
                  </a:lnTo>
                  <a:lnTo>
                    <a:pt x="308" y="84"/>
                  </a:lnTo>
                  <a:lnTo>
                    <a:pt x="308" y="84"/>
                  </a:lnTo>
                  <a:lnTo>
                    <a:pt x="308" y="87"/>
                  </a:lnTo>
                  <a:lnTo>
                    <a:pt x="305" y="87"/>
                  </a:lnTo>
                  <a:lnTo>
                    <a:pt x="305" y="87"/>
                  </a:lnTo>
                  <a:lnTo>
                    <a:pt x="305" y="87"/>
                  </a:lnTo>
                  <a:lnTo>
                    <a:pt x="301" y="89"/>
                  </a:lnTo>
                  <a:lnTo>
                    <a:pt x="301" y="91"/>
                  </a:lnTo>
                  <a:lnTo>
                    <a:pt x="299" y="93"/>
                  </a:lnTo>
                  <a:lnTo>
                    <a:pt x="299" y="93"/>
                  </a:lnTo>
                  <a:lnTo>
                    <a:pt x="299" y="95"/>
                  </a:lnTo>
                  <a:lnTo>
                    <a:pt x="299" y="95"/>
                  </a:lnTo>
                  <a:lnTo>
                    <a:pt x="301" y="95"/>
                  </a:lnTo>
                  <a:lnTo>
                    <a:pt x="301" y="98"/>
                  </a:lnTo>
                  <a:lnTo>
                    <a:pt x="299" y="98"/>
                  </a:lnTo>
                  <a:lnTo>
                    <a:pt x="299" y="100"/>
                  </a:lnTo>
                  <a:lnTo>
                    <a:pt x="299" y="100"/>
                  </a:lnTo>
                  <a:lnTo>
                    <a:pt x="299" y="102"/>
                  </a:lnTo>
                  <a:lnTo>
                    <a:pt x="299" y="100"/>
                  </a:lnTo>
                  <a:lnTo>
                    <a:pt x="299" y="100"/>
                  </a:lnTo>
                  <a:lnTo>
                    <a:pt x="299" y="95"/>
                  </a:lnTo>
                  <a:lnTo>
                    <a:pt x="299" y="95"/>
                  </a:lnTo>
                  <a:lnTo>
                    <a:pt x="299" y="95"/>
                  </a:lnTo>
                  <a:lnTo>
                    <a:pt x="296" y="98"/>
                  </a:lnTo>
                  <a:lnTo>
                    <a:pt x="296" y="98"/>
                  </a:lnTo>
                  <a:lnTo>
                    <a:pt x="294" y="98"/>
                  </a:lnTo>
                  <a:lnTo>
                    <a:pt x="294" y="100"/>
                  </a:lnTo>
                  <a:lnTo>
                    <a:pt x="294" y="100"/>
                  </a:lnTo>
                  <a:lnTo>
                    <a:pt x="294" y="98"/>
                  </a:lnTo>
                  <a:lnTo>
                    <a:pt x="294" y="98"/>
                  </a:lnTo>
                  <a:lnTo>
                    <a:pt x="296" y="95"/>
                  </a:lnTo>
                  <a:lnTo>
                    <a:pt x="296" y="95"/>
                  </a:lnTo>
                  <a:lnTo>
                    <a:pt x="296" y="95"/>
                  </a:lnTo>
                  <a:lnTo>
                    <a:pt x="296" y="93"/>
                  </a:lnTo>
                  <a:lnTo>
                    <a:pt x="299" y="93"/>
                  </a:lnTo>
                  <a:lnTo>
                    <a:pt x="299" y="91"/>
                  </a:lnTo>
                  <a:lnTo>
                    <a:pt x="299" y="91"/>
                  </a:lnTo>
                  <a:lnTo>
                    <a:pt x="299" y="91"/>
                  </a:lnTo>
                  <a:lnTo>
                    <a:pt x="299" y="89"/>
                  </a:lnTo>
                  <a:lnTo>
                    <a:pt x="296" y="89"/>
                  </a:lnTo>
                  <a:lnTo>
                    <a:pt x="296" y="91"/>
                  </a:lnTo>
                  <a:lnTo>
                    <a:pt x="296" y="91"/>
                  </a:lnTo>
                  <a:lnTo>
                    <a:pt x="296" y="91"/>
                  </a:lnTo>
                  <a:lnTo>
                    <a:pt x="294" y="89"/>
                  </a:lnTo>
                  <a:lnTo>
                    <a:pt x="292" y="89"/>
                  </a:lnTo>
                  <a:lnTo>
                    <a:pt x="288" y="91"/>
                  </a:lnTo>
                  <a:lnTo>
                    <a:pt x="288" y="91"/>
                  </a:lnTo>
                  <a:lnTo>
                    <a:pt x="288" y="91"/>
                  </a:lnTo>
                  <a:lnTo>
                    <a:pt x="290" y="89"/>
                  </a:lnTo>
                  <a:lnTo>
                    <a:pt x="290" y="89"/>
                  </a:lnTo>
                  <a:lnTo>
                    <a:pt x="292" y="89"/>
                  </a:lnTo>
                  <a:lnTo>
                    <a:pt x="294" y="89"/>
                  </a:lnTo>
                  <a:lnTo>
                    <a:pt x="296" y="89"/>
                  </a:lnTo>
                  <a:lnTo>
                    <a:pt x="296" y="89"/>
                  </a:lnTo>
                  <a:lnTo>
                    <a:pt x="296" y="87"/>
                  </a:lnTo>
                  <a:lnTo>
                    <a:pt x="296" y="87"/>
                  </a:lnTo>
                  <a:lnTo>
                    <a:pt x="299" y="87"/>
                  </a:lnTo>
                  <a:lnTo>
                    <a:pt x="299" y="87"/>
                  </a:lnTo>
                  <a:lnTo>
                    <a:pt x="303" y="84"/>
                  </a:lnTo>
                  <a:lnTo>
                    <a:pt x="303" y="82"/>
                  </a:lnTo>
                  <a:lnTo>
                    <a:pt x="303" y="82"/>
                  </a:lnTo>
                  <a:lnTo>
                    <a:pt x="303" y="82"/>
                  </a:lnTo>
                  <a:lnTo>
                    <a:pt x="303" y="82"/>
                  </a:lnTo>
                  <a:lnTo>
                    <a:pt x="303" y="82"/>
                  </a:lnTo>
                  <a:lnTo>
                    <a:pt x="301" y="82"/>
                  </a:lnTo>
                  <a:lnTo>
                    <a:pt x="301" y="82"/>
                  </a:lnTo>
                  <a:lnTo>
                    <a:pt x="301" y="80"/>
                  </a:lnTo>
                  <a:lnTo>
                    <a:pt x="303" y="80"/>
                  </a:lnTo>
                  <a:lnTo>
                    <a:pt x="305" y="78"/>
                  </a:lnTo>
                  <a:lnTo>
                    <a:pt x="308" y="75"/>
                  </a:lnTo>
                  <a:lnTo>
                    <a:pt x="308" y="75"/>
                  </a:lnTo>
                  <a:lnTo>
                    <a:pt x="310" y="73"/>
                  </a:lnTo>
                  <a:lnTo>
                    <a:pt x="312" y="73"/>
                  </a:lnTo>
                  <a:lnTo>
                    <a:pt x="312" y="73"/>
                  </a:lnTo>
                  <a:lnTo>
                    <a:pt x="310" y="71"/>
                  </a:lnTo>
                  <a:lnTo>
                    <a:pt x="310" y="71"/>
                  </a:lnTo>
                  <a:lnTo>
                    <a:pt x="308" y="71"/>
                  </a:lnTo>
                  <a:lnTo>
                    <a:pt x="305" y="71"/>
                  </a:lnTo>
                  <a:lnTo>
                    <a:pt x="305" y="73"/>
                  </a:lnTo>
                  <a:lnTo>
                    <a:pt x="303" y="73"/>
                  </a:lnTo>
                  <a:lnTo>
                    <a:pt x="303" y="73"/>
                  </a:lnTo>
                  <a:lnTo>
                    <a:pt x="303" y="73"/>
                  </a:lnTo>
                  <a:lnTo>
                    <a:pt x="303" y="73"/>
                  </a:lnTo>
                  <a:lnTo>
                    <a:pt x="303" y="73"/>
                  </a:lnTo>
                  <a:lnTo>
                    <a:pt x="305" y="71"/>
                  </a:lnTo>
                  <a:lnTo>
                    <a:pt x="305" y="71"/>
                  </a:lnTo>
                  <a:lnTo>
                    <a:pt x="305" y="71"/>
                  </a:lnTo>
                  <a:lnTo>
                    <a:pt x="308" y="71"/>
                  </a:lnTo>
                  <a:lnTo>
                    <a:pt x="308" y="71"/>
                  </a:lnTo>
                  <a:lnTo>
                    <a:pt x="310" y="71"/>
                  </a:lnTo>
                  <a:lnTo>
                    <a:pt x="310" y="71"/>
                  </a:lnTo>
                  <a:lnTo>
                    <a:pt x="310" y="71"/>
                  </a:lnTo>
                  <a:lnTo>
                    <a:pt x="312" y="69"/>
                  </a:lnTo>
                  <a:lnTo>
                    <a:pt x="312" y="69"/>
                  </a:lnTo>
                  <a:lnTo>
                    <a:pt x="312" y="69"/>
                  </a:lnTo>
                  <a:lnTo>
                    <a:pt x="312" y="69"/>
                  </a:lnTo>
                  <a:lnTo>
                    <a:pt x="310" y="67"/>
                  </a:lnTo>
                  <a:lnTo>
                    <a:pt x="310" y="67"/>
                  </a:lnTo>
                  <a:lnTo>
                    <a:pt x="310" y="64"/>
                  </a:lnTo>
                  <a:lnTo>
                    <a:pt x="310" y="64"/>
                  </a:lnTo>
                  <a:lnTo>
                    <a:pt x="310" y="62"/>
                  </a:lnTo>
                  <a:lnTo>
                    <a:pt x="310" y="62"/>
                  </a:lnTo>
                  <a:lnTo>
                    <a:pt x="308" y="62"/>
                  </a:lnTo>
                  <a:lnTo>
                    <a:pt x="305" y="62"/>
                  </a:lnTo>
                  <a:lnTo>
                    <a:pt x="303" y="62"/>
                  </a:lnTo>
                  <a:lnTo>
                    <a:pt x="305" y="62"/>
                  </a:lnTo>
                  <a:lnTo>
                    <a:pt x="308" y="60"/>
                  </a:lnTo>
                  <a:lnTo>
                    <a:pt x="310" y="58"/>
                  </a:lnTo>
                  <a:lnTo>
                    <a:pt x="310" y="58"/>
                  </a:lnTo>
                  <a:lnTo>
                    <a:pt x="308" y="58"/>
                  </a:lnTo>
                  <a:lnTo>
                    <a:pt x="308" y="58"/>
                  </a:lnTo>
                  <a:lnTo>
                    <a:pt x="308" y="58"/>
                  </a:lnTo>
                  <a:lnTo>
                    <a:pt x="308" y="58"/>
                  </a:lnTo>
                  <a:lnTo>
                    <a:pt x="308" y="58"/>
                  </a:lnTo>
                  <a:lnTo>
                    <a:pt x="305" y="58"/>
                  </a:lnTo>
                  <a:lnTo>
                    <a:pt x="305" y="60"/>
                  </a:lnTo>
                  <a:lnTo>
                    <a:pt x="305" y="60"/>
                  </a:lnTo>
                  <a:lnTo>
                    <a:pt x="305" y="58"/>
                  </a:lnTo>
                  <a:lnTo>
                    <a:pt x="305" y="58"/>
                  </a:lnTo>
                  <a:lnTo>
                    <a:pt x="305" y="56"/>
                  </a:lnTo>
                  <a:lnTo>
                    <a:pt x="305" y="56"/>
                  </a:lnTo>
                  <a:lnTo>
                    <a:pt x="305" y="56"/>
                  </a:lnTo>
                  <a:lnTo>
                    <a:pt x="303" y="58"/>
                  </a:lnTo>
                  <a:lnTo>
                    <a:pt x="303" y="58"/>
                  </a:lnTo>
                  <a:lnTo>
                    <a:pt x="303" y="58"/>
                  </a:lnTo>
                  <a:lnTo>
                    <a:pt x="303" y="58"/>
                  </a:lnTo>
                  <a:lnTo>
                    <a:pt x="303" y="58"/>
                  </a:lnTo>
                  <a:lnTo>
                    <a:pt x="303" y="58"/>
                  </a:lnTo>
                  <a:lnTo>
                    <a:pt x="301" y="58"/>
                  </a:lnTo>
                  <a:lnTo>
                    <a:pt x="301" y="58"/>
                  </a:lnTo>
                  <a:lnTo>
                    <a:pt x="299" y="58"/>
                  </a:lnTo>
                  <a:lnTo>
                    <a:pt x="299" y="58"/>
                  </a:lnTo>
                  <a:lnTo>
                    <a:pt x="299" y="58"/>
                  </a:lnTo>
                  <a:lnTo>
                    <a:pt x="301" y="58"/>
                  </a:lnTo>
                  <a:lnTo>
                    <a:pt x="301" y="58"/>
                  </a:lnTo>
                  <a:lnTo>
                    <a:pt x="301" y="56"/>
                  </a:lnTo>
                  <a:lnTo>
                    <a:pt x="301" y="56"/>
                  </a:lnTo>
                  <a:lnTo>
                    <a:pt x="301" y="53"/>
                  </a:lnTo>
                  <a:lnTo>
                    <a:pt x="301" y="53"/>
                  </a:lnTo>
                  <a:lnTo>
                    <a:pt x="303" y="51"/>
                  </a:lnTo>
                  <a:lnTo>
                    <a:pt x="303" y="51"/>
                  </a:lnTo>
                  <a:lnTo>
                    <a:pt x="299" y="49"/>
                  </a:lnTo>
                  <a:lnTo>
                    <a:pt x="299" y="51"/>
                  </a:lnTo>
                  <a:lnTo>
                    <a:pt x="299" y="53"/>
                  </a:lnTo>
                  <a:lnTo>
                    <a:pt x="296" y="56"/>
                  </a:lnTo>
                  <a:lnTo>
                    <a:pt x="296" y="56"/>
                  </a:lnTo>
                  <a:lnTo>
                    <a:pt x="294" y="56"/>
                  </a:lnTo>
                  <a:lnTo>
                    <a:pt x="294" y="56"/>
                  </a:lnTo>
                  <a:lnTo>
                    <a:pt x="294" y="53"/>
                  </a:lnTo>
                  <a:lnTo>
                    <a:pt x="292" y="56"/>
                  </a:lnTo>
                  <a:lnTo>
                    <a:pt x="292" y="56"/>
                  </a:lnTo>
                  <a:lnTo>
                    <a:pt x="290" y="56"/>
                  </a:lnTo>
                  <a:lnTo>
                    <a:pt x="288" y="56"/>
                  </a:lnTo>
                  <a:lnTo>
                    <a:pt x="288" y="56"/>
                  </a:lnTo>
                  <a:lnTo>
                    <a:pt x="292" y="53"/>
                  </a:lnTo>
                  <a:lnTo>
                    <a:pt x="294" y="51"/>
                  </a:lnTo>
                  <a:lnTo>
                    <a:pt x="296" y="49"/>
                  </a:lnTo>
                  <a:lnTo>
                    <a:pt x="294" y="49"/>
                  </a:lnTo>
                  <a:lnTo>
                    <a:pt x="292" y="49"/>
                  </a:lnTo>
                  <a:lnTo>
                    <a:pt x="290" y="49"/>
                  </a:lnTo>
                  <a:lnTo>
                    <a:pt x="292" y="49"/>
                  </a:lnTo>
                  <a:lnTo>
                    <a:pt x="290" y="51"/>
                  </a:lnTo>
                  <a:lnTo>
                    <a:pt x="288" y="53"/>
                  </a:lnTo>
                  <a:lnTo>
                    <a:pt x="288" y="51"/>
                  </a:lnTo>
                  <a:lnTo>
                    <a:pt x="288" y="51"/>
                  </a:lnTo>
                  <a:lnTo>
                    <a:pt x="288" y="51"/>
                  </a:lnTo>
                  <a:lnTo>
                    <a:pt x="288" y="51"/>
                  </a:lnTo>
                  <a:lnTo>
                    <a:pt x="288" y="51"/>
                  </a:lnTo>
                  <a:lnTo>
                    <a:pt x="288" y="51"/>
                  </a:lnTo>
                  <a:lnTo>
                    <a:pt x="290" y="51"/>
                  </a:lnTo>
                  <a:lnTo>
                    <a:pt x="290" y="51"/>
                  </a:lnTo>
                  <a:lnTo>
                    <a:pt x="290" y="49"/>
                  </a:lnTo>
                  <a:lnTo>
                    <a:pt x="290" y="49"/>
                  </a:lnTo>
                  <a:lnTo>
                    <a:pt x="290" y="49"/>
                  </a:lnTo>
                  <a:lnTo>
                    <a:pt x="288" y="49"/>
                  </a:lnTo>
                  <a:lnTo>
                    <a:pt x="290" y="47"/>
                  </a:lnTo>
                  <a:lnTo>
                    <a:pt x="290" y="47"/>
                  </a:lnTo>
                  <a:lnTo>
                    <a:pt x="290" y="47"/>
                  </a:lnTo>
                  <a:lnTo>
                    <a:pt x="288" y="44"/>
                  </a:lnTo>
                  <a:lnTo>
                    <a:pt x="288" y="44"/>
                  </a:lnTo>
                  <a:lnTo>
                    <a:pt x="288" y="44"/>
                  </a:lnTo>
                  <a:lnTo>
                    <a:pt x="290" y="42"/>
                  </a:lnTo>
                  <a:lnTo>
                    <a:pt x="290" y="42"/>
                  </a:lnTo>
                  <a:lnTo>
                    <a:pt x="288" y="40"/>
                  </a:lnTo>
                  <a:lnTo>
                    <a:pt x="288" y="42"/>
                  </a:lnTo>
                  <a:lnTo>
                    <a:pt x="288" y="42"/>
                  </a:lnTo>
                  <a:lnTo>
                    <a:pt x="288" y="42"/>
                  </a:lnTo>
                  <a:lnTo>
                    <a:pt x="288" y="40"/>
                  </a:lnTo>
                  <a:lnTo>
                    <a:pt x="288" y="38"/>
                  </a:lnTo>
                  <a:lnTo>
                    <a:pt x="285" y="38"/>
                  </a:lnTo>
                  <a:lnTo>
                    <a:pt x="285" y="38"/>
                  </a:lnTo>
                  <a:lnTo>
                    <a:pt x="285" y="38"/>
                  </a:lnTo>
                  <a:lnTo>
                    <a:pt x="285" y="40"/>
                  </a:lnTo>
                  <a:lnTo>
                    <a:pt x="285" y="40"/>
                  </a:lnTo>
                  <a:lnTo>
                    <a:pt x="285" y="40"/>
                  </a:lnTo>
                  <a:lnTo>
                    <a:pt x="285" y="40"/>
                  </a:lnTo>
                  <a:lnTo>
                    <a:pt x="285" y="42"/>
                  </a:lnTo>
                  <a:lnTo>
                    <a:pt x="285" y="42"/>
                  </a:lnTo>
                  <a:lnTo>
                    <a:pt x="285" y="42"/>
                  </a:lnTo>
                  <a:lnTo>
                    <a:pt x="285" y="44"/>
                  </a:lnTo>
                  <a:lnTo>
                    <a:pt x="283" y="42"/>
                  </a:lnTo>
                  <a:lnTo>
                    <a:pt x="283" y="42"/>
                  </a:lnTo>
                  <a:lnTo>
                    <a:pt x="283" y="40"/>
                  </a:lnTo>
                  <a:lnTo>
                    <a:pt x="281" y="42"/>
                  </a:lnTo>
                  <a:lnTo>
                    <a:pt x="281" y="42"/>
                  </a:lnTo>
                  <a:lnTo>
                    <a:pt x="281" y="42"/>
                  </a:lnTo>
                  <a:lnTo>
                    <a:pt x="281" y="44"/>
                  </a:lnTo>
                  <a:lnTo>
                    <a:pt x="281" y="44"/>
                  </a:lnTo>
                  <a:lnTo>
                    <a:pt x="279" y="44"/>
                  </a:lnTo>
                  <a:lnTo>
                    <a:pt x="281" y="44"/>
                  </a:lnTo>
                  <a:lnTo>
                    <a:pt x="279" y="42"/>
                  </a:lnTo>
                  <a:lnTo>
                    <a:pt x="279" y="42"/>
                  </a:lnTo>
                  <a:lnTo>
                    <a:pt x="277" y="40"/>
                  </a:lnTo>
                  <a:lnTo>
                    <a:pt x="279" y="40"/>
                  </a:lnTo>
                  <a:lnTo>
                    <a:pt x="279" y="40"/>
                  </a:lnTo>
                  <a:lnTo>
                    <a:pt x="281" y="40"/>
                  </a:lnTo>
                  <a:lnTo>
                    <a:pt x="281" y="40"/>
                  </a:lnTo>
                  <a:lnTo>
                    <a:pt x="281" y="38"/>
                  </a:lnTo>
                  <a:lnTo>
                    <a:pt x="281" y="38"/>
                  </a:lnTo>
                  <a:lnTo>
                    <a:pt x="281" y="36"/>
                  </a:lnTo>
                  <a:lnTo>
                    <a:pt x="281" y="33"/>
                  </a:lnTo>
                  <a:lnTo>
                    <a:pt x="283" y="33"/>
                  </a:lnTo>
                  <a:lnTo>
                    <a:pt x="283" y="33"/>
                  </a:lnTo>
                  <a:lnTo>
                    <a:pt x="285" y="33"/>
                  </a:lnTo>
                  <a:lnTo>
                    <a:pt x="285" y="31"/>
                  </a:lnTo>
                  <a:lnTo>
                    <a:pt x="285" y="31"/>
                  </a:lnTo>
                  <a:lnTo>
                    <a:pt x="285" y="29"/>
                  </a:lnTo>
                  <a:lnTo>
                    <a:pt x="285" y="29"/>
                  </a:lnTo>
                  <a:lnTo>
                    <a:pt x="283" y="29"/>
                  </a:lnTo>
                  <a:lnTo>
                    <a:pt x="283" y="27"/>
                  </a:lnTo>
                  <a:lnTo>
                    <a:pt x="283" y="27"/>
                  </a:lnTo>
                  <a:lnTo>
                    <a:pt x="283" y="29"/>
                  </a:lnTo>
                  <a:lnTo>
                    <a:pt x="281" y="31"/>
                  </a:lnTo>
                  <a:lnTo>
                    <a:pt x="281" y="31"/>
                  </a:lnTo>
                  <a:lnTo>
                    <a:pt x="279" y="31"/>
                  </a:lnTo>
                  <a:lnTo>
                    <a:pt x="279" y="31"/>
                  </a:lnTo>
                  <a:lnTo>
                    <a:pt x="279" y="31"/>
                  </a:lnTo>
                  <a:lnTo>
                    <a:pt x="279" y="33"/>
                  </a:lnTo>
                  <a:lnTo>
                    <a:pt x="279" y="33"/>
                  </a:lnTo>
                  <a:lnTo>
                    <a:pt x="277" y="33"/>
                  </a:lnTo>
                  <a:lnTo>
                    <a:pt x="277" y="36"/>
                  </a:lnTo>
                  <a:lnTo>
                    <a:pt x="277" y="38"/>
                  </a:lnTo>
                  <a:lnTo>
                    <a:pt x="277" y="38"/>
                  </a:lnTo>
                  <a:lnTo>
                    <a:pt x="277" y="40"/>
                  </a:lnTo>
                  <a:lnTo>
                    <a:pt x="277" y="40"/>
                  </a:lnTo>
                  <a:lnTo>
                    <a:pt x="274" y="40"/>
                  </a:lnTo>
                  <a:lnTo>
                    <a:pt x="274" y="40"/>
                  </a:lnTo>
                  <a:lnTo>
                    <a:pt x="272" y="40"/>
                  </a:lnTo>
                  <a:lnTo>
                    <a:pt x="272" y="40"/>
                  </a:lnTo>
                  <a:lnTo>
                    <a:pt x="272" y="40"/>
                  </a:lnTo>
                  <a:lnTo>
                    <a:pt x="274" y="38"/>
                  </a:lnTo>
                  <a:lnTo>
                    <a:pt x="274" y="38"/>
                  </a:lnTo>
                  <a:lnTo>
                    <a:pt x="277" y="38"/>
                  </a:lnTo>
                  <a:lnTo>
                    <a:pt x="277" y="36"/>
                  </a:lnTo>
                  <a:lnTo>
                    <a:pt x="277" y="36"/>
                  </a:lnTo>
                  <a:lnTo>
                    <a:pt x="274" y="36"/>
                  </a:lnTo>
                  <a:lnTo>
                    <a:pt x="274" y="36"/>
                  </a:lnTo>
                  <a:lnTo>
                    <a:pt x="272" y="36"/>
                  </a:lnTo>
                  <a:lnTo>
                    <a:pt x="274" y="36"/>
                  </a:lnTo>
                  <a:lnTo>
                    <a:pt x="274" y="33"/>
                  </a:lnTo>
                  <a:lnTo>
                    <a:pt x="274" y="33"/>
                  </a:lnTo>
                  <a:lnTo>
                    <a:pt x="272" y="33"/>
                  </a:lnTo>
                  <a:lnTo>
                    <a:pt x="272" y="33"/>
                  </a:lnTo>
                  <a:lnTo>
                    <a:pt x="272" y="33"/>
                  </a:lnTo>
                  <a:lnTo>
                    <a:pt x="270" y="31"/>
                  </a:lnTo>
                  <a:lnTo>
                    <a:pt x="270" y="31"/>
                  </a:lnTo>
                  <a:lnTo>
                    <a:pt x="270" y="31"/>
                  </a:lnTo>
                  <a:lnTo>
                    <a:pt x="270" y="29"/>
                  </a:lnTo>
                  <a:lnTo>
                    <a:pt x="270" y="29"/>
                  </a:lnTo>
                  <a:lnTo>
                    <a:pt x="268" y="31"/>
                  </a:lnTo>
                  <a:lnTo>
                    <a:pt x="268" y="31"/>
                  </a:lnTo>
                  <a:lnTo>
                    <a:pt x="265" y="31"/>
                  </a:lnTo>
                  <a:lnTo>
                    <a:pt x="268" y="31"/>
                  </a:lnTo>
                  <a:lnTo>
                    <a:pt x="268" y="31"/>
                  </a:lnTo>
                  <a:lnTo>
                    <a:pt x="268" y="31"/>
                  </a:lnTo>
                  <a:lnTo>
                    <a:pt x="268" y="31"/>
                  </a:lnTo>
                  <a:lnTo>
                    <a:pt x="265" y="31"/>
                  </a:lnTo>
                  <a:lnTo>
                    <a:pt x="265" y="31"/>
                  </a:lnTo>
                  <a:lnTo>
                    <a:pt x="265" y="33"/>
                  </a:lnTo>
                  <a:lnTo>
                    <a:pt x="263" y="33"/>
                  </a:lnTo>
                  <a:lnTo>
                    <a:pt x="263" y="33"/>
                  </a:lnTo>
                  <a:lnTo>
                    <a:pt x="263" y="31"/>
                  </a:lnTo>
                  <a:lnTo>
                    <a:pt x="261" y="31"/>
                  </a:lnTo>
                  <a:lnTo>
                    <a:pt x="261" y="33"/>
                  </a:lnTo>
                  <a:lnTo>
                    <a:pt x="261" y="36"/>
                  </a:lnTo>
                  <a:lnTo>
                    <a:pt x="259" y="36"/>
                  </a:lnTo>
                  <a:lnTo>
                    <a:pt x="257" y="38"/>
                  </a:lnTo>
                  <a:lnTo>
                    <a:pt x="257" y="40"/>
                  </a:lnTo>
                  <a:lnTo>
                    <a:pt x="254" y="40"/>
                  </a:lnTo>
                  <a:lnTo>
                    <a:pt x="257" y="42"/>
                  </a:lnTo>
                  <a:lnTo>
                    <a:pt x="257" y="44"/>
                  </a:lnTo>
                  <a:lnTo>
                    <a:pt x="259" y="47"/>
                  </a:lnTo>
                  <a:lnTo>
                    <a:pt x="257" y="47"/>
                  </a:lnTo>
                  <a:lnTo>
                    <a:pt x="254" y="47"/>
                  </a:lnTo>
                  <a:lnTo>
                    <a:pt x="254" y="49"/>
                  </a:lnTo>
                  <a:lnTo>
                    <a:pt x="254" y="49"/>
                  </a:lnTo>
                  <a:lnTo>
                    <a:pt x="252" y="51"/>
                  </a:lnTo>
                  <a:lnTo>
                    <a:pt x="250" y="51"/>
                  </a:lnTo>
                  <a:lnTo>
                    <a:pt x="250" y="51"/>
                  </a:lnTo>
                  <a:lnTo>
                    <a:pt x="248" y="51"/>
                  </a:lnTo>
                  <a:lnTo>
                    <a:pt x="248" y="49"/>
                  </a:lnTo>
                  <a:lnTo>
                    <a:pt x="248" y="49"/>
                  </a:lnTo>
                  <a:lnTo>
                    <a:pt x="248" y="47"/>
                  </a:lnTo>
                  <a:lnTo>
                    <a:pt x="248" y="44"/>
                  </a:lnTo>
                  <a:lnTo>
                    <a:pt x="248" y="44"/>
                  </a:lnTo>
                  <a:lnTo>
                    <a:pt x="248" y="42"/>
                  </a:lnTo>
                  <a:lnTo>
                    <a:pt x="250" y="40"/>
                  </a:lnTo>
                  <a:lnTo>
                    <a:pt x="248" y="38"/>
                  </a:lnTo>
                  <a:lnTo>
                    <a:pt x="245" y="36"/>
                  </a:lnTo>
                  <a:lnTo>
                    <a:pt x="245" y="38"/>
                  </a:lnTo>
                  <a:lnTo>
                    <a:pt x="245" y="38"/>
                  </a:lnTo>
                  <a:lnTo>
                    <a:pt x="245" y="40"/>
                  </a:lnTo>
                  <a:lnTo>
                    <a:pt x="245" y="38"/>
                  </a:lnTo>
                  <a:lnTo>
                    <a:pt x="245" y="38"/>
                  </a:lnTo>
                  <a:lnTo>
                    <a:pt x="245" y="36"/>
                  </a:lnTo>
                  <a:lnTo>
                    <a:pt x="248" y="36"/>
                  </a:lnTo>
                  <a:lnTo>
                    <a:pt x="248" y="36"/>
                  </a:lnTo>
                  <a:lnTo>
                    <a:pt x="248" y="33"/>
                  </a:lnTo>
                  <a:lnTo>
                    <a:pt x="248" y="33"/>
                  </a:lnTo>
                  <a:lnTo>
                    <a:pt x="248" y="31"/>
                  </a:lnTo>
                  <a:lnTo>
                    <a:pt x="248" y="31"/>
                  </a:lnTo>
                  <a:lnTo>
                    <a:pt x="248" y="31"/>
                  </a:lnTo>
                  <a:lnTo>
                    <a:pt x="245" y="31"/>
                  </a:lnTo>
                  <a:lnTo>
                    <a:pt x="245" y="33"/>
                  </a:lnTo>
                  <a:lnTo>
                    <a:pt x="245" y="31"/>
                  </a:lnTo>
                  <a:lnTo>
                    <a:pt x="248" y="31"/>
                  </a:lnTo>
                  <a:lnTo>
                    <a:pt x="250" y="29"/>
                  </a:lnTo>
                  <a:lnTo>
                    <a:pt x="250" y="29"/>
                  </a:lnTo>
                  <a:lnTo>
                    <a:pt x="252" y="27"/>
                  </a:lnTo>
                  <a:lnTo>
                    <a:pt x="252" y="27"/>
                  </a:lnTo>
                  <a:lnTo>
                    <a:pt x="252" y="27"/>
                  </a:lnTo>
                  <a:lnTo>
                    <a:pt x="252" y="22"/>
                  </a:lnTo>
                  <a:lnTo>
                    <a:pt x="252" y="20"/>
                  </a:lnTo>
                  <a:lnTo>
                    <a:pt x="250" y="20"/>
                  </a:lnTo>
                  <a:lnTo>
                    <a:pt x="248" y="20"/>
                  </a:lnTo>
                  <a:lnTo>
                    <a:pt x="248" y="20"/>
                  </a:lnTo>
                  <a:lnTo>
                    <a:pt x="248" y="22"/>
                  </a:lnTo>
                  <a:lnTo>
                    <a:pt x="248" y="22"/>
                  </a:lnTo>
                  <a:lnTo>
                    <a:pt x="245" y="24"/>
                  </a:lnTo>
                  <a:lnTo>
                    <a:pt x="245" y="27"/>
                  </a:lnTo>
                  <a:lnTo>
                    <a:pt x="245" y="29"/>
                  </a:lnTo>
                  <a:lnTo>
                    <a:pt x="245" y="29"/>
                  </a:lnTo>
                  <a:lnTo>
                    <a:pt x="243" y="29"/>
                  </a:lnTo>
                  <a:lnTo>
                    <a:pt x="243" y="31"/>
                  </a:lnTo>
                  <a:lnTo>
                    <a:pt x="243" y="31"/>
                  </a:lnTo>
                  <a:lnTo>
                    <a:pt x="243" y="31"/>
                  </a:lnTo>
                  <a:lnTo>
                    <a:pt x="243" y="29"/>
                  </a:lnTo>
                  <a:lnTo>
                    <a:pt x="243" y="29"/>
                  </a:lnTo>
                  <a:lnTo>
                    <a:pt x="243" y="29"/>
                  </a:lnTo>
                  <a:lnTo>
                    <a:pt x="243" y="29"/>
                  </a:lnTo>
                  <a:lnTo>
                    <a:pt x="241" y="29"/>
                  </a:lnTo>
                  <a:lnTo>
                    <a:pt x="241" y="29"/>
                  </a:lnTo>
                  <a:lnTo>
                    <a:pt x="241" y="31"/>
                  </a:lnTo>
                  <a:lnTo>
                    <a:pt x="241" y="33"/>
                  </a:lnTo>
                  <a:lnTo>
                    <a:pt x="241" y="36"/>
                  </a:lnTo>
                  <a:lnTo>
                    <a:pt x="241" y="36"/>
                  </a:lnTo>
                  <a:lnTo>
                    <a:pt x="241" y="36"/>
                  </a:lnTo>
                  <a:lnTo>
                    <a:pt x="241" y="33"/>
                  </a:lnTo>
                  <a:lnTo>
                    <a:pt x="239" y="33"/>
                  </a:lnTo>
                  <a:lnTo>
                    <a:pt x="239" y="33"/>
                  </a:lnTo>
                  <a:lnTo>
                    <a:pt x="239" y="33"/>
                  </a:lnTo>
                  <a:lnTo>
                    <a:pt x="239" y="33"/>
                  </a:lnTo>
                  <a:lnTo>
                    <a:pt x="237" y="33"/>
                  </a:lnTo>
                  <a:lnTo>
                    <a:pt x="237" y="33"/>
                  </a:lnTo>
                  <a:lnTo>
                    <a:pt x="237" y="33"/>
                  </a:lnTo>
                  <a:lnTo>
                    <a:pt x="237" y="31"/>
                  </a:lnTo>
                  <a:lnTo>
                    <a:pt x="237" y="31"/>
                  </a:lnTo>
                  <a:lnTo>
                    <a:pt x="237" y="31"/>
                  </a:lnTo>
                  <a:lnTo>
                    <a:pt x="237" y="31"/>
                  </a:lnTo>
                  <a:lnTo>
                    <a:pt x="237" y="31"/>
                  </a:lnTo>
                  <a:lnTo>
                    <a:pt x="234" y="33"/>
                  </a:lnTo>
                  <a:lnTo>
                    <a:pt x="234" y="33"/>
                  </a:lnTo>
                  <a:lnTo>
                    <a:pt x="237" y="31"/>
                  </a:lnTo>
                  <a:lnTo>
                    <a:pt x="237" y="31"/>
                  </a:lnTo>
                  <a:lnTo>
                    <a:pt x="239" y="31"/>
                  </a:lnTo>
                  <a:lnTo>
                    <a:pt x="239" y="29"/>
                  </a:lnTo>
                  <a:lnTo>
                    <a:pt x="239" y="29"/>
                  </a:lnTo>
                  <a:lnTo>
                    <a:pt x="239" y="27"/>
                  </a:lnTo>
                  <a:lnTo>
                    <a:pt x="239" y="24"/>
                  </a:lnTo>
                  <a:lnTo>
                    <a:pt x="239" y="24"/>
                  </a:lnTo>
                  <a:lnTo>
                    <a:pt x="239" y="24"/>
                  </a:lnTo>
                  <a:lnTo>
                    <a:pt x="239" y="24"/>
                  </a:lnTo>
                  <a:lnTo>
                    <a:pt x="241" y="24"/>
                  </a:lnTo>
                  <a:lnTo>
                    <a:pt x="241" y="22"/>
                  </a:lnTo>
                  <a:lnTo>
                    <a:pt x="241" y="22"/>
                  </a:lnTo>
                  <a:lnTo>
                    <a:pt x="243" y="22"/>
                  </a:lnTo>
                  <a:lnTo>
                    <a:pt x="243" y="22"/>
                  </a:lnTo>
                  <a:lnTo>
                    <a:pt x="243" y="22"/>
                  </a:lnTo>
                  <a:lnTo>
                    <a:pt x="243" y="20"/>
                  </a:lnTo>
                  <a:lnTo>
                    <a:pt x="243" y="20"/>
                  </a:lnTo>
                  <a:lnTo>
                    <a:pt x="243" y="18"/>
                  </a:lnTo>
                  <a:lnTo>
                    <a:pt x="243" y="18"/>
                  </a:lnTo>
                  <a:lnTo>
                    <a:pt x="243" y="18"/>
                  </a:lnTo>
                  <a:lnTo>
                    <a:pt x="241" y="18"/>
                  </a:lnTo>
                  <a:lnTo>
                    <a:pt x="243" y="18"/>
                  </a:lnTo>
                  <a:lnTo>
                    <a:pt x="241" y="20"/>
                  </a:lnTo>
                  <a:lnTo>
                    <a:pt x="241" y="20"/>
                  </a:lnTo>
                  <a:lnTo>
                    <a:pt x="239" y="20"/>
                  </a:lnTo>
                  <a:lnTo>
                    <a:pt x="239" y="20"/>
                  </a:lnTo>
                  <a:lnTo>
                    <a:pt x="239" y="22"/>
                  </a:lnTo>
                  <a:lnTo>
                    <a:pt x="239" y="22"/>
                  </a:lnTo>
                  <a:lnTo>
                    <a:pt x="237" y="27"/>
                  </a:lnTo>
                  <a:lnTo>
                    <a:pt x="234" y="27"/>
                  </a:lnTo>
                  <a:lnTo>
                    <a:pt x="234" y="27"/>
                  </a:lnTo>
                  <a:lnTo>
                    <a:pt x="237" y="24"/>
                  </a:lnTo>
                  <a:lnTo>
                    <a:pt x="237" y="22"/>
                  </a:lnTo>
                  <a:lnTo>
                    <a:pt x="237" y="22"/>
                  </a:lnTo>
                  <a:lnTo>
                    <a:pt x="237" y="20"/>
                  </a:lnTo>
                  <a:lnTo>
                    <a:pt x="237" y="20"/>
                  </a:lnTo>
                  <a:lnTo>
                    <a:pt x="234" y="20"/>
                  </a:lnTo>
                  <a:lnTo>
                    <a:pt x="234" y="22"/>
                  </a:lnTo>
                  <a:lnTo>
                    <a:pt x="234" y="22"/>
                  </a:lnTo>
                  <a:lnTo>
                    <a:pt x="234" y="22"/>
                  </a:lnTo>
                  <a:lnTo>
                    <a:pt x="234" y="22"/>
                  </a:lnTo>
                  <a:lnTo>
                    <a:pt x="234" y="22"/>
                  </a:lnTo>
                  <a:lnTo>
                    <a:pt x="234" y="20"/>
                  </a:lnTo>
                  <a:lnTo>
                    <a:pt x="234" y="20"/>
                  </a:lnTo>
                  <a:lnTo>
                    <a:pt x="234" y="20"/>
                  </a:lnTo>
                  <a:lnTo>
                    <a:pt x="234" y="20"/>
                  </a:lnTo>
                  <a:lnTo>
                    <a:pt x="234" y="20"/>
                  </a:lnTo>
                  <a:lnTo>
                    <a:pt x="234" y="20"/>
                  </a:lnTo>
                  <a:lnTo>
                    <a:pt x="234" y="18"/>
                  </a:lnTo>
                  <a:lnTo>
                    <a:pt x="234" y="18"/>
                  </a:lnTo>
                  <a:lnTo>
                    <a:pt x="234" y="18"/>
                  </a:lnTo>
                  <a:lnTo>
                    <a:pt x="234" y="18"/>
                  </a:lnTo>
                  <a:lnTo>
                    <a:pt x="234" y="16"/>
                  </a:lnTo>
                  <a:lnTo>
                    <a:pt x="232" y="18"/>
                  </a:lnTo>
                  <a:lnTo>
                    <a:pt x="232" y="20"/>
                  </a:lnTo>
                  <a:lnTo>
                    <a:pt x="230" y="20"/>
                  </a:lnTo>
                  <a:lnTo>
                    <a:pt x="230" y="20"/>
                  </a:lnTo>
                  <a:lnTo>
                    <a:pt x="230" y="20"/>
                  </a:lnTo>
                  <a:lnTo>
                    <a:pt x="232" y="18"/>
                  </a:lnTo>
                  <a:lnTo>
                    <a:pt x="230" y="18"/>
                  </a:lnTo>
                  <a:lnTo>
                    <a:pt x="230" y="18"/>
                  </a:lnTo>
                  <a:lnTo>
                    <a:pt x="230" y="18"/>
                  </a:lnTo>
                  <a:lnTo>
                    <a:pt x="230" y="18"/>
                  </a:lnTo>
                  <a:lnTo>
                    <a:pt x="230" y="18"/>
                  </a:lnTo>
                  <a:lnTo>
                    <a:pt x="232" y="18"/>
                  </a:lnTo>
                  <a:lnTo>
                    <a:pt x="232" y="18"/>
                  </a:lnTo>
                  <a:lnTo>
                    <a:pt x="230" y="16"/>
                  </a:lnTo>
                  <a:lnTo>
                    <a:pt x="230" y="18"/>
                  </a:lnTo>
                  <a:lnTo>
                    <a:pt x="228" y="18"/>
                  </a:lnTo>
                  <a:lnTo>
                    <a:pt x="228" y="18"/>
                  </a:lnTo>
                  <a:lnTo>
                    <a:pt x="228" y="20"/>
                  </a:lnTo>
                  <a:lnTo>
                    <a:pt x="230" y="20"/>
                  </a:lnTo>
                  <a:lnTo>
                    <a:pt x="230" y="22"/>
                  </a:lnTo>
                  <a:lnTo>
                    <a:pt x="228" y="22"/>
                  </a:lnTo>
                  <a:lnTo>
                    <a:pt x="228" y="22"/>
                  </a:lnTo>
                  <a:lnTo>
                    <a:pt x="228" y="24"/>
                  </a:lnTo>
                  <a:lnTo>
                    <a:pt x="228" y="24"/>
                  </a:lnTo>
                  <a:lnTo>
                    <a:pt x="223" y="24"/>
                  </a:lnTo>
                  <a:lnTo>
                    <a:pt x="226" y="22"/>
                  </a:lnTo>
                  <a:lnTo>
                    <a:pt x="226" y="22"/>
                  </a:lnTo>
                  <a:lnTo>
                    <a:pt x="226" y="20"/>
                  </a:lnTo>
                  <a:lnTo>
                    <a:pt x="226" y="20"/>
                  </a:lnTo>
                  <a:lnTo>
                    <a:pt x="226" y="18"/>
                  </a:lnTo>
                  <a:lnTo>
                    <a:pt x="226" y="18"/>
                  </a:lnTo>
                  <a:lnTo>
                    <a:pt x="226" y="18"/>
                  </a:lnTo>
                  <a:lnTo>
                    <a:pt x="226" y="16"/>
                  </a:lnTo>
                  <a:lnTo>
                    <a:pt x="223" y="16"/>
                  </a:lnTo>
                  <a:lnTo>
                    <a:pt x="226" y="16"/>
                  </a:lnTo>
                  <a:lnTo>
                    <a:pt x="223" y="13"/>
                  </a:lnTo>
                  <a:lnTo>
                    <a:pt x="223" y="11"/>
                  </a:lnTo>
                  <a:lnTo>
                    <a:pt x="223" y="11"/>
                  </a:lnTo>
                  <a:lnTo>
                    <a:pt x="223" y="13"/>
                  </a:lnTo>
                  <a:lnTo>
                    <a:pt x="221" y="13"/>
                  </a:lnTo>
                  <a:lnTo>
                    <a:pt x="221" y="16"/>
                  </a:lnTo>
                  <a:lnTo>
                    <a:pt x="221" y="16"/>
                  </a:lnTo>
                  <a:lnTo>
                    <a:pt x="221" y="16"/>
                  </a:lnTo>
                  <a:lnTo>
                    <a:pt x="221" y="13"/>
                  </a:lnTo>
                  <a:lnTo>
                    <a:pt x="223" y="9"/>
                  </a:lnTo>
                  <a:lnTo>
                    <a:pt x="223" y="7"/>
                  </a:lnTo>
                  <a:lnTo>
                    <a:pt x="221" y="7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7" y="13"/>
                  </a:lnTo>
                  <a:lnTo>
                    <a:pt x="217" y="16"/>
                  </a:lnTo>
                  <a:lnTo>
                    <a:pt x="217" y="18"/>
                  </a:lnTo>
                  <a:lnTo>
                    <a:pt x="217" y="16"/>
                  </a:lnTo>
                  <a:lnTo>
                    <a:pt x="214" y="18"/>
                  </a:lnTo>
                  <a:lnTo>
                    <a:pt x="214" y="18"/>
                  </a:lnTo>
                  <a:lnTo>
                    <a:pt x="214" y="20"/>
                  </a:lnTo>
                  <a:lnTo>
                    <a:pt x="214" y="20"/>
                  </a:lnTo>
                  <a:lnTo>
                    <a:pt x="212" y="18"/>
                  </a:lnTo>
                  <a:lnTo>
                    <a:pt x="212" y="18"/>
                  </a:lnTo>
                  <a:lnTo>
                    <a:pt x="212" y="16"/>
                  </a:lnTo>
                  <a:lnTo>
                    <a:pt x="214" y="16"/>
                  </a:lnTo>
                  <a:lnTo>
                    <a:pt x="214" y="13"/>
                  </a:lnTo>
                  <a:lnTo>
                    <a:pt x="212" y="13"/>
                  </a:lnTo>
                  <a:lnTo>
                    <a:pt x="212" y="11"/>
                  </a:lnTo>
                  <a:lnTo>
                    <a:pt x="212" y="13"/>
                  </a:lnTo>
                  <a:lnTo>
                    <a:pt x="212" y="16"/>
                  </a:lnTo>
                  <a:lnTo>
                    <a:pt x="210" y="16"/>
                  </a:lnTo>
                  <a:lnTo>
                    <a:pt x="210" y="18"/>
                  </a:lnTo>
                  <a:lnTo>
                    <a:pt x="210" y="18"/>
                  </a:lnTo>
                  <a:lnTo>
                    <a:pt x="210" y="16"/>
                  </a:lnTo>
                  <a:lnTo>
                    <a:pt x="210" y="16"/>
                  </a:lnTo>
                  <a:lnTo>
                    <a:pt x="210" y="16"/>
                  </a:lnTo>
                  <a:lnTo>
                    <a:pt x="210" y="16"/>
                  </a:lnTo>
                  <a:lnTo>
                    <a:pt x="210" y="13"/>
                  </a:lnTo>
                  <a:lnTo>
                    <a:pt x="210" y="13"/>
                  </a:lnTo>
                  <a:lnTo>
                    <a:pt x="210" y="13"/>
                  </a:lnTo>
                  <a:lnTo>
                    <a:pt x="208" y="16"/>
                  </a:lnTo>
                  <a:lnTo>
                    <a:pt x="208" y="13"/>
                  </a:lnTo>
                  <a:lnTo>
                    <a:pt x="210" y="13"/>
                  </a:lnTo>
                  <a:lnTo>
                    <a:pt x="210" y="11"/>
                  </a:lnTo>
                  <a:lnTo>
                    <a:pt x="210" y="11"/>
                  </a:lnTo>
                  <a:lnTo>
                    <a:pt x="210" y="9"/>
                  </a:lnTo>
                  <a:lnTo>
                    <a:pt x="210" y="9"/>
                  </a:lnTo>
                  <a:lnTo>
                    <a:pt x="208" y="9"/>
                  </a:lnTo>
                  <a:lnTo>
                    <a:pt x="208" y="11"/>
                  </a:lnTo>
                  <a:lnTo>
                    <a:pt x="208" y="11"/>
                  </a:lnTo>
                  <a:lnTo>
                    <a:pt x="208" y="11"/>
                  </a:lnTo>
                  <a:lnTo>
                    <a:pt x="208" y="9"/>
                  </a:lnTo>
                  <a:lnTo>
                    <a:pt x="208" y="9"/>
                  </a:lnTo>
                  <a:lnTo>
                    <a:pt x="208" y="9"/>
                  </a:lnTo>
                  <a:lnTo>
                    <a:pt x="210" y="7"/>
                  </a:lnTo>
                  <a:lnTo>
                    <a:pt x="212" y="5"/>
                  </a:lnTo>
                  <a:lnTo>
                    <a:pt x="212" y="2"/>
                  </a:lnTo>
                  <a:lnTo>
                    <a:pt x="210" y="2"/>
                  </a:lnTo>
                  <a:lnTo>
                    <a:pt x="208" y="2"/>
                  </a:lnTo>
                  <a:lnTo>
                    <a:pt x="208" y="7"/>
                  </a:lnTo>
                  <a:lnTo>
                    <a:pt x="206" y="9"/>
                  </a:lnTo>
                  <a:lnTo>
                    <a:pt x="206" y="11"/>
                  </a:lnTo>
                  <a:lnTo>
                    <a:pt x="206" y="13"/>
                  </a:lnTo>
                  <a:lnTo>
                    <a:pt x="206" y="13"/>
                  </a:lnTo>
                  <a:lnTo>
                    <a:pt x="206" y="13"/>
                  </a:lnTo>
                  <a:lnTo>
                    <a:pt x="206" y="13"/>
                  </a:lnTo>
                  <a:lnTo>
                    <a:pt x="206" y="13"/>
                  </a:lnTo>
                  <a:lnTo>
                    <a:pt x="206" y="13"/>
                  </a:lnTo>
                  <a:lnTo>
                    <a:pt x="206" y="13"/>
                  </a:lnTo>
                  <a:lnTo>
                    <a:pt x="206" y="16"/>
                  </a:lnTo>
                  <a:lnTo>
                    <a:pt x="203" y="16"/>
                  </a:lnTo>
                  <a:lnTo>
                    <a:pt x="203" y="13"/>
                  </a:lnTo>
                  <a:lnTo>
                    <a:pt x="203" y="13"/>
                  </a:lnTo>
                  <a:lnTo>
                    <a:pt x="203" y="11"/>
                  </a:lnTo>
                  <a:lnTo>
                    <a:pt x="203" y="11"/>
                  </a:lnTo>
                  <a:lnTo>
                    <a:pt x="201" y="11"/>
                  </a:lnTo>
                  <a:lnTo>
                    <a:pt x="201" y="11"/>
                  </a:lnTo>
                  <a:lnTo>
                    <a:pt x="201" y="11"/>
                  </a:lnTo>
                  <a:lnTo>
                    <a:pt x="201" y="7"/>
                  </a:lnTo>
                  <a:lnTo>
                    <a:pt x="203" y="7"/>
                  </a:lnTo>
                  <a:lnTo>
                    <a:pt x="203" y="7"/>
                  </a:lnTo>
                  <a:lnTo>
                    <a:pt x="203" y="7"/>
                  </a:lnTo>
                  <a:lnTo>
                    <a:pt x="203" y="7"/>
                  </a:lnTo>
                  <a:lnTo>
                    <a:pt x="203" y="7"/>
                  </a:lnTo>
                  <a:lnTo>
                    <a:pt x="201" y="7"/>
                  </a:lnTo>
                  <a:lnTo>
                    <a:pt x="201" y="5"/>
                  </a:lnTo>
                  <a:lnTo>
                    <a:pt x="203" y="5"/>
                  </a:lnTo>
                  <a:lnTo>
                    <a:pt x="203" y="5"/>
                  </a:lnTo>
                  <a:lnTo>
                    <a:pt x="203" y="2"/>
                  </a:lnTo>
                  <a:lnTo>
                    <a:pt x="203" y="2"/>
                  </a:lnTo>
                  <a:lnTo>
                    <a:pt x="203" y="2"/>
                  </a:lnTo>
                  <a:lnTo>
                    <a:pt x="203" y="2"/>
                  </a:lnTo>
                  <a:lnTo>
                    <a:pt x="203" y="2"/>
                  </a:lnTo>
                  <a:lnTo>
                    <a:pt x="201" y="0"/>
                  </a:lnTo>
                  <a:lnTo>
                    <a:pt x="201" y="2"/>
                  </a:lnTo>
                  <a:lnTo>
                    <a:pt x="201" y="2"/>
                  </a:lnTo>
                  <a:lnTo>
                    <a:pt x="201" y="5"/>
                  </a:lnTo>
                  <a:lnTo>
                    <a:pt x="201" y="5"/>
                  </a:lnTo>
                  <a:lnTo>
                    <a:pt x="201" y="5"/>
                  </a:lnTo>
                  <a:lnTo>
                    <a:pt x="199" y="5"/>
                  </a:lnTo>
                  <a:lnTo>
                    <a:pt x="199" y="5"/>
                  </a:lnTo>
                  <a:lnTo>
                    <a:pt x="199" y="5"/>
                  </a:lnTo>
                  <a:lnTo>
                    <a:pt x="199" y="5"/>
                  </a:lnTo>
                  <a:lnTo>
                    <a:pt x="199" y="5"/>
                  </a:lnTo>
                  <a:lnTo>
                    <a:pt x="199" y="7"/>
                  </a:lnTo>
                  <a:lnTo>
                    <a:pt x="199" y="7"/>
                  </a:lnTo>
                  <a:lnTo>
                    <a:pt x="199" y="7"/>
                  </a:lnTo>
                  <a:lnTo>
                    <a:pt x="199" y="9"/>
                  </a:lnTo>
                  <a:lnTo>
                    <a:pt x="199" y="11"/>
                  </a:lnTo>
                  <a:lnTo>
                    <a:pt x="199" y="11"/>
                  </a:lnTo>
                  <a:lnTo>
                    <a:pt x="197" y="11"/>
                  </a:lnTo>
                  <a:lnTo>
                    <a:pt x="197" y="11"/>
                  </a:lnTo>
                  <a:lnTo>
                    <a:pt x="197" y="11"/>
                  </a:lnTo>
                  <a:lnTo>
                    <a:pt x="197" y="9"/>
                  </a:lnTo>
                  <a:lnTo>
                    <a:pt x="197" y="9"/>
                  </a:lnTo>
                  <a:lnTo>
                    <a:pt x="197" y="11"/>
                  </a:lnTo>
                  <a:lnTo>
                    <a:pt x="195" y="11"/>
                  </a:lnTo>
                  <a:lnTo>
                    <a:pt x="195" y="11"/>
                  </a:lnTo>
                  <a:lnTo>
                    <a:pt x="192" y="13"/>
                  </a:lnTo>
                  <a:lnTo>
                    <a:pt x="190" y="13"/>
                  </a:lnTo>
                  <a:lnTo>
                    <a:pt x="190" y="13"/>
                  </a:lnTo>
                  <a:lnTo>
                    <a:pt x="190" y="16"/>
                  </a:lnTo>
                  <a:lnTo>
                    <a:pt x="190" y="16"/>
                  </a:lnTo>
                  <a:lnTo>
                    <a:pt x="190" y="18"/>
                  </a:lnTo>
                  <a:lnTo>
                    <a:pt x="190" y="18"/>
                  </a:lnTo>
                  <a:lnTo>
                    <a:pt x="190" y="18"/>
                  </a:lnTo>
                  <a:lnTo>
                    <a:pt x="188" y="18"/>
                  </a:lnTo>
                  <a:lnTo>
                    <a:pt x="188" y="18"/>
                  </a:lnTo>
                  <a:lnTo>
                    <a:pt x="188" y="20"/>
                  </a:lnTo>
                  <a:lnTo>
                    <a:pt x="190" y="22"/>
                  </a:lnTo>
                  <a:lnTo>
                    <a:pt x="192" y="22"/>
                  </a:lnTo>
                  <a:lnTo>
                    <a:pt x="190" y="24"/>
                  </a:lnTo>
                  <a:lnTo>
                    <a:pt x="188" y="24"/>
                  </a:lnTo>
                  <a:lnTo>
                    <a:pt x="188" y="27"/>
                  </a:lnTo>
                  <a:lnTo>
                    <a:pt x="188" y="29"/>
                  </a:lnTo>
                  <a:lnTo>
                    <a:pt x="186" y="31"/>
                  </a:lnTo>
                  <a:lnTo>
                    <a:pt x="186" y="31"/>
                  </a:lnTo>
                  <a:lnTo>
                    <a:pt x="186" y="38"/>
                  </a:lnTo>
                  <a:lnTo>
                    <a:pt x="188" y="38"/>
                  </a:lnTo>
                  <a:lnTo>
                    <a:pt x="188" y="40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6" y="42"/>
                  </a:lnTo>
                  <a:lnTo>
                    <a:pt x="186" y="42"/>
                  </a:lnTo>
                  <a:lnTo>
                    <a:pt x="186" y="42"/>
                  </a:lnTo>
                  <a:lnTo>
                    <a:pt x="186" y="47"/>
                  </a:lnTo>
                  <a:lnTo>
                    <a:pt x="186" y="47"/>
                  </a:lnTo>
                  <a:lnTo>
                    <a:pt x="186" y="47"/>
                  </a:lnTo>
                  <a:lnTo>
                    <a:pt x="183" y="49"/>
                  </a:lnTo>
                  <a:lnTo>
                    <a:pt x="183" y="49"/>
                  </a:lnTo>
                  <a:lnTo>
                    <a:pt x="183" y="49"/>
                  </a:lnTo>
                  <a:lnTo>
                    <a:pt x="179" y="51"/>
                  </a:lnTo>
                  <a:lnTo>
                    <a:pt x="179" y="51"/>
                  </a:lnTo>
                  <a:lnTo>
                    <a:pt x="177" y="51"/>
                  </a:lnTo>
                  <a:lnTo>
                    <a:pt x="177" y="51"/>
                  </a:lnTo>
                  <a:lnTo>
                    <a:pt x="177" y="53"/>
                  </a:lnTo>
                  <a:lnTo>
                    <a:pt x="179" y="56"/>
                  </a:lnTo>
                  <a:lnTo>
                    <a:pt x="179" y="56"/>
                  </a:lnTo>
                  <a:lnTo>
                    <a:pt x="181" y="56"/>
                  </a:lnTo>
                  <a:lnTo>
                    <a:pt x="183" y="56"/>
                  </a:lnTo>
                  <a:lnTo>
                    <a:pt x="186" y="56"/>
                  </a:lnTo>
                  <a:lnTo>
                    <a:pt x="186" y="58"/>
                  </a:lnTo>
                  <a:lnTo>
                    <a:pt x="186" y="58"/>
                  </a:lnTo>
                  <a:lnTo>
                    <a:pt x="186" y="58"/>
                  </a:lnTo>
                  <a:lnTo>
                    <a:pt x="183" y="60"/>
                  </a:lnTo>
                  <a:lnTo>
                    <a:pt x="183" y="60"/>
                  </a:lnTo>
                  <a:lnTo>
                    <a:pt x="183" y="60"/>
                  </a:lnTo>
                  <a:lnTo>
                    <a:pt x="186" y="62"/>
                  </a:lnTo>
                  <a:lnTo>
                    <a:pt x="186" y="62"/>
                  </a:lnTo>
                  <a:lnTo>
                    <a:pt x="186" y="64"/>
                  </a:lnTo>
                  <a:lnTo>
                    <a:pt x="183" y="69"/>
                  </a:lnTo>
                  <a:lnTo>
                    <a:pt x="181" y="73"/>
                  </a:lnTo>
                  <a:lnTo>
                    <a:pt x="179" y="80"/>
                  </a:lnTo>
                  <a:lnTo>
                    <a:pt x="179" y="82"/>
                  </a:lnTo>
                  <a:lnTo>
                    <a:pt x="177" y="84"/>
                  </a:lnTo>
                  <a:lnTo>
                    <a:pt x="175" y="87"/>
                  </a:lnTo>
                  <a:lnTo>
                    <a:pt x="175" y="87"/>
                  </a:lnTo>
                  <a:lnTo>
                    <a:pt x="175" y="87"/>
                  </a:lnTo>
                  <a:lnTo>
                    <a:pt x="175" y="89"/>
                  </a:lnTo>
                  <a:lnTo>
                    <a:pt x="172" y="89"/>
                  </a:lnTo>
                  <a:lnTo>
                    <a:pt x="172" y="89"/>
                  </a:lnTo>
                  <a:lnTo>
                    <a:pt x="170" y="87"/>
                  </a:lnTo>
                  <a:lnTo>
                    <a:pt x="170" y="87"/>
                  </a:lnTo>
                  <a:lnTo>
                    <a:pt x="170" y="87"/>
                  </a:lnTo>
                  <a:lnTo>
                    <a:pt x="170" y="89"/>
                  </a:lnTo>
                  <a:lnTo>
                    <a:pt x="170" y="89"/>
                  </a:lnTo>
                  <a:lnTo>
                    <a:pt x="170" y="91"/>
                  </a:lnTo>
                  <a:lnTo>
                    <a:pt x="170" y="93"/>
                  </a:lnTo>
                  <a:lnTo>
                    <a:pt x="170" y="93"/>
                  </a:lnTo>
                  <a:lnTo>
                    <a:pt x="168" y="95"/>
                  </a:lnTo>
                  <a:lnTo>
                    <a:pt x="168" y="98"/>
                  </a:lnTo>
                  <a:lnTo>
                    <a:pt x="168" y="98"/>
                  </a:lnTo>
                  <a:lnTo>
                    <a:pt x="168" y="98"/>
                  </a:lnTo>
                  <a:lnTo>
                    <a:pt x="168" y="98"/>
                  </a:lnTo>
                  <a:lnTo>
                    <a:pt x="170" y="98"/>
                  </a:lnTo>
                  <a:lnTo>
                    <a:pt x="170" y="95"/>
                  </a:lnTo>
                  <a:lnTo>
                    <a:pt x="170" y="95"/>
                  </a:lnTo>
                  <a:lnTo>
                    <a:pt x="170" y="98"/>
                  </a:lnTo>
                  <a:lnTo>
                    <a:pt x="170" y="98"/>
                  </a:lnTo>
                  <a:lnTo>
                    <a:pt x="170" y="98"/>
                  </a:lnTo>
                  <a:lnTo>
                    <a:pt x="170" y="100"/>
                  </a:lnTo>
                  <a:lnTo>
                    <a:pt x="170" y="100"/>
                  </a:lnTo>
                  <a:lnTo>
                    <a:pt x="168" y="100"/>
                  </a:lnTo>
                  <a:lnTo>
                    <a:pt x="168" y="102"/>
                  </a:lnTo>
                  <a:lnTo>
                    <a:pt x="170" y="104"/>
                  </a:lnTo>
                  <a:lnTo>
                    <a:pt x="170" y="106"/>
                  </a:lnTo>
                  <a:lnTo>
                    <a:pt x="168" y="109"/>
                  </a:lnTo>
                  <a:lnTo>
                    <a:pt x="168" y="109"/>
                  </a:lnTo>
                  <a:lnTo>
                    <a:pt x="168" y="109"/>
                  </a:lnTo>
                  <a:lnTo>
                    <a:pt x="166" y="109"/>
                  </a:lnTo>
                  <a:lnTo>
                    <a:pt x="166" y="109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5"/>
                  </a:lnTo>
                  <a:lnTo>
                    <a:pt x="163" y="115"/>
                  </a:lnTo>
                  <a:lnTo>
                    <a:pt x="161" y="115"/>
                  </a:lnTo>
                  <a:lnTo>
                    <a:pt x="161" y="118"/>
                  </a:lnTo>
                  <a:lnTo>
                    <a:pt x="161" y="118"/>
                  </a:lnTo>
                  <a:lnTo>
                    <a:pt x="159" y="118"/>
                  </a:lnTo>
                  <a:lnTo>
                    <a:pt x="159" y="118"/>
                  </a:lnTo>
                  <a:lnTo>
                    <a:pt x="157" y="118"/>
                  </a:lnTo>
                  <a:lnTo>
                    <a:pt x="157" y="118"/>
                  </a:lnTo>
                  <a:lnTo>
                    <a:pt x="157" y="118"/>
                  </a:lnTo>
                  <a:lnTo>
                    <a:pt x="155" y="118"/>
                  </a:lnTo>
                  <a:lnTo>
                    <a:pt x="155" y="120"/>
                  </a:lnTo>
                  <a:lnTo>
                    <a:pt x="152" y="122"/>
                  </a:lnTo>
                  <a:lnTo>
                    <a:pt x="152" y="124"/>
                  </a:lnTo>
                  <a:lnTo>
                    <a:pt x="155" y="129"/>
                  </a:lnTo>
                  <a:lnTo>
                    <a:pt x="157" y="129"/>
                  </a:lnTo>
                  <a:lnTo>
                    <a:pt x="157" y="129"/>
                  </a:lnTo>
                  <a:lnTo>
                    <a:pt x="157" y="129"/>
                  </a:lnTo>
                  <a:lnTo>
                    <a:pt x="157" y="131"/>
                  </a:lnTo>
                  <a:lnTo>
                    <a:pt x="157" y="131"/>
                  </a:lnTo>
                  <a:lnTo>
                    <a:pt x="157" y="131"/>
                  </a:lnTo>
                  <a:lnTo>
                    <a:pt x="159" y="131"/>
                  </a:lnTo>
                  <a:lnTo>
                    <a:pt x="159" y="131"/>
                  </a:lnTo>
                  <a:lnTo>
                    <a:pt x="159" y="131"/>
                  </a:lnTo>
                  <a:lnTo>
                    <a:pt x="157" y="133"/>
                  </a:lnTo>
                  <a:lnTo>
                    <a:pt x="157" y="133"/>
                  </a:lnTo>
                  <a:lnTo>
                    <a:pt x="157" y="133"/>
                  </a:lnTo>
                  <a:lnTo>
                    <a:pt x="155" y="133"/>
                  </a:lnTo>
                  <a:lnTo>
                    <a:pt x="155" y="133"/>
                  </a:lnTo>
                  <a:lnTo>
                    <a:pt x="155" y="135"/>
                  </a:lnTo>
                  <a:lnTo>
                    <a:pt x="155" y="135"/>
                  </a:lnTo>
                  <a:lnTo>
                    <a:pt x="152" y="135"/>
                  </a:lnTo>
                  <a:lnTo>
                    <a:pt x="152" y="135"/>
                  </a:lnTo>
                  <a:lnTo>
                    <a:pt x="155" y="142"/>
                  </a:lnTo>
                  <a:lnTo>
                    <a:pt x="155" y="142"/>
                  </a:lnTo>
                  <a:lnTo>
                    <a:pt x="155" y="144"/>
                  </a:lnTo>
                  <a:lnTo>
                    <a:pt x="152" y="144"/>
                  </a:lnTo>
                  <a:lnTo>
                    <a:pt x="152" y="144"/>
                  </a:lnTo>
                  <a:lnTo>
                    <a:pt x="152" y="144"/>
                  </a:lnTo>
                  <a:lnTo>
                    <a:pt x="152" y="149"/>
                  </a:lnTo>
                  <a:lnTo>
                    <a:pt x="150" y="153"/>
                  </a:lnTo>
                  <a:lnTo>
                    <a:pt x="150" y="153"/>
                  </a:lnTo>
                  <a:lnTo>
                    <a:pt x="148" y="153"/>
                  </a:lnTo>
                  <a:lnTo>
                    <a:pt x="148" y="153"/>
                  </a:lnTo>
                  <a:lnTo>
                    <a:pt x="148" y="153"/>
                  </a:lnTo>
                  <a:lnTo>
                    <a:pt x="148" y="153"/>
                  </a:lnTo>
                  <a:lnTo>
                    <a:pt x="148" y="153"/>
                  </a:lnTo>
                  <a:lnTo>
                    <a:pt x="146" y="153"/>
                  </a:lnTo>
                  <a:lnTo>
                    <a:pt x="146" y="155"/>
                  </a:lnTo>
                  <a:lnTo>
                    <a:pt x="148" y="155"/>
                  </a:lnTo>
                  <a:lnTo>
                    <a:pt x="148" y="155"/>
                  </a:lnTo>
                  <a:lnTo>
                    <a:pt x="146" y="157"/>
                  </a:lnTo>
                  <a:lnTo>
                    <a:pt x="144" y="157"/>
                  </a:lnTo>
                  <a:lnTo>
                    <a:pt x="144" y="157"/>
                  </a:lnTo>
                  <a:lnTo>
                    <a:pt x="144" y="157"/>
                  </a:lnTo>
                  <a:lnTo>
                    <a:pt x="144" y="160"/>
                  </a:lnTo>
                  <a:lnTo>
                    <a:pt x="146" y="160"/>
                  </a:lnTo>
                  <a:lnTo>
                    <a:pt x="146" y="160"/>
                  </a:lnTo>
                  <a:lnTo>
                    <a:pt x="146" y="160"/>
                  </a:lnTo>
                  <a:lnTo>
                    <a:pt x="144" y="160"/>
                  </a:lnTo>
                  <a:lnTo>
                    <a:pt x="144" y="160"/>
                  </a:lnTo>
                  <a:lnTo>
                    <a:pt x="144" y="160"/>
                  </a:lnTo>
                  <a:lnTo>
                    <a:pt x="144" y="160"/>
                  </a:lnTo>
                  <a:lnTo>
                    <a:pt x="144" y="162"/>
                  </a:lnTo>
                  <a:lnTo>
                    <a:pt x="144" y="162"/>
                  </a:lnTo>
                  <a:lnTo>
                    <a:pt x="144" y="162"/>
                  </a:lnTo>
                  <a:lnTo>
                    <a:pt x="141" y="162"/>
                  </a:lnTo>
                  <a:lnTo>
                    <a:pt x="141" y="164"/>
                  </a:lnTo>
                  <a:lnTo>
                    <a:pt x="141" y="164"/>
                  </a:lnTo>
                  <a:lnTo>
                    <a:pt x="141" y="166"/>
                  </a:lnTo>
                  <a:lnTo>
                    <a:pt x="139" y="166"/>
                  </a:lnTo>
                  <a:lnTo>
                    <a:pt x="139" y="166"/>
                  </a:lnTo>
                  <a:lnTo>
                    <a:pt x="139" y="166"/>
                  </a:lnTo>
                  <a:lnTo>
                    <a:pt x="137" y="166"/>
                  </a:lnTo>
                  <a:lnTo>
                    <a:pt x="137" y="166"/>
                  </a:lnTo>
                  <a:lnTo>
                    <a:pt x="137" y="166"/>
                  </a:lnTo>
                  <a:lnTo>
                    <a:pt x="137" y="169"/>
                  </a:lnTo>
                  <a:lnTo>
                    <a:pt x="135" y="169"/>
                  </a:lnTo>
                  <a:lnTo>
                    <a:pt x="135" y="171"/>
                  </a:lnTo>
                  <a:lnTo>
                    <a:pt x="132" y="171"/>
                  </a:lnTo>
                  <a:lnTo>
                    <a:pt x="132" y="171"/>
                  </a:lnTo>
                  <a:lnTo>
                    <a:pt x="132" y="171"/>
                  </a:lnTo>
                  <a:lnTo>
                    <a:pt x="130" y="171"/>
                  </a:lnTo>
                  <a:lnTo>
                    <a:pt x="130" y="173"/>
                  </a:lnTo>
                  <a:lnTo>
                    <a:pt x="130" y="173"/>
                  </a:lnTo>
                  <a:lnTo>
                    <a:pt x="130" y="175"/>
                  </a:lnTo>
                  <a:lnTo>
                    <a:pt x="132" y="175"/>
                  </a:lnTo>
                  <a:lnTo>
                    <a:pt x="130" y="177"/>
                  </a:lnTo>
                  <a:lnTo>
                    <a:pt x="130" y="177"/>
                  </a:lnTo>
                  <a:lnTo>
                    <a:pt x="130" y="180"/>
                  </a:lnTo>
                  <a:lnTo>
                    <a:pt x="130" y="180"/>
                  </a:lnTo>
                  <a:lnTo>
                    <a:pt x="130" y="180"/>
                  </a:lnTo>
                  <a:lnTo>
                    <a:pt x="130" y="180"/>
                  </a:lnTo>
                  <a:lnTo>
                    <a:pt x="130" y="182"/>
                  </a:lnTo>
                  <a:lnTo>
                    <a:pt x="128" y="182"/>
                  </a:lnTo>
                  <a:lnTo>
                    <a:pt x="128" y="182"/>
                  </a:lnTo>
                  <a:lnTo>
                    <a:pt x="128" y="182"/>
                  </a:lnTo>
                  <a:lnTo>
                    <a:pt x="128" y="184"/>
                  </a:lnTo>
                  <a:lnTo>
                    <a:pt x="128" y="184"/>
                  </a:lnTo>
                  <a:lnTo>
                    <a:pt x="126" y="184"/>
                  </a:lnTo>
                  <a:lnTo>
                    <a:pt x="126" y="184"/>
                  </a:lnTo>
                  <a:lnTo>
                    <a:pt x="126" y="184"/>
                  </a:lnTo>
                  <a:lnTo>
                    <a:pt x="126" y="184"/>
                  </a:lnTo>
                  <a:lnTo>
                    <a:pt x="126" y="184"/>
                  </a:lnTo>
                  <a:lnTo>
                    <a:pt x="126" y="186"/>
                  </a:lnTo>
                  <a:lnTo>
                    <a:pt x="126" y="186"/>
                  </a:lnTo>
                  <a:lnTo>
                    <a:pt x="126" y="186"/>
                  </a:lnTo>
                  <a:lnTo>
                    <a:pt x="126" y="186"/>
                  </a:lnTo>
                  <a:lnTo>
                    <a:pt x="126" y="186"/>
                  </a:lnTo>
                  <a:lnTo>
                    <a:pt x="126" y="188"/>
                  </a:lnTo>
                  <a:lnTo>
                    <a:pt x="124" y="188"/>
                  </a:lnTo>
                  <a:lnTo>
                    <a:pt x="124" y="188"/>
                  </a:lnTo>
                  <a:lnTo>
                    <a:pt x="124" y="188"/>
                  </a:lnTo>
                  <a:lnTo>
                    <a:pt x="124" y="191"/>
                  </a:lnTo>
                  <a:lnTo>
                    <a:pt x="124" y="191"/>
                  </a:lnTo>
                  <a:lnTo>
                    <a:pt x="124" y="191"/>
                  </a:lnTo>
                  <a:lnTo>
                    <a:pt x="124" y="193"/>
                  </a:lnTo>
                  <a:lnTo>
                    <a:pt x="124" y="193"/>
                  </a:lnTo>
                  <a:lnTo>
                    <a:pt x="124" y="193"/>
                  </a:lnTo>
                  <a:lnTo>
                    <a:pt x="124" y="195"/>
                  </a:lnTo>
                  <a:lnTo>
                    <a:pt x="124" y="195"/>
                  </a:lnTo>
                  <a:lnTo>
                    <a:pt x="124" y="197"/>
                  </a:lnTo>
                  <a:lnTo>
                    <a:pt x="121" y="204"/>
                  </a:lnTo>
                  <a:lnTo>
                    <a:pt x="121" y="206"/>
                  </a:lnTo>
                  <a:lnTo>
                    <a:pt x="119" y="208"/>
                  </a:lnTo>
                  <a:lnTo>
                    <a:pt x="119" y="208"/>
                  </a:lnTo>
                  <a:lnTo>
                    <a:pt x="117" y="211"/>
                  </a:lnTo>
                  <a:lnTo>
                    <a:pt x="115" y="211"/>
                  </a:lnTo>
                  <a:lnTo>
                    <a:pt x="115" y="213"/>
                  </a:lnTo>
                  <a:lnTo>
                    <a:pt x="113" y="215"/>
                  </a:lnTo>
                  <a:lnTo>
                    <a:pt x="108" y="220"/>
                  </a:lnTo>
                  <a:lnTo>
                    <a:pt x="108" y="220"/>
                  </a:lnTo>
                  <a:lnTo>
                    <a:pt x="106" y="220"/>
                  </a:lnTo>
                  <a:lnTo>
                    <a:pt x="106" y="222"/>
                  </a:lnTo>
                  <a:lnTo>
                    <a:pt x="106" y="222"/>
                  </a:lnTo>
                  <a:lnTo>
                    <a:pt x="104" y="222"/>
                  </a:lnTo>
                  <a:lnTo>
                    <a:pt x="104" y="222"/>
                  </a:lnTo>
                  <a:lnTo>
                    <a:pt x="104" y="222"/>
                  </a:lnTo>
                  <a:lnTo>
                    <a:pt x="104" y="224"/>
                  </a:lnTo>
                  <a:lnTo>
                    <a:pt x="104" y="226"/>
                  </a:lnTo>
                  <a:lnTo>
                    <a:pt x="104" y="226"/>
                  </a:lnTo>
                  <a:lnTo>
                    <a:pt x="101" y="226"/>
                  </a:lnTo>
                  <a:lnTo>
                    <a:pt x="104" y="228"/>
                  </a:lnTo>
                  <a:lnTo>
                    <a:pt x="101" y="228"/>
                  </a:lnTo>
                  <a:lnTo>
                    <a:pt x="101" y="231"/>
                  </a:lnTo>
                  <a:lnTo>
                    <a:pt x="99" y="233"/>
                  </a:lnTo>
                  <a:lnTo>
                    <a:pt x="99" y="233"/>
                  </a:lnTo>
                  <a:lnTo>
                    <a:pt x="101" y="233"/>
                  </a:lnTo>
                  <a:lnTo>
                    <a:pt x="101" y="235"/>
                  </a:lnTo>
                  <a:lnTo>
                    <a:pt x="99" y="235"/>
                  </a:lnTo>
                  <a:lnTo>
                    <a:pt x="99" y="235"/>
                  </a:lnTo>
                  <a:lnTo>
                    <a:pt x="97" y="237"/>
                  </a:lnTo>
                  <a:lnTo>
                    <a:pt x="95" y="237"/>
                  </a:lnTo>
                  <a:lnTo>
                    <a:pt x="95" y="239"/>
                  </a:lnTo>
                  <a:lnTo>
                    <a:pt x="93" y="239"/>
                  </a:lnTo>
                  <a:lnTo>
                    <a:pt x="93" y="242"/>
                  </a:lnTo>
                  <a:lnTo>
                    <a:pt x="93" y="242"/>
                  </a:lnTo>
                  <a:lnTo>
                    <a:pt x="93" y="242"/>
                  </a:lnTo>
                  <a:lnTo>
                    <a:pt x="93" y="244"/>
                  </a:lnTo>
                  <a:lnTo>
                    <a:pt x="93" y="244"/>
                  </a:lnTo>
                  <a:lnTo>
                    <a:pt x="93" y="246"/>
                  </a:lnTo>
                  <a:lnTo>
                    <a:pt x="90" y="246"/>
                  </a:lnTo>
                  <a:lnTo>
                    <a:pt x="90" y="246"/>
                  </a:lnTo>
                  <a:lnTo>
                    <a:pt x="90" y="248"/>
                  </a:lnTo>
                  <a:lnTo>
                    <a:pt x="88" y="248"/>
                  </a:lnTo>
                  <a:lnTo>
                    <a:pt x="88" y="251"/>
                  </a:lnTo>
                  <a:lnTo>
                    <a:pt x="88" y="251"/>
                  </a:lnTo>
                  <a:lnTo>
                    <a:pt x="88" y="253"/>
                  </a:lnTo>
                  <a:lnTo>
                    <a:pt x="86" y="253"/>
                  </a:lnTo>
                  <a:lnTo>
                    <a:pt x="86" y="253"/>
                  </a:lnTo>
                  <a:lnTo>
                    <a:pt x="86" y="253"/>
                  </a:lnTo>
                  <a:lnTo>
                    <a:pt x="86" y="253"/>
                  </a:lnTo>
                  <a:lnTo>
                    <a:pt x="86" y="253"/>
                  </a:lnTo>
                  <a:lnTo>
                    <a:pt x="84" y="255"/>
                  </a:lnTo>
                  <a:lnTo>
                    <a:pt x="79" y="259"/>
                  </a:lnTo>
                  <a:lnTo>
                    <a:pt x="79" y="259"/>
                  </a:lnTo>
                  <a:lnTo>
                    <a:pt x="77" y="259"/>
                  </a:lnTo>
                  <a:lnTo>
                    <a:pt x="75" y="259"/>
                  </a:lnTo>
                  <a:lnTo>
                    <a:pt x="75" y="259"/>
                  </a:lnTo>
                  <a:lnTo>
                    <a:pt x="75" y="259"/>
                  </a:lnTo>
                  <a:lnTo>
                    <a:pt x="75" y="259"/>
                  </a:lnTo>
                  <a:lnTo>
                    <a:pt x="73" y="259"/>
                  </a:lnTo>
                  <a:lnTo>
                    <a:pt x="73" y="259"/>
                  </a:lnTo>
                  <a:lnTo>
                    <a:pt x="73" y="259"/>
                  </a:lnTo>
                  <a:lnTo>
                    <a:pt x="73" y="259"/>
                  </a:lnTo>
                  <a:lnTo>
                    <a:pt x="73" y="259"/>
                  </a:lnTo>
                  <a:lnTo>
                    <a:pt x="70" y="259"/>
                  </a:lnTo>
                  <a:lnTo>
                    <a:pt x="70" y="259"/>
                  </a:lnTo>
                  <a:lnTo>
                    <a:pt x="70" y="259"/>
                  </a:lnTo>
                  <a:lnTo>
                    <a:pt x="70" y="259"/>
                  </a:lnTo>
                  <a:lnTo>
                    <a:pt x="68" y="259"/>
                  </a:lnTo>
                  <a:lnTo>
                    <a:pt x="35" y="286"/>
                  </a:lnTo>
                  <a:lnTo>
                    <a:pt x="0" y="315"/>
                  </a:lnTo>
                  <a:lnTo>
                    <a:pt x="0" y="315"/>
                  </a:lnTo>
                  <a:lnTo>
                    <a:pt x="0" y="315"/>
                  </a:lnTo>
                  <a:lnTo>
                    <a:pt x="2" y="315"/>
                  </a:lnTo>
                  <a:lnTo>
                    <a:pt x="4" y="313"/>
                  </a:lnTo>
                  <a:lnTo>
                    <a:pt x="4" y="313"/>
                  </a:lnTo>
                  <a:lnTo>
                    <a:pt x="6" y="310"/>
                  </a:lnTo>
                  <a:lnTo>
                    <a:pt x="8" y="313"/>
                  </a:lnTo>
                  <a:lnTo>
                    <a:pt x="8" y="313"/>
                  </a:lnTo>
                  <a:lnTo>
                    <a:pt x="8" y="313"/>
                  </a:lnTo>
                  <a:lnTo>
                    <a:pt x="11" y="313"/>
                  </a:lnTo>
                  <a:lnTo>
                    <a:pt x="11" y="313"/>
                  </a:lnTo>
                  <a:lnTo>
                    <a:pt x="11" y="310"/>
                  </a:lnTo>
                  <a:lnTo>
                    <a:pt x="13" y="306"/>
                  </a:lnTo>
                  <a:lnTo>
                    <a:pt x="13" y="306"/>
                  </a:lnTo>
                  <a:lnTo>
                    <a:pt x="15" y="304"/>
                  </a:lnTo>
                  <a:lnTo>
                    <a:pt x="17" y="304"/>
                  </a:lnTo>
                  <a:lnTo>
                    <a:pt x="19" y="301"/>
                  </a:lnTo>
                  <a:lnTo>
                    <a:pt x="24" y="301"/>
                  </a:lnTo>
                  <a:lnTo>
                    <a:pt x="28" y="301"/>
                  </a:lnTo>
                  <a:lnTo>
                    <a:pt x="28" y="301"/>
                  </a:lnTo>
                  <a:lnTo>
                    <a:pt x="31" y="301"/>
                  </a:lnTo>
                  <a:lnTo>
                    <a:pt x="31" y="301"/>
                  </a:lnTo>
                  <a:lnTo>
                    <a:pt x="42" y="308"/>
                  </a:lnTo>
                  <a:lnTo>
                    <a:pt x="46" y="308"/>
                  </a:lnTo>
                  <a:lnTo>
                    <a:pt x="48" y="308"/>
                  </a:lnTo>
                  <a:lnTo>
                    <a:pt x="50" y="308"/>
                  </a:lnTo>
                  <a:lnTo>
                    <a:pt x="53" y="306"/>
                  </a:lnTo>
                  <a:lnTo>
                    <a:pt x="53" y="306"/>
                  </a:lnTo>
                  <a:lnTo>
                    <a:pt x="55" y="306"/>
                  </a:lnTo>
                  <a:lnTo>
                    <a:pt x="57" y="306"/>
                  </a:lnTo>
                  <a:lnTo>
                    <a:pt x="62" y="308"/>
                  </a:lnTo>
                  <a:lnTo>
                    <a:pt x="62" y="308"/>
                  </a:lnTo>
                  <a:lnTo>
                    <a:pt x="64" y="310"/>
                  </a:lnTo>
                  <a:lnTo>
                    <a:pt x="64" y="310"/>
                  </a:lnTo>
                  <a:lnTo>
                    <a:pt x="64" y="315"/>
                  </a:lnTo>
                  <a:lnTo>
                    <a:pt x="64" y="317"/>
                  </a:lnTo>
                  <a:lnTo>
                    <a:pt x="66" y="317"/>
                  </a:lnTo>
                  <a:lnTo>
                    <a:pt x="66" y="317"/>
                  </a:lnTo>
                  <a:lnTo>
                    <a:pt x="68" y="317"/>
                  </a:lnTo>
                  <a:lnTo>
                    <a:pt x="70" y="317"/>
                  </a:lnTo>
                  <a:lnTo>
                    <a:pt x="73" y="317"/>
                  </a:lnTo>
                  <a:lnTo>
                    <a:pt x="75" y="317"/>
                  </a:lnTo>
                  <a:lnTo>
                    <a:pt x="82" y="321"/>
                  </a:lnTo>
                  <a:lnTo>
                    <a:pt x="82" y="324"/>
                  </a:lnTo>
                  <a:lnTo>
                    <a:pt x="84" y="324"/>
                  </a:lnTo>
                  <a:lnTo>
                    <a:pt x="86" y="324"/>
                  </a:lnTo>
                  <a:lnTo>
                    <a:pt x="88" y="324"/>
                  </a:lnTo>
                  <a:lnTo>
                    <a:pt x="90" y="326"/>
                  </a:lnTo>
                  <a:lnTo>
                    <a:pt x="90" y="328"/>
                  </a:lnTo>
                  <a:lnTo>
                    <a:pt x="93" y="333"/>
                  </a:lnTo>
                  <a:lnTo>
                    <a:pt x="93" y="344"/>
                  </a:lnTo>
                  <a:lnTo>
                    <a:pt x="93" y="344"/>
                  </a:lnTo>
                  <a:lnTo>
                    <a:pt x="95" y="346"/>
                  </a:lnTo>
                  <a:lnTo>
                    <a:pt x="95" y="346"/>
                  </a:lnTo>
                  <a:lnTo>
                    <a:pt x="95" y="346"/>
                  </a:lnTo>
                  <a:lnTo>
                    <a:pt x="95" y="348"/>
                  </a:lnTo>
                  <a:lnTo>
                    <a:pt x="95" y="348"/>
                  </a:lnTo>
                  <a:lnTo>
                    <a:pt x="95" y="348"/>
                  </a:lnTo>
                  <a:lnTo>
                    <a:pt x="95" y="350"/>
                  </a:lnTo>
                  <a:lnTo>
                    <a:pt x="95" y="350"/>
                  </a:lnTo>
                  <a:lnTo>
                    <a:pt x="97" y="352"/>
                  </a:lnTo>
                  <a:lnTo>
                    <a:pt x="97" y="352"/>
                  </a:lnTo>
                  <a:lnTo>
                    <a:pt x="97" y="355"/>
                  </a:lnTo>
                  <a:lnTo>
                    <a:pt x="95" y="361"/>
                  </a:lnTo>
                  <a:lnTo>
                    <a:pt x="95" y="370"/>
                  </a:lnTo>
                  <a:lnTo>
                    <a:pt x="97" y="372"/>
                  </a:lnTo>
                  <a:lnTo>
                    <a:pt x="97" y="375"/>
                  </a:lnTo>
                  <a:lnTo>
                    <a:pt x="97" y="375"/>
                  </a:lnTo>
                  <a:lnTo>
                    <a:pt x="99" y="379"/>
                  </a:lnTo>
                  <a:lnTo>
                    <a:pt x="99" y="379"/>
                  </a:lnTo>
                  <a:lnTo>
                    <a:pt x="99" y="383"/>
                  </a:lnTo>
                  <a:lnTo>
                    <a:pt x="97" y="388"/>
                  </a:lnTo>
                  <a:lnTo>
                    <a:pt x="97" y="390"/>
                  </a:lnTo>
                  <a:lnTo>
                    <a:pt x="97" y="395"/>
                  </a:lnTo>
                  <a:lnTo>
                    <a:pt x="97" y="397"/>
                  </a:lnTo>
                  <a:lnTo>
                    <a:pt x="97" y="397"/>
                  </a:lnTo>
                  <a:lnTo>
                    <a:pt x="97" y="399"/>
                  </a:lnTo>
                  <a:lnTo>
                    <a:pt x="95" y="401"/>
                  </a:lnTo>
                  <a:lnTo>
                    <a:pt x="95" y="401"/>
                  </a:lnTo>
                  <a:lnTo>
                    <a:pt x="95" y="403"/>
                  </a:lnTo>
                  <a:lnTo>
                    <a:pt x="95" y="406"/>
                  </a:lnTo>
                  <a:lnTo>
                    <a:pt x="93" y="410"/>
                  </a:lnTo>
                  <a:lnTo>
                    <a:pt x="90" y="415"/>
                  </a:lnTo>
                  <a:lnTo>
                    <a:pt x="93" y="417"/>
                  </a:lnTo>
                  <a:lnTo>
                    <a:pt x="90" y="419"/>
                  </a:lnTo>
                  <a:lnTo>
                    <a:pt x="90" y="421"/>
                  </a:lnTo>
                  <a:lnTo>
                    <a:pt x="90" y="426"/>
                  </a:lnTo>
                  <a:lnTo>
                    <a:pt x="90" y="426"/>
                  </a:lnTo>
                  <a:lnTo>
                    <a:pt x="90" y="426"/>
                  </a:lnTo>
                  <a:lnTo>
                    <a:pt x="90" y="426"/>
                  </a:lnTo>
                  <a:lnTo>
                    <a:pt x="90" y="428"/>
                  </a:lnTo>
                  <a:lnTo>
                    <a:pt x="93" y="428"/>
                  </a:lnTo>
                  <a:lnTo>
                    <a:pt x="93" y="428"/>
                  </a:lnTo>
                  <a:lnTo>
                    <a:pt x="90" y="428"/>
                  </a:lnTo>
                  <a:lnTo>
                    <a:pt x="90" y="432"/>
                  </a:lnTo>
                  <a:lnTo>
                    <a:pt x="90" y="434"/>
                  </a:lnTo>
                  <a:lnTo>
                    <a:pt x="90" y="437"/>
                  </a:lnTo>
                  <a:lnTo>
                    <a:pt x="84" y="441"/>
                  </a:lnTo>
                  <a:lnTo>
                    <a:pt x="79" y="448"/>
                  </a:lnTo>
                  <a:lnTo>
                    <a:pt x="77" y="446"/>
                  </a:lnTo>
                  <a:lnTo>
                    <a:pt x="75" y="448"/>
                  </a:lnTo>
                  <a:lnTo>
                    <a:pt x="73" y="450"/>
                  </a:lnTo>
                  <a:lnTo>
                    <a:pt x="75" y="452"/>
                  </a:lnTo>
                  <a:lnTo>
                    <a:pt x="77" y="454"/>
                  </a:lnTo>
                  <a:lnTo>
                    <a:pt x="79" y="454"/>
                  </a:lnTo>
                  <a:lnTo>
                    <a:pt x="79" y="459"/>
                  </a:lnTo>
                  <a:lnTo>
                    <a:pt x="82" y="457"/>
                  </a:lnTo>
                  <a:lnTo>
                    <a:pt x="84" y="457"/>
                  </a:lnTo>
                  <a:lnTo>
                    <a:pt x="84" y="454"/>
                  </a:lnTo>
                  <a:lnTo>
                    <a:pt x="86" y="457"/>
                  </a:lnTo>
                  <a:lnTo>
                    <a:pt x="90" y="457"/>
                  </a:lnTo>
                  <a:lnTo>
                    <a:pt x="90" y="459"/>
                  </a:lnTo>
                  <a:lnTo>
                    <a:pt x="93" y="461"/>
                  </a:lnTo>
                  <a:lnTo>
                    <a:pt x="90" y="463"/>
                  </a:lnTo>
                  <a:lnTo>
                    <a:pt x="88" y="465"/>
                  </a:lnTo>
                  <a:lnTo>
                    <a:pt x="86" y="465"/>
                  </a:lnTo>
                  <a:lnTo>
                    <a:pt x="84" y="468"/>
                  </a:lnTo>
                  <a:lnTo>
                    <a:pt x="86" y="470"/>
                  </a:lnTo>
                  <a:lnTo>
                    <a:pt x="86" y="470"/>
                  </a:lnTo>
                  <a:lnTo>
                    <a:pt x="86" y="468"/>
                  </a:lnTo>
                  <a:lnTo>
                    <a:pt x="88" y="468"/>
                  </a:lnTo>
                  <a:lnTo>
                    <a:pt x="90" y="468"/>
                  </a:lnTo>
                  <a:lnTo>
                    <a:pt x="90" y="468"/>
                  </a:lnTo>
                  <a:lnTo>
                    <a:pt x="90" y="468"/>
                  </a:lnTo>
                  <a:lnTo>
                    <a:pt x="90" y="468"/>
                  </a:lnTo>
                  <a:lnTo>
                    <a:pt x="90" y="468"/>
                  </a:lnTo>
                  <a:lnTo>
                    <a:pt x="90" y="470"/>
                  </a:lnTo>
                  <a:lnTo>
                    <a:pt x="90" y="470"/>
                  </a:lnTo>
                  <a:lnTo>
                    <a:pt x="90" y="472"/>
                  </a:lnTo>
                  <a:lnTo>
                    <a:pt x="90" y="472"/>
                  </a:lnTo>
                  <a:lnTo>
                    <a:pt x="90" y="472"/>
                  </a:lnTo>
                  <a:lnTo>
                    <a:pt x="93" y="474"/>
                  </a:lnTo>
                  <a:lnTo>
                    <a:pt x="93" y="474"/>
                  </a:lnTo>
                  <a:lnTo>
                    <a:pt x="93" y="474"/>
                  </a:lnTo>
                  <a:lnTo>
                    <a:pt x="95" y="474"/>
                  </a:lnTo>
                  <a:lnTo>
                    <a:pt x="95" y="474"/>
                  </a:lnTo>
                  <a:lnTo>
                    <a:pt x="95" y="474"/>
                  </a:lnTo>
                  <a:lnTo>
                    <a:pt x="95" y="474"/>
                  </a:lnTo>
                  <a:lnTo>
                    <a:pt x="95" y="474"/>
                  </a:lnTo>
                  <a:lnTo>
                    <a:pt x="97" y="474"/>
                  </a:lnTo>
                  <a:lnTo>
                    <a:pt x="97" y="474"/>
                  </a:lnTo>
                  <a:lnTo>
                    <a:pt x="97" y="474"/>
                  </a:lnTo>
                  <a:lnTo>
                    <a:pt x="97" y="477"/>
                  </a:lnTo>
                  <a:lnTo>
                    <a:pt x="97" y="477"/>
                  </a:lnTo>
                  <a:lnTo>
                    <a:pt x="97" y="477"/>
                  </a:lnTo>
                  <a:lnTo>
                    <a:pt x="97" y="479"/>
                  </a:lnTo>
                  <a:lnTo>
                    <a:pt x="97" y="479"/>
                  </a:lnTo>
                  <a:lnTo>
                    <a:pt x="99" y="479"/>
                  </a:lnTo>
                  <a:lnTo>
                    <a:pt x="99" y="479"/>
                  </a:lnTo>
                  <a:lnTo>
                    <a:pt x="99" y="479"/>
                  </a:lnTo>
                  <a:lnTo>
                    <a:pt x="99" y="479"/>
                  </a:lnTo>
                  <a:lnTo>
                    <a:pt x="101" y="479"/>
                  </a:lnTo>
                  <a:lnTo>
                    <a:pt x="101" y="481"/>
                  </a:lnTo>
                  <a:lnTo>
                    <a:pt x="101" y="483"/>
                  </a:lnTo>
                  <a:lnTo>
                    <a:pt x="101" y="483"/>
                  </a:lnTo>
                  <a:lnTo>
                    <a:pt x="101" y="483"/>
                  </a:lnTo>
                  <a:lnTo>
                    <a:pt x="101" y="483"/>
                  </a:lnTo>
                  <a:lnTo>
                    <a:pt x="101" y="485"/>
                  </a:lnTo>
                  <a:lnTo>
                    <a:pt x="101" y="485"/>
                  </a:lnTo>
                  <a:lnTo>
                    <a:pt x="104" y="485"/>
                  </a:lnTo>
                  <a:lnTo>
                    <a:pt x="104" y="483"/>
                  </a:lnTo>
                  <a:lnTo>
                    <a:pt x="104" y="483"/>
                  </a:lnTo>
                  <a:lnTo>
                    <a:pt x="104" y="483"/>
                  </a:lnTo>
                  <a:lnTo>
                    <a:pt x="104" y="483"/>
                  </a:lnTo>
                  <a:lnTo>
                    <a:pt x="104" y="483"/>
                  </a:lnTo>
                  <a:lnTo>
                    <a:pt x="104" y="483"/>
                  </a:lnTo>
                  <a:lnTo>
                    <a:pt x="104" y="483"/>
                  </a:lnTo>
                  <a:lnTo>
                    <a:pt x="104" y="483"/>
                  </a:lnTo>
                  <a:lnTo>
                    <a:pt x="106" y="485"/>
                  </a:lnTo>
                  <a:lnTo>
                    <a:pt x="106" y="485"/>
                  </a:lnTo>
                  <a:lnTo>
                    <a:pt x="106" y="485"/>
                  </a:lnTo>
                  <a:lnTo>
                    <a:pt x="106" y="485"/>
                  </a:lnTo>
                  <a:lnTo>
                    <a:pt x="106" y="485"/>
                  </a:lnTo>
                  <a:lnTo>
                    <a:pt x="106" y="485"/>
                  </a:lnTo>
                  <a:lnTo>
                    <a:pt x="106" y="485"/>
                  </a:lnTo>
                  <a:lnTo>
                    <a:pt x="106" y="488"/>
                  </a:lnTo>
                  <a:lnTo>
                    <a:pt x="106" y="488"/>
                  </a:lnTo>
                  <a:lnTo>
                    <a:pt x="106" y="488"/>
                  </a:lnTo>
                  <a:lnTo>
                    <a:pt x="106" y="488"/>
                  </a:lnTo>
                  <a:lnTo>
                    <a:pt x="106" y="488"/>
                  </a:lnTo>
                  <a:lnTo>
                    <a:pt x="106" y="490"/>
                  </a:lnTo>
                  <a:lnTo>
                    <a:pt x="106" y="490"/>
                  </a:lnTo>
                  <a:lnTo>
                    <a:pt x="106" y="490"/>
                  </a:lnTo>
                  <a:lnTo>
                    <a:pt x="108" y="490"/>
                  </a:lnTo>
                  <a:lnTo>
                    <a:pt x="108" y="490"/>
                  </a:lnTo>
                  <a:lnTo>
                    <a:pt x="108" y="490"/>
                  </a:lnTo>
                  <a:lnTo>
                    <a:pt x="108" y="490"/>
                  </a:lnTo>
                  <a:lnTo>
                    <a:pt x="108" y="490"/>
                  </a:lnTo>
                  <a:lnTo>
                    <a:pt x="110" y="490"/>
                  </a:lnTo>
                  <a:lnTo>
                    <a:pt x="110" y="490"/>
                  </a:lnTo>
                  <a:lnTo>
                    <a:pt x="110" y="492"/>
                  </a:lnTo>
                  <a:lnTo>
                    <a:pt x="110" y="492"/>
                  </a:lnTo>
                  <a:lnTo>
                    <a:pt x="113" y="497"/>
                  </a:lnTo>
                  <a:lnTo>
                    <a:pt x="113" y="497"/>
                  </a:lnTo>
                  <a:lnTo>
                    <a:pt x="115" y="497"/>
                  </a:lnTo>
                  <a:lnTo>
                    <a:pt x="115" y="499"/>
                  </a:lnTo>
                  <a:lnTo>
                    <a:pt x="115" y="499"/>
                  </a:lnTo>
                  <a:lnTo>
                    <a:pt x="117" y="499"/>
                  </a:lnTo>
                  <a:lnTo>
                    <a:pt x="119" y="503"/>
                  </a:lnTo>
                  <a:lnTo>
                    <a:pt x="121" y="505"/>
                  </a:lnTo>
                  <a:lnTo>
                    <a:pt x="121" y="508"/>
                  </a:lnTo>
                  <a:lnTo>
                    <a:pt x="121" y="508"/>
                  </a:lnTo>
                  <a:lnTo>
                    <a:pt x="121" y="508"/>
                  </a:lnTo>
                  <a:lnTo>
                    <a:pt x="124" y="508"/>
                  </a:lnTo>
                  <a:lnTo>
                    <a:pt x="124" y="508"/>
                  </a:lnTo>
                  <a:lnTo>
                    <a:pt x="124" y="508"/>
                  </a:lnTo>
                  <a:lnTo>
                    <a:pt x="124" y="510"/>
                  </a:lnTo>
                  <a:lnTo>
                    <a:pt x="124" y="510"/>
                  </a:lnTo>
                  <a:lnTo>
                    <a:pt x="124" y="510"/>
                  </a:lnTo>
                  <a:lnTo>
                    <a:pt x="124" y="512"/>
                  </a:lnTo>
                  <a:lnTo>
                    <a:pt x="126" y="512"/>
                  </a:lnTo>
                  <a:lnTo>
                    <a:pt x="126" y="512"/>
                  </a:lnTo>
                  <a:lnTo>
                    <a:pt x="126" y="512"/>
                  </a:lnTo>
                  <a:lnTo>
                    <a:pt x="126" y="512"/>
                  </a:lnTo>
                  <a:lnTo>
                    <a:pt x="126" y="512"/>
                  </a:lnTo>
                  <a:lnTo>
                    <a:pt x="128" y="512"/>
                  </a:lnTo>
                  <a:lnTo>
                    <a:pt x="130" y="512"/>
                  </a:lnTo>
                  <a:lnTo>
                    <a:pt x="130" y="512"/>
                  </a:lnTo>
                  <a:lnTo>
                    <a:pt x="130" y="512"/>
                  </a:lnTo>
                  <a:lnTo>
                    <a:pt x="130" y="510"/>
                  </a:lnTo>
                  <a:lnTo>
                    <a:pt x="132" y="510"/>
                  </a:lnTo>
                  <a:lnTo>
                    <a:pt x="132" y="510"/>
                  </a:lnTo>
                  <a:lnTo>
                    <a:pt x="132" y="510"/>
                  </a:lnTo>
                  <a:lnTo>
                    <a:pt x="132" y="510"/>
                  </a:lnTo>
                  <a:lnTo>
                    <a:pt x="132" y="508"/>
                  </a:lnTo>
                  <a:lnTo>
                    <a:pt x="135" y="508"/>
                  </a:lnTo>
                  <a:lnTo>
                    <a:pt x="135" y="508"/>
                  </a:lnTo>
                  <a:lnTo>
                    <a:pt x="135" y="508"/>
                  </a:lnTo>
                  <a:lnTo>
                    <a:pt x="135" y="508"/>
                  </a:lnTo>
                  <a:lnTo>
                    <a:pt x="135" y="508"/>
                  </a:lnTo>
                  <a:lnTo>
                    <a:pt x="137" y="508"/>
                  </a:lnTo>
                  <a:lnTo>
                    <a:pt x="137" y="505"/>
                  </a:lnTo>
                  <a:lnTo>
                    <a:pt x="137" y="505"/>
                  </a:lnTo>
                  <a:lnTo>
                    <a:pt x="139" y="505"/>
                  </a:lnTo>
                  <a:lnTo>
                    <a:pt x="139" y="505"/>
                  </a:lnTo>
                  <a:lnTo>
                    <a:pt x="139" y="505"/>
                  </a:lnTo>
                  <a:lnTo>
                    <a:pt x="139" y="505"/>
                  </a:lnTo>
                  <a:lnTo>
                    <a:pt x="144" y="505"/>
                  </a:lnTo>
                  <a:lnTo>
                    <a:pt x="144" y="505"/>
                  </a:lnTo>
                  <a:lnTo>
                    <a:pt x="144" y="505"/>
                  </a:lnTo>
                  <a:lnTo>
                    <a:pt x="146" y="505"/>
                  </a:lnTo>
                  <a:lnTo>
                    <a:pt x="146" y="503"/>
                  </a:lnTo>
                  <a:lnTo>
                    <a:pt x="146" y="503"/>
                  </a:lnTo>
                  <a:lnTo>
                    <a:pt x="148" y="503"/>
                  </a:lnTo>
                  <a:lnTo>
                    <a:pt x="152" y="503"/>
                  </a:lnTo>
                  <a:lnTo>
                    <a:pt x="155" y="503"/>
                  </a:lnTo>
                  <a:lnTo>
                    <a:pt x="155" y="503"/>
                  </a:lnTo>
                  <a:lnTo>
                    <a:pt x="155" y="503"/>
                  </a:lnTo>
                  <a:lnTo>
                    <a:pt x="155" y="501"/>
                  </a:lnTo>
                  <a:lnTo>
                    <a:pt x="157" y="501"/>
                  </a:lnTo>
                  <a:lnTo>
                    <a:pt x="157" y="501"/>
                  </a:lnTo>
                  <a:lnTo>
                    <a:pt x="157" y="501"/>
                  </a:lnTo>
                  <a:lnTo>
                    <a:pt x="157" y="501"/>
                  </a:lnTo>
                  <a:lnTo>
                    <a:pt x="157" y="501"/>
                  </a:lnTo>
                  <a:lnTo>
                    <a:pt x="157" y="501"/>
                  </a:lnTo>
                  <a:lnTo>
                    <a:pt x="159" y="503"/>
                  </a:lnTo>
                  <a:lnTo>
                    <a:pt x="159" y="503"/>
                  </a:lnTo>
                  <a:lnTo>
                    <a:pt x="159" y="503"/>
                  </a:lnTo>
                  <a:lnTo>
                    <a:pt x="159" y="503"/>
                  </a:lnTo>
                  <a:lnTo>
                    <a:pt x="159" y="505"/>
                  </a:lnTo>
                  <a:lnTo>
                    <a:pt x="161" y="505"/>
                  </a:lnTo>
                  <a:lnTo>
                    <a:pt x="163" y="508"/>
                  </a:lnTo>
                  <a:lnTo>
                    <a:pt x="166" y="508"/>
                  </a:lnTo>
                  <a:lnTo>
                    <a:pt x="166" y="508"/>
                  </a:lnTo>
                  <a:lnTo>
                    <a:pt x="166" y="512"/>
                  </a:lnTo>
                  <a:lnTo>
                    <a:pt x="166" y="512"/>
                  </a:lnTo>
                  <a:lnTo>
                    <a:pt x="166" y="514"/>
                  </a:lnTo>
                  <a:lnTo>
                    <a:pt x="166" y="514"/>
                  </a:lnTo>
                  <a:lnTo>
                    <a:pt x="166" y="514"/>
                  </a:lnTo>
                  <a:lnTo>
                    <a:pt x="166" y="516"/>
                  </a:lnTo>
                  <a:lnTo>
                    <a:pt x="166" y="516"/>
                  </a:lnTo>
                  <a:lnTo>
                    <a:pt x="166" y="516"/>
                  </a:lnTo>
                  <a:lnTo>
                    <a:pt x="166" y="516"/>
                  </a:lnTo>
                  <a:lnTo>
                    <a:pt x="166" y="519"/>
                  </a:lnTo>
                  <a:lnTo>
                    <a:pt x="163" y="521"/>
                  </a:lnTo>
                  <a:lnTo>
                    <a:pt x="163" y="521"/>
                  </a:lnTo>
                  <a:lnTo>
                    <a:pt x="163" y="521"/>
                  </a:lnTo>
                  <a:lnTo>
                    <a:pt x="163" y="521"/>
                  </a:lnTo>
                  <a:lnTo>
                    <a:pt x="163" y="521"/>
                  </a:lnTo>
                  <a:lnTo>
                    <a:pt x="163" y="523"/>
                  </a:lnTo>
                  <a:lnTo>
                    <a:pt x="163" y="523"/>
                  </a:lnTo>
                  <a:lnTo>
                    <a:pt x="163" y="523"/>
                  </a:lnTo>
                  <a:lnTo>
                    <a:pt x="166" y="523"/>
                  </a:lnTo>
                  <a:lnTo>
                    <a:pt x="163" y="525"/>
                  </a:lnTo>
                  <a:lnTo>
                    <a:pt x="163" y="528"/>
                  </a:lnTo>
                  <a:lnTo>
                    <a:pt x="163" y="528"/>
                  </a:lnTo>
                  <a:lnTo>
                    <a:pt x="163" y="530"/>
                  </a:lnTo>
                  <a:lnTo>
                    <a:pt x="163" y="530"/>
                  </a:lnTo>
                  <a:lnTo>
                    <a:pt x="163" y="530"/>
                  </a:lnTo>
                  <a:lnTo>
                    <a:pt x="163" y="530"/>
                  </a:lnTo>
                  <a:lnTo>
                    <a:pt x="163" y="532"/>
                  </a:lnTo>
                  <a:lnTo>
                    <a:pt x="161" y="532"/>
                  </a:lnTo>
                  <a:lnTo>
                    <a:pt x="161" y="532"/>
                  </a:lnTo>
                  <a:lnTo>
                    <a:pt x="161" y="532"/>
                  </a:lnTo>
                  <a:lnTo>
                    <a:pt x="161" y="532"/>
                  </a:lnTo>
                  <a:lnTo>
                    <a:pt x="161" y="532"/>
                  </a:lnTo>
                  <a:lnTo>
                    <a:pt x="161" y="534"/>
                  </a:lnTo>
                  <a:lnTo>
                    <a:pt x="161" y="534"/>
                  </a:lnTo>
                  <a:lnTo>
                    <a:pt x="163" y="536"/>
                  </a:lnTo>
                  <a:lnTo>
                    <a:pt x="163" y="536"/>
                  </a:lnTo>
                  <a:lnTo>
                    <a:pt x="163" y="536"/>
                  </a:lnTo>
                  <a:lnTo>
                    <a:pt x="163" y="536"/>
                  </a:lnTo>
                  <a:lnTo>
                    <a:pt x="163" y="536"/>
                  </a:lnTo>
                  <a:lnTo>
                    <a:pt x="163" y="536"/>
                  </a:lnTo>
                  <a:lnTo>
                    <a:pt x="163" y="539"/>
                  </a:lnTo>
                  <a:lnTo>
                    <a:pt x="163" y="539"/>
                  </a:lnTo>
                  <a:lnTo>
                    <a:pt x="163" y="539"/>
                  </a:lnTo>
                  <a:lnTo>
                    <a:pt x="163" y="539"/>
                  </a:lnTo>
                  <a:lnTo>
                    <a:pt x="163" y="539"/>
                  </a:lnTo>
                  <a:lnTo>
                    <a:pt x="157" y="539"/>
                  </a:lnTo>
                  <a:lnTo>
                    <a:pt x="155" y="539"/>
                  </a:lnTo>
                  <a:lnTo>
                    <a:pt x="155" y="539"/>
                  </a:lnTo>
                  <a:lnTo>
                    <a:pt x="152" y="539"/>
                  </a:lnTo>
                  <a:lnTo>
                    <a:pt x="152" y="539"/>
                  </a:lnTo>
                  <a:lnTo>
                    <a:pt x="148" y="539"/>
                  </a:lnTo>
                  <a:lnTo>
                    <a:pt x="144" y="541"/>
                  </a:lnTo>
                  <a:lnTo>
                    <a:pt x="141" y="541"/>
                  </a:lnTo>
                  <a:lnTo>
                    <a:pt x="139" y="543"/>
                  </a:lnTo>
                  <a:lnTo>
                    <a:pt x="139" y="545"/>
                  </a:lnTo>
                  <a:lnTo>
                    <a:pt x="139" y="545"/>
                  </a:lnTo>
                  <a:lnTo>
                    <a:pt x="139" y="545"/>
                  </a:lnTo>
                  <a:lnTo>
                    <a:pt x="139" y="547"/>
                  </a:lnTo>
                  <a:lnTo>
                    <a:pt x="137" y="547"/>
                  </a:lnTo>
                  <a:lnTo>
                    <a:pt x="137" y="550"/>
                  </a:lnTo>
                  <a:lnTo>
                    <a:pt x="137" y="552"/>
                  </a:lnTo>
                  <a:lnTo>
                    <a:pt x="135" y="556"/>
                  </a:lnTo>
                  <a:lnTo>
                    <a:pt x="135" y="556"/>
                  </a:lnTo>
                  <a:lnTo>
                    <a:pt x="135" y="559"/>
                  </a:lnTo>
                  <a:lnTo>
                    <a:pt x="135" y="559"/>
                  </a:lnTo>
                  <a:lnTo>
                    <a:pt x="135" y="561"/>
                  </a:lnTo>
                  <a:lnTo>
                    <a:pt x="135" y="561"/>
                  </a:lnTo>
                  <a:lnTo>
                    <a:pt x="132" y="563"/>
                  </a:lnTo>
                  <a:lnTo>
                    <a:pt x="132" y="563"/>
                  </a:lnTo>
                  <a:lnTo>
                    <a:pt x="132" y="563"/>
                  </a:lnTo>
                  <a:lnTo>
                    <a:pt x="135" y="570"/>
                  </a:lnTo>
                  <a:lnTo>
                    <a:pt x="135" y="570"/>
                  </a:lnTo>
                  <a:lnTo>
                    <a:pt x="135" y="570"/>
                  </a:lnTo>
                  <a:lnTo>
                    <a:pt x="135" y="570"/>
                  </a:lnTo>
                  <a:lnTo>
                    <a:pt x="135" y="570"/>
                  </a:lnTo>
                  <a:lnTo>
                    <a:pt x="132" y="572"/>
                  </a:lnTo>
                  <a:lnTo>
                    <a:pt x="132" y="572"/>
                  </a:lnTo>
                  <a:lnTo>
                    <a:pt x="130" y="574"/>
                  </a:lnTo>
                  <a:lnTo>
                    <a:pt x="130" y="574"/>
                  </a:lnTo>
                  <a:lnTo>
                    <a:pt x="130" y="574"/>
                  </a:lnTo>
                  <a:lnTo>
                    <a:pt x="128" y="574"/>
                  </a:lnTo>
                  <a:lnTo>
                    <a:pt x="128" y="576"/>
                  </a:lnTo>
                  <a:lnTo>
                    <a:pt x="128" y="576"/>
                  </a:lnTo>
                  <a:lnTo>
                    <a:pt x="128" y="576"/>
                  </a:lnTo>
                  <a:lnTo>
                    <a:pt x="126" y="579"/>
                  </a:lnTo>
                  <a:lnTo>
                    <a:pt x="126" y="579"/>
                  </a:lnTo>
                  <a:lnTo>
                    <a:pt x="124" y="581"/>
                  </a:lnTo>
                  <a:lnTo>
                    <a:pt x="121" y="581"/>
                  </a:lnTo>
                  <a:lnTo>
                    <a:pt x="121" y="581"/>
                  </a:lnTo>
                  <a:lnTo>
                    <a:pt x="121" y="583"/>
                  </a:lnTo>
                  <a:lnTo>
                    <a:pt x="121" y="583"/>
                  </a:lnTo>
                  <a:lnTo>
                    <a:pt x="121" y="583"/>
                  </a:lnTo>
                  <a:lnTo>
                    <a:pt x="121" y="583"/>
                  </a:lnTo>
                  <a:lnTo>
                    <a:pt x="121" y="585"/>
                  </a:lnTo>
                  <a:lnTo>
                    <a:pt x="121" y="585"/>
                  </a:lnTo>
                  <a:lnTo>
                    <a:pt x="121" y="585"/>
                  </a:lnTo>
                  <a:lnTo>
                    <a:pt x="121" y="585"/>
                  </a:lnTo>
                  <a:lnTo>
                    <a:pt x="124" y="587"/>
                  </a:lnTo>
                  <a:lnTo>
                    <a:pt x="124" y="587"/>
                  </a:lnTo>
                  <a:lnTo>
                    <a:pt x="124" y="587"/>
                  </a:lnTo>
                  <a:lnTo>
                    <a:pt x="126" y="587"/>
                  </a:lnTo>
                  <a:lnTo>
                    <a:pt x="126" y="587"/>
                  </a:lnTo>
                  <a:lnTo>
                    <a:pt x="130" y="587"/>
                  </a:lnTo>
                  <a:lnTo>
                    <a:pt x="130" y="587"/>
                  </a:lnTo>
                  <a:lnTo>
                    <a:pt x="130" y="587"/>
                  </a:lnTo>
                  <a:lnTo>
                    <a:pt x="132" y="587"/>
                  </a:lnTo>
                  <a:lnTo>
                    <a:pt x="135" y="590"/>
                  </a:lnTo>
                  <a:lnTo>
                    <a:pt x="135" y="592"/>
                  </a:lnTo>
                  <a:lnTo>
                    <a:pt x="139" y="596"/>
                  </a:lnTo>
                  <a:lnTo>
                    <a:pt x="139" y="596"/>
                  </a:lnTo>
                  <a:lnTo>
                    <a:pt x="139" y="601"/>
                  </a:lnTo>
                  <a:lnTo>
                    <a:pt x="139" y="601"/>
                  </a:lnTo>
                  <a:lnTo>
                    <a:pt x="139" y="603"/>
                  </a:lnTo>
                  <a:lnTo>
                    <a:pt x="139" y="605"/>
                  </a:lnTo>
                  <a:lnTo>
                    <a:pt x="139" y="607"/>
                  </a:lnTo>
                  <a:lnTo>
                    <a:pt x="139" y="607"/>
                  </a:lnTo>
                  <a:lnTo>
                    <a:pt x="141" y="610"/>
                  </a:lnTo>
                  <a:lnTo>
                    <a:pt x="144" y="612"/>
                  </a:lnTo>
                  <a:lnTo>
                    <a:pt x="146" y="614"/>
                  </a:lnTo>
                  <a:lnTo>
                    <a:pt x="152" y="616"/>
                  </a:lnTo>
                  <a:lnTo>
                    <a:pt x="157" y="618"/>
                  </a:lnTo>
                  <a:lnTo>
                    <a:pt x="159" y="618"/>
                  </a:lnTo>
                  <a:lnTo>
                    <a:pt x="159" y="621"/>
                  </a:lnTo>
                  <a:lnTo>
                    <a:pt x="161" y="621"/>
                  </a:lnTo>
                  <a:lnTo>
                    <a:pt x="161" y="621"/>
                  </a:lnTo>
                  <a:lnTo>
                    <a:pt x="161" y="621"/>
                  </a:lnTo>
                  <a:lnTo>
                    <a:pt x="161" y="623"/>
                  </a:lnTo>
                  <a:lnTo>
                    <a:pt x="161" y="623"/>
                  </a:lnTo>
                  <a:lnTo>
                    <a:pt x="161" y="623"/>
                  </a:lnTo>
                  <a:lnTo>
                    <a:pt x="161" y="623"/>
                  </a:lnTo>
                  <a:lnTo>
                    <a:pt x="161" y="625"/>
                  </a:lnTo>
                  <a:lnTo>
                    <a:pt x="161" y="625"/>
                  </a:lnTo>
                  <a:lnTo>
                    <a:pt x="161" y="625"/>
                  </a:lnTo>
                  <a:lnTo>
                    <a:pt x="159" y="625"/>
                  </a:lnTo>
                  <a:lnTo>
                    <a:pt x="159" y="627"/>
                  </a:lnTo>
                  <a:lnTo>
                    <a:pt x="157" y="627"/>
                  </a:lnTo>
                  <a:lnTo>
                    <a:pt x="157" y="627"/>
                  </a:lnTo>
                  <a:lnTo>
                    <a:pt x="157" y="627"/>
                  </a:lnTo>
                  <a:lnTo>
                    <a:pt x="157" y="629"/>
                  </a:lnTo>
                  <a:lnTo>
                    <a:pt x="157" y="632"/>
                  </a:lnTo>
                  <a:lnTo>
                    <a:pt x="157" y="632"/>
                  </a:lnTo>
                  <a:lnTo>
                    <a:pt x="157" y="632"/>
                  </a:lnTo>
                  <a:lnTo>
                    <a:pt x="155" y="632"/>
                  </a:lnTo>
                  <a:lnTo>
                    <a:pt x="155" y="632"/>
                  </a:lnTo>
                  <a:lnTo>
                    <a:pt x="155" y="632"/>
                  </a:lnTo>
                  <a:lnTo>
                    <a:pt x="155" y="632"/>
                  </a:lnTo>
                  <a:lnTo>
                    <a:pt x="155" y="632"/>
                  </a:lnTo>
                  <a:lnTo>
                    <a:pt x="152" y="632"/>
                  </a:lnTo>
                  <a:lnTo>
                    <a:pt x="152" y="632"/>
                  </a:lnTo>
                  <a:lnTo>
                    <a:pt x="152" y="632"/>
                  </a:lnTo>
                  <a:lnTo>
                    <a:pt x="152" y="632"/>
                  </a:lnTo>
                  <a:lnTo>
                    <a:pt x="152" y="634"/>
                  </a:lnTo>
                  <a:lnTo>
                    <a:pt x="152" y="634"/>
                  </a:lnTo>
                  <a:lnTo>
                    <a:pt x="152" y="634"/>
                  </a:lnTo>
                  <a:lnTo>
                    <a:pt x="150" y="636"/>
                  </a:lnTo>
                  <a:lnTo>
                    <a:pt x="150" y="636"/>
                  </a:lnTo>
                  <a:lnTo>
                    <a:pt x="152" y="638"/>
                  </a:lnTo>
                  <a:lnTo>
                    <a:pt x="152" y="638"/>
                  </a:lnTo>
                  <a:lnTo>
                    <a:pt x="152" y="638"/>
                  </a:lnTo>
                  <a:lnTo>
                    <a:pt x="152" y="641"/>
                  </a:lnTo>
                  <a:lnTo>
                    <a:pt x="155" y="641"/>
                  </a:lnTo>
                  <a:lnTo>
                    <a:pt x="155" y="641"/>
                  </a:lnTo>
                  <a:lnTo>
                    <a:pt x="155" y="641"/>
                  </a:lnTo>
                  <a:lnTo>
                    <a:pt x="159" y="643"/>
                  </a:lnTo>
                  <a:lnTo>
                    <a:pt x="163" y="647"/>
                  </a:lnTo>
                  <a:lnTo>
                    <a:pt x="163" y="647"/>
                  </a:lnTo>
                  <a:lnTo>
                    <a:pt x="166" y="649"/>
                  </a:lnTo>
                  <a:lnTo>
                    <a:pt x="166" y="652"/>
                  </a:lnTo>
                  <a:lnTo>
                    <a:pt x="166" y="652"/>
                  </a:lnTo>
                  <a:lnTo>
                    <a:pt x="166" y="654"/>
                  </a:lnTo>
                  <a:lnTo>
                    <a:pt x="166" y="656"/>
                  </a:lnTo>
                  <a:lnTo>
                    <a:pt x="166" y="656"/>
                  </a:lnTo>
                  <a:lnTo>
                    <a:pt x="166" y="656"/>
                  </a:lnTo>
                  <a:lnTo>
                    <a:pt x="166" y="656"/>
                  </a:lnTo>
                  <a:lnTo>
                    <a:pt x="166" y="658"/>
                  </a:lnTo>
                  <a:lnTo>
                    <a:pt x="166" y="658"/>
                  </a:lnTo>
                  <a:lnTo>
                    <a:pt x="166" y="658"/>
                  </a:lnTo>
                  <a:lnTo>
                    <a:pt x="166" y="658"/>
                  </a:lnTo>
                  <a:lnTo>
                    <a:pt x="168" y="661"/>
                  </a:lnTo>
                  <a:lnTo>
                    <a:pt x="170" y="661"/>
                  </a:lnTo>
                  <a:lnTo>
                    <a:pt x="170" y="661"/>
                  </a:lnTo>
                  <a:lnTo>
                    <a:pt x="170" y="665"/>
                  </a:lnTo>
                  <a:lnTo>
                    <a:pt x="172" y="665"/>
                  </a:lnTo>
                  <a:lnTo>
                    <a:pt x="172" y="665"/>
                  </a:lnTo>
                  <a:lnTo>
                    <a:pt x="175" y="667"/>
                  </a:lnTo>
                  <a:lnTo>
                    <a:pt x="175" y="669"/>
                  </a:lnTo>
                  <a:lnTo>
                    <a:pt x="175" y="669"/>
                  </a:lnTo>
                  <a:lnTo>
                    <a:pt x="177" y="669"/>
                  </a:lnTo>
                  <a:lnTo>
                    <a:pt x="179" y="672"/>
                  </a:lnTo>
                  <a:lnTo>
                    <a:pt x="179" y="672"/>
                  </a:lnTo>
                  <a:lnTo>
                    <a:pt x="179" y="672"/>
                  </a:lnTo>
                  <a:lnTo>
                    <a:pt x="183" y="669"/>
                  </a:lnTo>
                  <a:lnTo>
                    <a:pt x="186" y="669"/>
                  </a:lnTo>
                  <a:lnTo>
                    <a:pt x="186" y="669"/>
                  </a:lnTo>
                  <a:lnTo>
                    <a:pt x="195" y="672"/>
                  </a:lnTo>
                  <a:lnTo>
                    <a:pt x="195" y="674"/>
                  </a:lnTo>
                  <a:lnTo>
                    <a:pt x="199" y="676"/>
                  </a:lnTo>
                  <a:lnTo>
                    <a:pt x="199" y="678"/>
                  </a:lnTo>
                  <a:lnTo>
                    <a:pt x="199" y="678"/>
                  </a:lnTo>
                  <a:lnTo>
                    <a:pt x="201" y="678"/>
                  </a:lnTo>
                  <a:lnTo>
                    <a:pt x="206" y="680"/>
                  </a:lnTo>
                  <a:lnTo>
                    <a:pt x="203" y="678"/>
                  </a:lnTo>
                  <a:lnTo>
                    <a:pt x="206" y="676"/>
                  </a:lnTo>
                  <a:lnTo>
                    <a:pt x="206" y="674"/>
                  </a:lnTo>
                  <a:lnTo>
                    <a:pt x="206" y="674"/>
                  </a:lnTo>
                  <a:lnTo>
                    <a:pt x="206" y="672"/>
                  </a:lnTo>
                  <a:lnTo>
                    <a:pt x="206" y="672"/>
                  </a:lnTo>
                  <a:lnTo>
                    <a:pt x="206" y="672"/>
                  </a:lnTo>
                  <a:lnTo>
                    <a:pt x="203" y="669"/>
                  </a:lnTo>
                  <a:lnTo>
                    <a:pt x="203" y="669"/>
                  </a:lnTo>
                  <a:lnTo>
                    <a:pt x="208" y="663"/>
                  </a:lnTo>
                  <a:lnTo>
                    <a:pt x="208" y="663"/>
                  </a:lnTo>
                  <a:lnTo>
                    <a:pt x="208" y="661"/>
                  </a:lnTo>
                  <a:lnTo>
                    <a:pt x="208" y="658"/>
                  </a:lnTo>
                  <a:lnTo>
                    <a:pt x="208" y="658"/>
                  </a:lnTo>
                  <a:lnTo>
                    <a:pt x="210" y="656"/>
                  </a:lnTo>
                  <a:lnTo>
                    <a:pt x="212" y="654"/>
                  </a:lnTo>
                  <a:lnTo>
                    <a:pt x="210" y="649"/>
                  </a:lnTo>
                  <a:lnTo>
                    <a:pt x="210" y="645"/>
                  </a:lnTo>
                  <a:lnTo>
                    <a:pt x="212" y="643"/>
                  </a:lnTo>
                  <a:lnTo>
                    <a:pt x="212" y="641"/>
                  </a:lnTo>
                  <a:lnTo>
                    <a:pt x="212" y="638"/>
                  </a:lnTo>
                  <a:lnTo>
                    <a:pt x="212" y="634"/>
                  </a:lnTo>
                  <a:lnTo>
                    <a:pt x="212" y="627"/>
                  </a:lnTo>
                  <a:lnTo>
                    <a:pt x="212" y="625"/>
                  </a:lnTo>
                  <a:lnTo>
                    <a:pt x="212" y="623"/>
                  </a:lnTo>
                  <a:lnTo>
                    <a:pt x="212" y="621"/>
                  </a:lnTo>
                  <a:lnTo>
                    <a:pt x="214" y="621"/>
                  </a:lnTo>
                  <a:lnTo>
                    <a:pt x="214" y="621"/>
                  </a:lnTo>
                  <a:lnTo>
                    <a:pt x="214" y="618"/>
                  </a:lnTo>
                  <a:lnTo>
                    <a:pt x="214" y="616"/>
                  </a:lnTo>
                  <a:lnTo>
                    <a:pt x="214" y="614"/>
                  </a:lnTo>
                  <a:lnTo>
                    <a:pt x="214" y="614"/>
                  </a:lnTo>
                  <a:lnTo>
                    <a:pt x="214" y="612"/>
                  </a:lnTo>
                  <a:lnTo>
                    <a:pt x="212" y="612"/>
                  </a:lnTo>
                  <a:lnTo>
                    <a:pt x="212" y="610"/>
                  </a:lnTo>
                  <a:lnTo>
                    <a:pt x="210" y="610"/>
                  </a:lnTo>
                  <a:lnTo>
                    <a:pt x="208" y="607"/>
                  </a:lnTo>
                  <a:lnTo>
                    <a:pt x="208" y="605"/>
                  </a:lnTo>
                  <a:lnTo>
                    <a:pt x="208" y="598"/>
                  </a:lnTo>
                  <a:lnTo>
                    <a:pt x="208" y="598"/>
                  </a:lnTo>
                  <a:lnTo>
                    <a:pt x="208" y="598"/>
                  </a:lnTo>
                  <a:lnTo>
                    <a:pt x="208" y="596"/>
                  </a:lnTo>
                  <a:lnTo>
                    <a:pt x="208" y="596"/>
                  </a:lnTo>
                  <a:lnTo>
                    <a:pt x="208" y="596"/>
                  </a:lnTo>
                  <a:lnTo>
                    <a:pt x="206" y="596"/>
                  </a:lnTo>
                  <a:lnTo>
                    <a:pt x="206" y="594"/>
                  </a:lnTo>
                  <a:lnTo>
                    <a:pt x="206" y="594"/>
                  </a:lnTo>
                  <a:lnTo>
                    <a:pt x="206" y="592"/>
                  </a:lnTo>
                  <a:lnTo>
                    <a:pt x="206" y="587"/>
                  </a:lnTo>
                  <a:lnTo>
                    <a:pt x="206" y="585"/>
                  </a:lnTo>
                  <a:lnTo>
                    <a:pt x="206" y="583"/>
                  </a:lnTo>
                  <a:lnTo>
                    <a:pt x="203" y="581"/>
                  </a:lnTo>
                  <a:lnTo>
                    <a:pt x="201" y="579"/>
                  </a:lnTo>
                  <a:lnTo>
                    <a:pt x="201" y="576"/>
                  </a:lnTo>
                  <a:lnTo>
                    <a:pt x="203" y="574"/>
                  </a:lnTo>
                  <a:lnTo>
                    <a:pt x="203" y="572"/>
                  </a:lnTo>
                  <a:lnTo>
                    <a:pt x="206" y="572"/>
                  </a:lnTo>
                  <a:lnTo>
                    <a:pt x="206" y="570"/>
                  </a:lnTo>
                  <a:lnTo>
                    <a:pt x="206" y="567"/>
                  </a:lnTo>
                  <a:lnTo>
                    <a:pt x="208" y="565"/>
                  </a:lnTo>
                  <a:lnTo>
                    <a:pt x="208" y="565"/>
                  </a:lnTo>
                  <a:lnTo>
                    <a:pt x="210" y="565"/>
                  </a:lnTo>
                  <a:lnTo>
                    <a:pt x="210" y="565"/>
                  </a:lnTo>
                  <a:lnTo>
                    <a:pt x="210" y="565"/>
                  </a:lnTo>
                  <a:lnTo>
                    <a:pt x="210" y="563"/>
                  </a:lnTo>
                  <a:lnTo>
                    <a:pt x="210" y="563"/>
                  </a:lnTo>
                  <a:lnTo>
                    <a:pt x="210" y="563"/>
                  </a:lnTo>
                  <a:lnTo>
                    <a:pt x="212" y="561"/>
                  </a:lnTo>
                  <a:lnTo>
                    <a:pt x="214" y="561"/>
                  </a:lnTo>
                  <a:lnTo>
                    <a:pt x="214" y="559"/>
                  </a:lnTo>
                  <a:lnTo>
                    <a:pt x="214" y="556"/>
                  </a:lnTo>
                  <a:lnTo>
                    <a:pt x="217" y="556"/>
                  </a:lnTo>
                  <a:lnTo>
                    <a:pt x="217" y="554"/>
                  </a:lnTo>
                  <a:lnTo>
                    <a:pt x="219" y="554"/>
                  </a:lnTo>
                  <a:lnTo>
                    <a:pt x="217" y="552"/>
                  </a:lnTo>
                  <a:lnTo>
                    <a:pt x="217" y="552"/>
                  </a:lnTo>
                  <a:lnTo>
                    <a:pt x="219" y="550"/>
                  </a:lnTo>
                  <a:lnTo>
                    <a:pt x="219" y="547"/>
                  </a:lnTo>
                  <a:lnTo>
                    <a:pt x="221" y="541"/>
                  </a:lnTo>
                  <a:lnTo>
                    <a:pt x="221" y="539"/>
                  </a:lnTo>
                  <a:lnTo>
                    <a:pt x="223" y="536"/>
                  </a:lnTo>
                  <a:lnTo>
                    <a:pt x="223" y="536"/>
                  </a:lnTo>
                  <a:lnTo>
                    <a:pt x="223" y="536"/>
                  </a:lnTo>
                  <a:lnTo>
                    <a:pt x="226" y="532"/>
                  </a:lnTo>
                  <a:lnTo>
                    <a:pt x="226" y="532"/>
                  </a:lnTo>
                  <a:lnTo>
                    <a:pt x="226" y="530"/>
                  </a:lnTo>
                  <a:lnTo>
                    <a:pt x="226" y="530"/>
                  </a:lnTo>
                  <a:lnTo>
                    <a:pt x="226" y="528"/>
                  </a:lnTo>
                  <a:lnTo>
                    <a:pt x="226" y="528"/>
                  </a:lnTo>
                  <a:lnTo>
                    <a:pt x="226" y="528"/>
                  </a:lnTo>
                  <a:lnTo>
                    <a:pt x="228" y="525"/>
                  </a:lnTo>
                  <a:lnTo>
                    <a:pt x="230" y="525"/>
                  </a:lnTo>
                  <a:lnTo>
                    <a:pt x="230" y="525"/>
                  </a:lnTo>
                  <a:lnTo>
                    <a:pt x="230" y="523"/>
                  </a:lnTo>
                  <a:lnTo>
                    <a:pt x="230" y="521"/>
                  </a:lnTo>
                  <a:lnTo>
                    <a:pt x="232" y="521"/>
                  </a:lnTo>
                  <a:lnTo>
                    <a:pt x="232" y="521"/>
                  </a:lnTo>
                  <a:lnTo>
                    <a:pt x="232" y="514"/>
                  </a:lnTo>
                  <a:lnTo>
                    <a:pt x="232" y="512"/>
                  </a:lnTo>
                  <a:lnTo>
                    <a:pt x="232" y="510"/>
                  </a:lnTo>
                  <a:lnTo>
                    <a:pt x="234" y="510"/>
                  </a:lnTo>
                  <a:lnTo>
                    <a:pt x="234" y="510"/>
                  </a:lnTo>
                  <a:lnTo>
                    <a:pt x="234" y="510"/>
                  </a:lnTo>
                  <a:lnTo>
                    <a:pt x="234" y="510"/>
                  </a:lnTo>
                  <a:lnTo>
                    <a:pt x="232" y="508"/>
                  </a:lnTo>
                  <a:lnTo>
                    <a:pt x="234" y="508"/>
                  </a:lnTo>
                  <a:lnTo>
                    <a:pt x="234" y="508"/>
                  </a:lnTo>
                  <a:lnTo>
                    <a:pt x="232" y="505"/>
                  </a:lnTo>
                  <a:lnTo>
                    <a:pt x="232" y="505"/>
                  </a:lnTo>
                  <a:lnTo>
                    <a:pt x="234" y="503"/>
                  </a:lnTo>
                  <a:lnTo>
                    <a:pt x="234" y="503"/>
                  </a:lnTo>
                  <a:lnTo>
                    <a:pt x="234" y="503"/>
                  </a:lnTo>
                  <a:lnTo>
                    <a:pt x="234" y="501"/>
                  </a:lnTo>
                  <a:lnTo>
                    <a:pt x="234" y="501"/>
                  </a:lnTo>
                  <a:lnTo>
                    <a:pt x="234" y="499"/>
                  </a:lnTo>
                  <a:lnTo>
                    <a:pt x="234" y="499"/>
                  </a:lnTo>
                  <a:lnTo>
                    <a:pt x="234" y="499"/>
                  </a:lnTo>
                  <a:lnTo>
                    <a:pt x="234" y="499"/>
                  </a:lnTo>
                  <a:lnTo>
                    <a:pt x="234" y="499"/>
                  </a:lnTo>
                  <a:lnTo>
                    <a:pt x="234" y="499"/>
                  </a:lnTo>
                  <a:lnTo>
                    <a:pt x="234" y="497"/>
                  </a:lnTo>
                  <a:lnTo>
                    <a:pt x="237" y="494"/>
                  </a:lnTo>
                  <a:lnTo>
                    <a:pt x="237" y="488"/>
                  </a:lnTo>
                  <a:lnTo>
                    <a:pt x="239" y="485"/>
                  </a:lnTo>
                  <a:lnTo>
                    <a:pt x="241" y="483"/>
                  </a:lnTo>
                  <a:lnTo>
                    <a:pt x="248" y="481"/>
                  </a:lnTo>
                  <a:lnTo>
                    <a:pt x="252" y="477"/>
                  </a:lnTo>
                  <a:lnTo>
                    <a:pt x="254" y="477"/>
                  </a:lnTo>
                  <a:lnTo>
                    <a:pt x="259" y="477"/>
                  </a:lnTo>
                  <a:lnTo>
                    <a:pt x="261" y="474"/>
                  </a:lnTo>
                  <a:lnTo>
                    <a:pt x="268" y="472"/>
                  </a:lnTo>
                  <a:lnTo>
                    <a:pt x="272" y="472"/>
                  </a:lnTo>
                  <a:lnTo>
                    <a:pt x="274" y="472"/>
                  </a:lnTo>
                  <a:lnTo>
                    <a:pt x="279" y="470"/>
                  </a:lnTo>
                  <a:lnTo>
                    <a:pt x="281" y="468"/>
                  </a:lnTo>
                  <a:lnTo>
                    <a:pt x="281" y="468"/>
                  </a:lnTo>
                  <a:lnTo>
                    <a:pt x="281" y="468"/>
                  </a:lnTo>
                  <a:lnTo>
                    <a:pt x="281" y="465"/>
                  </a:lnTo>
                  <a:lnTo>
                    <a:pt x="283" y="465"/>
                  </a:lnTo>
                  <a:lnTo>
                    <a:pt x="283" y="465"/>
                  </a:lnTo>
                  <a:lnTo>
                    <a:pt x="283" y="465"/>
                  </a:lnTo>
                  <a:lnTo>
                    <a:pt x="285" y="465"/>
                  </a:lnTo>
                  <a:lnTo>
                    <a:pt x="288" y="463"/>
                  </a:lnTo>
                  <a:lnTo>
                    <a:pt x="288" y="463"/>
                  </a:lnTo>
                  <a:lnTo>
                    <a:pt x="290" y="463"/>
                  </a:lnTo>
                  <a:lnTo>
                    <a:pt x="290" y="463"/>
                  </a:lnTo>
                  <a:lnTo>
                    <a:pt x="292" y="463"/>
                  </a:lnTo>
                  <a:lnTo>
                    <a:pt x="292" y="463"/>
                  </a:lnTo>
                  <a:lnTo>
                    <a:pt x="292" y="463"/>
                  </a:lnTo>
                  <a:lnTo>
                    <a:pt x="294" y="465"/>
                  </a:lnTo>
                  <a:lnTo>
                    <a:pt x="296" y="465"/>
                  </a:lnTo>
                  <a:lnTo>
                    <a:pt x="296" y="463"/>
                  </a:lnTo>
                  <a:lnTo>
                    <a:pt x="296" y="461"/>
                  </a:lnTo>
                  <a:lnTo>
                    <a:pt x="299" y="461"/>
                  </a:lnTo>
                  <a:lnTo>
                    <a:pt x="299" y="459"/>
                  </a:lnTo>
                  <a:lnTo>
                    <a:pt x="301" y="459"/>
                  </a:lnTo>
                  <a:lnTo>
                    <a:pt x="303" y="459"/>
                  </a:lnTo>
                  <a:lnTo>
                    <a:pt x="303" y="457"/>
                  </a:lnTo>
                  <a:lnTo>
                    <a:pt x="305" y="454"/>
                  </a:lnTo>
                  <a:lnTo>
                    <a:pt x="308" y="452"/>
                  </a:lnTo>
                  <a:lnTo>
                    <a:pt x="310" y="450"/>
                  </a:lnTo>
                  <a:lnTo>
                    <a:pt x="310" y="448"/>
                  </a:lnTo>
                  <a:lnTo>
                    <a:pt x="314" y="446"/>
                  </a:lnTo>
                  <a:lnTo>
                    <a:pt x="319" y="446"/>
                  </a:lnTo>
                  <a:lnTo>
                    <a:pt x="321" y="446"/>
                  </a:lnTo>
                  <a:lnTo>
                    <a:pt x="321" y="443"/>
                  </a:lnTo>
                  <a:lnTo>
                    <a:pt x="323" y="443"/>
                  </a:lnTo>
                  <a:lnTo>
                    <a:pt x="325" y="443"/>
                  </a:lnTo>
                  <a:lnTo>
                    <a:pt x="325" y="443"/>
                  </a:lnTo>
                  <a:lnTo>
                    <a:pt x="325" y="441"/>
                  </a:lnTo>
                  <a:lnTo>
                    <a:pt x="327" y="437"/>
                  </a:lnTo>
                  <a:lnTo>
                    <a:pt x="330" y="437"/>
                  </a:lnTo>
                  <a:lnTo>
                    <a:pt x="330" y="437"/>
                  </a:lnTo>
                  <a:lnTo>
                    <a:pt x="330" y="434"/>
                  </a:lnTo>
                  <a:lnTo>
                    <a:pt x="332" y="434"/>
                  </a:lnTo>
                  <a:lnTo>
                    <a:pt x="332" y="432"/>
                  </a:lnTo>
                  <a:lnTo>
                    <a:pt x="334" y="430"/>
                  </a:lnTo>
                  <a:lnTo>
                    <a:pt x="334" y="430"/>
                  </a:lnTo>
                  <a:lnTo>
                    <a:pt x="334" y="430"/>
                  </a:lnTo>
                  <a:lnTo>
                    <a:pt x="334" y="430"/>
                  </a:lnTo>
                  <a:lnTo>
                    <a:pt x="334" y="430"/>
                  </a:lnTo>
                  <a:lnTo>
                    <a:pt x="336" y="428"/>
                  </a:lnTo>
                  <a:lnTo>
                    <a:pt x="336" y="428"/>
                  </a:lnTo>
                  <a:lnTo>
                    <a:pt x="336" y="428"/>
                  </a:lnTo>
                  <a:lnTo>
                    <a:pt x="336" y="428"/>
                  </a:lnTo>
                  <a:lnTo>
                    <a:pt x="339" y="426"/>
                  </a:lnTo>
                  <a:lnTo>
                    <a:pt x="339" y="426"/>
                  </a:lnTo>
                  <a:lnTo>
                    <a:pt x="339" y="426"/>
                  </a:lnTo>
                  <a:lnTo>
                    <a:pt x="339" y="426"/>
                  </a:lnTo>
                  <a:lnTo>
                    <a:pt x="341" y="426"/>
                  </a:lnTo>
                  <a:lnTo>
                    <a:pt x="341" y="426"/>
                  </a:lnTo>
                  <a:lnTo>
                    <a:pt x="341" y="423"/>
                  </a:lnTo>
                  <a:lnTo>
                    <a:pt x="341" y="423"/>
                  </a:lnTo>
                  <a:lnTo>
                    <a:pt x="339" y="423"/>
                  </a:lnTo>
                  <a:lnTo>
                    <a:pt x="339" y="423"/>
                  </a:lnTo>
                  <a:lnTo>
                    <a:pt x="341" y="421"/>
                  </a:lnTo>
                  <a:lnTo>
                    <a:pt x="341" y="421"/>
                  </a:lnTo>
                  <a:lnTo>
                    <a:pt x="341" y="421"/>
                  </a:lnTo>
                  <a:lnTo>
                    <a:pt x="343" y="423"/>
                  </a:lnTo>
                  <a:lnTo>
                    <a:pt x="343" y="421"/>
                  </a:lnTo>
                  <a:lnTo>
                    <a:pt x="343" y="419"/>
                  </a:lnTo>
                  <a:lnTo>
                    <a:pt x="343" y="419"/>
                  </a:lnTo>
                  <a:lnTo>
                    <a:pt x="345" y="419"/>
                  </a:lnTo>
                  <a:lnTo>
                    <a:pt x="347" y="419"/>
                  </a:lnTo>
                  <a:lnTo>
                    <a:pt x="347" y="419"/>
                  </a:lnTo>
                  <a:lnTo>
                    <a:pt x="347" y="417"/>
                  </a:lnTo>
                  <a:lnTo>
                    <a:pt x="350" y="417"/>
                  </a:lnTo>
                  <a:lnTo>
                    <a:pt x="350" y="417"/>
                  </a:lnTo>
                  <a:lnTo>
                    <a:pt x="350" y="417"/>
                  </a:lnTo>
                  <a:lnTo>
                    <a:pt x="350" y="417"/>
                  </a:lnTo>
                  <a:lnTo>
                    <a:pt x="352" y="419"/>
                  </a:lnTo>
                  <a:lnTo>
                    <a:pt x="352" y="419"/>
                  </a:lnTo>
                  <a:lnTo>
                    <a:pt x="354" y="417"/>
                  </a:lnTo>
                  <a:lnTo>
                    <a:pt x="356" y="417"/>
                  </a:lnTo>
                  <a:lnTo>
                    <a:pt x="358" y="417"/>
                  </a:lnTo>
                  <a:lnTo>
                    <a:pt x="358" y="417"/>
                  </a:lnTo>
                  <a:lnTo>
                    <a:pt x="361" y="415"/>
                  </a:lnTo>
                  <a:lnTo>
                    <a:pt x="361" y="415"/>
                  </a:lnTo>
                  <a:lnTo>
                    <a:pt x="361" y="415"/>
                  </a:lnTo>
                  <a:lnTo>
                    <a:pt x="363" y="415"/>
                  </a:lnTo>
                  <a:lnTo>
                    <a:pt x="363" y="415"/>
                  </a:lnTo>
                  <a:lnTo>
                    <a:pt x="363" y="415"/>
                  </a:lnTo>
                  <a:lnTo>
                    <a:pt x="370" y="415"/>
                  </a:lnTo>
                  <a:lnTo>
                    <a:pt x="372" y="415"/>
                  </a:lnTo>
                  <a:lnTo>
                    <a:pt x="374" y="415"/>
                  </a:lnTo>
                  <a:lnTo>
                    <a:pt x="374" y="415"/>
                  </a:lnTo>
                  <a:lnTo>
                    <a:pt x="376" y="417"/>
                  </a:lnTo>
                  <a:lnTo>
                    <a:pt x="376" y="417"/>
                  </a:lnTo>
                  <a:lnTo>
                    <a:pt x="378" y="417"/>
                  </a:lnTo>
                  <a:lnTo>
                    <a:pt x="378" y="417"/>
                  </a:lnTo>
                  <a:lnTo>
                    <a:pt x="381" y="417"/>
                  </a:lnTo>
                  <a:lnTo>
                    <a:pt x="381" y="419"/>
                  </a:lnTo>
                  <a:lnTo>
                    <a:pt x="381" y="419"/>
                  </a:lnTo>
                  <a:lnTo>
                    <a:pt x="381" y="419"/>
                  </a:lnTo>
                  <a:lnTo>
                    <a:pt x="381" y="419"/>
                  </a:lnTo>
                  <a:lnTo>
                    <a:pt x="383" y="421"/>
                  </a:lnTo>
                  <a:lnTo>
                    <a:pt x="383" y="421"/>
                  </a:lnTo>
                  <a:lnTo>
                    <a:pt x="383" y="421"/>
                  </a:lnTo>
                  <a:lnTo>
                    <a:pt x="385" y="423"/>
                  </a:lnTo>
                  <a:lnTo>
                    <a:pt x="385" y="423"/>
                  </a:lnTo>
                  <a:lnTo>
                    <a:pt x="385" y="423"/>
                  </a:lnTo>
                  <a:lnTo>
                    <a:pt x="387" y="423"/>
                  </a:lnTo>
                  <a:lnTo>
                    <a:pt x="390" y="423"/>
                  </a:lnTo>
                  <a:lnTo>
                    <a:pt x="390" y="423"/>
                  </a:lnTo>
                  <a:lnTo>
                    <a:pt x="392" y="423"/>
                  </a:lnTo>
                  <a:lnTo>
                    <a:pt x="392" y="423"/>
                  </a:lnTo>
                  <a:lnTo>
                    <a:pt x="394" y="421"/>
                  </a:lnTo>
                  <a:lnTo>
                    <a:pt x="396" y="421"/>
                  </a:lnTo>
                  <a:lnTo>
                    <a:pt x="398" y="421"/>
                  </a:lnTo>
                  <a:lnTo>
                    <a:pt x="401" y="421"/>
                  </a:lnTo>
                  <a:lnTo>
                    <a:pt x="401" y="421"/>
                  </a:lnTo>
                  <a:lnTo>
                    <a:pt x="405" y="419"/>
                  </a:lnTo>
                  <a:lnTo>
                    <a:pt x="407" y="417"/>
                  </a:lnTo>
                  <a:lnTo>
                    <a:pt x="407" y="419"/>
                  </a:lnTo>
                  <a:lnTo>
                    <a:pt x="409" y="419"/>
                  </a:lnTo>
                  <a:lnTo>
                    <a:pt x="412" y="419"/>
                  </a:lnTo>
                  <a:lnTo>
                    <a:pt x="412" y="419"/>
                  </a:lnTo>
                  <a:lnTo>
                    <a:pt x="414" y="419"/>
                  </a:lnTo>
                  <a:lnTo>
                    <a:pt x="416" y="419"/>
                  </a:lnTo>
                  <a:lnTo>
                    <a:pt x="416" y="419"/>
                  </a:lnTo>
                  <a:lnTo>
                    <a:pt x="418" y="419"/>
                  </a:lnTo>
                  <a:lnTo>
                    <a:pt x="421" y="419"/>
                  </a:lnTo>
                  <a:lnTo>
                    <a:pt x="421" y="419"/>
                  </a:lnTo>
                  <a:lnTo>
                    <a:pt x="423" y="417"/>
                  </a:lnTo>
                  <a:lnTo>
                    <a:pt x="427" y="412"/>
                  </a:lnTo>
                  <a:lnTo>
                    <a:pt x="427" y="412"/>
                  </a:lnTo>
                  <a:lnTo>
                    <a:pt x="427" y="410"/>
                  </a:lnTo>
                  <a:lnTo>
                    <a:pt x="427" y="408"/>
                  </a:lnTo>
                  <a:lnTo>
                    <a:pt x="427" y="408"/>
                  </a:lnTo>
                  <a:lnTo>
                    <a:pt x="427" y="406"/>
                  </a:lnTo>
                  <a:lnTo>
                    <a:pt x="429" y="406"/>
                  </a:lnTo>
                  <a:lnTo>
                    <a:pt x="429" y="406"/>
                  </a:lnTo>
                  <a:lnTo>
                    <a:pt x="429" y="403"/>
                  </a:lnTo>
                  <a:lnTo>
                    <a:pt x="429" y="399"/>
                  </a:lnTo>
                  <a:lnTo>
                    <a:pt x="429" y="399"/>
                  </a:lnTo>
                  <a:lnTo>
                    <a:pt x="432" y="399"/>
                  </a:lnTo>
                  <a:lnTo>
                    <a:pt x="432" y="399"/>
                  </a:lnTo>
                  <a:lnTo>
                    <a:pt x="432" y="397"/>
                  </a:lnTo>
                  <a:lnTo>
                    <a:pt x="432" y="397"/>
                  </a:lnTo>
                  <a:lnTo>
                    <a:pt x="429" y="395"/>
                  </a:lnTo>
                  <a:lnTo>
                    <a:pt x="429" y="395"/>
                  </a:lnTo>
                  <a:lnTo>
                    <a:pt x="432" y="390"/>
                  </a:lnTo>
                  <a:lnTo>
                    <a:pt x="432" y="390"/>
                  </a:lnTo>
                  <a:lnTo>
                    <a:pt x="434" y="388"/>
                  </a:lnTo>
                  <a:lnTo>
                    <a:pt x="434" y="388"/>
                  </a:lnTo>
                  <a:lnTo>
                    <a:pt x="432" y="388"/>
                  </a:lnTo>
                  <a:lnTo>
                    <a:pt x="432" y="388"/>
                  </a:lnTo>
                  <a:lnTo>
                    <a:pt x="432" y="386"/>
                  </a:lnTo>
                  <a:lnTo>
                    <a:pt x="432" y="381"/>
                  </a:lnTo>
                  <a:lnTo>
                    <a:pt x="432" y="379"/>
                  </a:lnTo>
                  <a:lnTo>
                    <a:pt x="427" y="379"/>
                  </a:lnTo>
                  <a:lnTo>
                    <a:pt x="427" y="379"/>
                  </a:lnTo>
                  <a:lnTo>
                    <a:pt x="425" y="377"/>
                  </a:lnTo>
                  <a:lnTo>
                    <a:pt x="425" y="377"/>
                  </a:lnTo>
                  <a:lnTo>
                    <a:pt x="425" y="377"/>
                  </a:lnTo>
                  <a:lnTo>
                    <a:pt x="423" y="377"/>
                  </a:lnTo>
                  <a:lnTo>
                    <a:pt x="423" y="375"/>
                  </a:lnTo>
                  <a:lnTo>
                    <a:pt x="423" y="375"/>
                  </a:lnTo>
                  <a:lnTo>
                    <a:pt x="421" y="372"/>
                  </a:lnTo>
                  <a:lnTo>
                    <a:pt x="421" y="372"/>
                  </a:lnTo>
                  <a:lnTo>
                    <a:pt x="421" y="372"/>
                  </a:lnTo>
                  <a:lnTo>
                    <a:pt x="421" y="370"/>
                  </a:lnTo>
                  <a:lnTo>
                    <a:pt x="418" y="370"/>
                  </a:lnTo>
                  <a:lnTo>
                    <a:pt x="418" y="370"/>
                  </a:lnTo>
                  <a:lnTo>
                    <a:pt x="416" y="370"/>
                  </a:lnTo>
                  <a:lnTo>
                    <a:pt x="416" y="368"/>
                  </a:lnTo>
                  <a:lnTo>
                    <a:pt x="416" y="366"/>
                  </a:lnTo>
                  <a:lnTo>
                    <a:pt x="416" y="366"/>
                  </a:lnTo>
                  <a:lnTo>
                    <a:pt x="416" y="364"/>
                  </a:lnTo>
                  <a:lnTo>
                    <a:pt x="416" y="361"/>
                  </a:lnTo>
                  <a:lnTo>
                    <a:pt x="414" y="359"/>
                  </a:lnTo>
                  <a:lnTo>
                    <a:pt x="414" y="359"/>
                  </a:lnTo>
                  <a:lnTo>
                    <a:pt x="414" y="357"/>
                  </a:lnTo>
                  <a:lnTo>
                    <a:pt x="414" y="355"/>
                  </a:lnTo>
                  <a:lnTo>
                    <a:pt x="414" y="355"/>
                  </a:lnTo>
                  <a:lnTo>
                    <a:pt x="414" y="352"/>
                  </a:lnTo>
                  <a:lnTo>
                    <a:pt x="414" y="352"/>
                  </a:lnTo>
                  <a:lnTo>
                    <a:pt x="414" y="350"/>
                  </a:lnTo>
                  <a:lnTo>
                    <a:pt x="414" y="346"/>
                  </a:lnTo>
                  <a:lnTo>
                    <a:pt x="414" y="344"/>
                  </a:lnTo>
                  <a:lnTo>
                    <a:pt x="414" y="344"/>
                  </a:lnTo>
                  <a:lnTo>
                    <a:pt x="414" y="344"/>
                  </a:lnTo>
                  <a:lnTo>
                    <a:pt x="414" y="341"/>
                  </a:lnTo>
                  <a:lnTo>
                    <a:pt x="414" y="341"/>
                  </a:lnTo>
                  <a:lnTo>
                    <a:pt x="414" y="341"/>
                  </a:lnTo>
                  <a:lnTo>
                    <a:pt x="414" y="339"/>
                  </a:lnTo>
                  <a:lnTo>
                    <a:pt x="414" y="339"/>
                  </a:lnTo>
                  <a:lnTo>
                    <a:pt x="414" y="339"/>
                  </a:lnTo>
                  <a:lnTo>
                    <a:pt x="414" y="339"/>
                  </a:lnTo>
                  <a:lnTo>
                    <a:pt x="414" y="337"/>
                  </a:lnTo>
                  <a:lnTo>
                    <a:pt x="414" y="337"/>
                  </a:lnTo>
                  <a:lnTo>
                    <a:pt x="414" y="335"/>
                  </a:lnTo>
                  <a:lnTo>
                    <a:pt x="414" y="335"/>
                  </a:lnTo>
                  <a:lnTo>
                    <a:pt x="414" y="333"/>
                  </a:lnTo>
                  <a:lnTo>
                    <a:pt x="414" y="333"/>
                  </a:lnTo>
                  <a:lnTo>
                    <a:pt x="416" y="333"/>
                  </a:lnTo>
                  <a:lnTo>
                    <a:pt x="416" y="333"/>
                  </a:lnTo>
                  <a:lnTo>
                    <a:pt x="418" y="333"/>
                  </a:lnTo>
                  <a:lnTo>
                    <a:pt x="418" y="330"/>
                  </a:lnTo>
                  <a:lnTo>
                    <a:pt x="418" y="330"/>
                  </a:lnTo>
                  <a:lnTo>
                    <a:pt x="418" y="330"/>
                  </a:lnTo>
                  <a:lnTo>
                    <a:pt x="423" y="324"/>
                  </a:lnTo>
                  <a:lnTo>
                    <a:pt x="423" y="324"/>
                  </a:lnTo>
                  <a:lnTo>
                    <a:pt x="425" y="321"/>
                  </a:lnTo>
                  <a:lnTo>
                    <a:pt x="425" y="321"/>
                  </a:lnTo>
                  <a:lnTo>
                    <a:pt x="427" y="319"/>
                  </a:lnTo>
                  <a:lnTo>
                    <a:pt x="427" y="317"/>
                  </a:lnTo>
                  <a:lnTo>
                    <a:pt x="432" y="315"/>
                  </a:lnTo>
                  <a:lnTo>
                    <a:pt x="434" y="313"/>
                  </a:lnTo>
                  <a:lnTo>
                    <a:pt x="434" y="308"/>
                  </a:lnTo>
                  <a:lnTo>
                    <a:pt x="434" y="306"/>
                  </a:lnTo>
                  <a:lnTo>
                    <a:pt x="434" y="306"/>
                  </a:lnTo>
                  <a:lnTo>
                    <a:pt x="434" y="306"/>
                  </a:lnTo>
                  <a:lnTo>
                    <a:pt x="434" y="304"/>
                  </a:lnTo>
                  <a:lnTo>
                    <a:pt x="436" y="304"/>
                  </a:lnTo>
                  <a:lnTo>
                    <a:pt x="436" y="301"/>
                  </a:lnTo>
                  <a:lnTo>
                    <a:pt x="436" y="301"/>
                  </a:lnTo>
                  <a:lnTo>
                    <a:pt x="434" y="297"/>
                  </a:lnTo>
                  <a:lnTo>
                    <a:pt x="434" y="297"/>
                  </a:lnTo>
                  <a:lnTo>
                    <a:pt x="434" y="293"/>
                  </a:lnTo>
                  <a:lnTo>
                    <a:pt x="432" y="290"/>
                  </a:lnTo>
                  <a:lnTo>
                    <a:pt x="432" y="288"/>
                  </a:lnTo>
                  <a:lnTo>
                    <a:pt x="432" y="286"/>
                  </a:lnTo>
                  <a:lnTo>
                    <a:pt x="432" y="286"/>
                  </a:lnTo>
                  <a:lnTo>
                    <a:pt x="432" y="286"/>
                  </a:lnTo>
                  <a:lnTo>
                    <a:pt x="432" y="284"/>
                  </a:lnTo>
                  <a:lnTo>
                    <a:pt x="432" y="284"/>
                  </a:lnTo>
                  <a:lnTo>
                    <a:pt x="432" y="284"/>
                  </a:lnTo>
                  <a:lnTo>
                    <a:pt x="429" y="282"/>
                  </a:lnTo>
                  <a:lnTo>
                    <a:pt x="429" y="282"/>
                  </a:lnTo>
                  <a:lnTo>
                    <a:pt x="429" y="279"/>
                  </a:lnTo>
                  <a:lnTo>
                    <a:pt x="427" y="277"/>
                  </a:lnTo>
                  <a:lnTo>
                    <a:pt x="427" y="275"/>
                  </a:lnTo>
                  <a:lnTo>
                    <a:pt x="425" y="275"/>
                  </a:lnTo>
                  <a:lnTo>
                    <a:pt x="425" y="275"/>
                  </a:lnTo>
                  <a:lnTo>
                    <a:pt x="425" y="273"/>
                  </a:lnTo>
                  <a:lnTo>
                    <a:pt x="425" y="270"/>
                  </a:lnTo>
                  <a:lnTo>
                    <a:pt x="425" y="270"/>
                  </a:lnTo>
                  <a:lnTo>
                    <a:pt x="425" y="268"/>
                  </a:lnTo>
                  <a:lnTo>
                    <a:pt x="425" y="268"/>
                  </a:lnTo>
                  <a:lnTo>
                    <a:pt x="425" y="266"/>
                  </a:lnTo>
                  <a:lnTo>
                    <a:pt x="425" y="264"/>
                  </a:lnTo>
                  <a:lnTo>
                    <a:pt x="425" y="264"/>
                  </a:lnTo>
                  <a:lnTo>
                    <a:pt x="427" y="262"/>
                  </a:lnTo>
                  <a:lnTo>
                    <a:pt x="427" y="262"/>
                  </a:lnTo>
                  <a:lnTo>
                    <a:pt x="429" y="262"/>
                  </a:lnTo>
                  <a:lnTo>
                    <a:pt x="429" y="257"/>
                  </a:lnTo>
                  <a:lnTo>
                    <a:pt x="432" y="255"/>
                  </a:lnTo>
                  <a:lnTo>
                    <a:pt x="432" y="253"/>
                  </a:lnTo>
                  <a:lnTo>
                    <a:pt x="432" y="251"/>
                  </a:lnTo>
                  <a:lnTo>
                    <a:pt x="429" y="251"/>
                  </a:lnTo>
                  <a:lnTo>
                    <a:pt x="429" y="246"/>
                  </a:lnTo>
                  <a:lnTo>
                    <a:pt x="429" y="246"/>
                  </a:lnTo>
                  <a:lnTo>
                    <a:pt x="427" y="244"/>
                  </a:lnTo>
                  <a:lnTo>
                    <a:pt x="427" y="244"/>
                  </a:lnTo>
                  <a:lnTo>
                    <a:pt x="425" y="244"/>
                  </a:lnTo>
                  <a:lnTo>
                    <a:pt x="425" y="244"/>
                  </a:lnTo>
                  <a:lnTo>
                    <a:pt x="423" y="244"/>
                  </a:lnTo>
                  <a:lnTo>
                    <a:pt x="423" y="239"/>
                  </a:lnTo>
                  <a:lnTo>
                    <a:pt x="423" y="237"/>
                  </a:lnTo>
                  <a:lnTo>
                    <a:pt x="423" y="237"/>
                  </a:lnTo>
                  <a:lnTo>
                    <a:pt x="421" y="233"/>
                  </a:lnTo>
                  <a:lnTo>
                    <a:pt x="423" y="233"/>
                  </a:lnTo>
                  <a:lnTo>
                    <a:pt x="425" y="228"/>
                  </a:lnTo>
                  <a:lnTo>
                    <a:pt x="427" y="228"/>
                  </a:lnTo>
                  <a:lnTo>
                    <a:pt x="427" y="226"/>
                  </a:lnTo>
                  <a:lnTo>
                    <a:pt x="427" y="226"/>
                  </a:lnTo>
                  <a:lnTo>
                    <a:pt x="429" y="226"/>
                  </a:lnTo>
                  <a:lnTo>
                    <a:pt x="429" y="224"/>
                  </a:lnTo>
                  <a:lnTo>
                    <a:pt x="429" y="224"/>
                  </a:lnTo>
                  <a:lnTo>
                    <a:pt x="432" y="222"/>
                  </a:lnTo>
                  <a:lnTo>
                    <a:pt x="432" y="222"/>
                  </a:lnTo>
                  <a:lnTo>
                    <a:pt x="432" y="220"/>
                  </a:lnTo>
                  <a:lnTo>
                    <a:pt x="432" y="220"/>
                  </a:lnTo>
                  <a:lnTo>
                    <a:pt x="432" y="217"/>
                  </a:lnTo>
                  <a:lnTo>
                    <a:pt x="436" y="215"/>
                  </a:lnTo>
                  <a:lnTo>
                    <a:pt x="436" y="213"/>
                  </a:lnTo>
                  <a:lnTo>
                    <a:pt x="436" y="213"/>
                  </a:lnTo>
                  <a:lnTo>
                    <a:pt x="438" y="213"/>
                  </a:lnTo>
                  <a:lnTo>
                    <a:pt x="438" y="211"/>
                  </a:lnTo>
                  <a:lnTo>
                    <a:pt x="440" y="211"/>
                  </a:lnTo>
                  <a:lnTo>
                    <a:pt x="440" y="208"/>
                  </a:lnTo>
                  <a:lnTo>
                    <a:pt x="443" y="208"/>
                  </a:lnTo>
                  <a:lnTo>
                    <a:pt x="443" y="206"/>
                  </a:lnTo>
                  <a:lnTo>
                    <a:pt x="443" y="204"/>
                  </a:lnTo>
                  <a:lnTo>
                    <a:pt x="443" y="204"/>
                  </a:lnTo>
                  <a:lnTo>
                    <a:pt x="445" y="202"/>
                  </a:lnTo>
                  <a:lnTo>
                    <a:pt x="445" y="200"/>
                  </a:lnTo>
                  <a:lnTo>
                    <a:pt x="445" y="195"/>
                  </a:lnTo>
                  <a:lnTo>
                    <a:pt x="445" y="193"/>
                  </a:lnTo>
                  <a:lnTo>
                    <a:pt x="445" y="191"/>
                  </a:lnTo>
                  <a:lnTo>
                    <a:pt x="447" y="188"/>
                  </a:lnTo>
                  <a:lnTo>
                    <a:pt x="452" y="184"/>
                  </a:lnTo>
                  <a:lnTo>
                    <a:pt x="454" y="182"/>
                  </a:lnTo>
                  <a:lnTo>
                    <a:pt x="456" y="180"/>
                  </a:lnTo>
                  <a:lnTo>
                    <a:pt x="456" y="177"/>
                  </a:lnTo>
                  <a:lnTo>
                    <a:pt x="456" y="177"/>
                  </a:lnTo>
                  <a:lnTo>
                    <a:pt x="458" y="175"/>
                  </a:lnTo>
                  <a:lnTo>
                    <a:pt x="458" y="175"/>
                  </a:lnTo>
                  <a:lnTo>
                    <a:pt x="458" y="175"/>
                  </a:lnTo>
                  <a:lnTo>
                    <a:pt x="458" y="177"/>
                  </a:lnTo>
                  <a:lnTo>
                    <a:pt x="458" y="177"/>
                  </a:lnTo>
                  <a:lnTo>
                    <a:pt x="460" y="177"/>
                  </a:lnTo>
                  <a:lnTo>
                    <a:pt x="460" y="177"/>
                  </a:lnTo>
                  <a:lnTo>
                    <a:pt x="460" y="177"/>
                  </a:lnTo>
                  <a:lnTo>
                    <a:pt x="463" y="177"/>
                  </a:lnTo>
                  <a:lnTo>
                    <a:pt x="463" y="177"/>
                  </a:lnTo>
                  <a:lnTo>
                    <a:pt x="463" y="177"/>
                  </a:lnTo>
                  <a:lnTo>
                    <a:pt x="465" y="177"/>
                  </a:lnTo>
                  <a:lnTo>
                    <a:pt x="467" y="177"/>
                  </a:lnTo>
                  <a:lnTo>
                    <a:pt x="467" y="177"/>
                  </a:lnTo>
                  <a:lnTo>
                    <a:pt x="467" y="175"/>
                  </a:lnTo>
                  <a:lnTo>
                    <a:pt x="467" y="175"/>
                  </a:lnTo>
                  <a:lnTo>
                    <a:pt x="467" y="175"/>
                  </a:lnTo>
                  <a:lnTo>
                    <a:pt x="469" y="175"/>
                  </a:lnTo>
                  <a:lnTo>
                    <a:pt x="469" y="175"/>
                  </a:lnTo>
                  <a:lnTo>
                    <a:pt x="469" y="175"/>
                  </a:lnTo>
                  <a:lnTo>
                    <a:pt x="474" y="175"/>
                  </a:lnTo>
                  <a:lnTo>
                    <a:pt x="476" y="175"/>
                  </a:lnTo>
                  <a:lnTo>
                    <a:pt x="476" y="175"/>
                  </a:lnTo>
                  <a:lnTo>
                    <a:pt x="478" y="175"/>
                  </a:lnTo>
                  <a:lnTo>
                    <a:pt x="480" y="173"/>
                  </a:lnTo>
                  <a:lnTo>
                    <a:pt x="487" y="164"/>
                  </a:lnTo>
                  <a:lnTo>
                    <a:pt x="487" y="164"/>
                  </a:lnTo>
                  <a:lnTo>
                    <a:pt x="487" y="164"/>
                  </a:lnTo>
                  <a:lnTo>
                    <a:pt x="485" y="162"/>
                  </a:lnTo>
                  <a:lnTo>
                    <a:pt x="485" y="162"/>
                  </a:lnTo>
                  <a:lnTo>
                    <a:pt x="487" y="162"/>
                  </a:lnTo>
                  <a:lnTo>
                    <a:pt x="494" y="160"/>
                  </a:lnTo>
                  <a:lnTo>
                    <a:pt x="496" y="160"/>
                  </a:lnTo>
                  <a:lnTo>
                    <a:pt x="496" y="157"/>
                  </a:lnTo>
                  <a:lnTo>
                    <a:pt x="496" y="157"/>
                  </a:lnTo>
                  <a:lnTo>
                    <a:pt x="496" y="157"/>
                  </a:lnTo>
                  <a:lnTo>
                    <a:pt x="496" y="157"/>
                  </a:lnTo>
                  <a:lnTo>
                    <a:pt x="496" y="155"/>
                  </a:lnTo>
                  <a:lnTo>
                    <a:pt x="498" y="155"/>
                  </a:lnTo>
                  <a:lnTo>
                    <a:pt x="498" y="155"/>
                  </a:lnTo>
                  <a:lnTo>
                    <a:pt x="498" y="155"/>
                  </a:lnTo>
                  <a:lnTo>
                    <a:pt x="498" y="151"/>
                  </a:lnTo>
                  <a:lnTo>
                    <a:pt x="500" y="151"/>
                  </a:lnTo>
                  <a:lnTo>
                    <a:pt x="503" y="149"/>
                  </a:lnTo>
                  <a:lnTo>
                    <a:pt x="503" y="149"/>
                  </a:lnTo>
                  <a:lnTo>
                    <a:pt x="505" y="146"/>
                  </a:lnTo>
                  <a:lnTo>
                    <a:pt x="505" y="144"/>
                  </a:lnTo>
                  <a:lnTo>
                    <a:pt x="507" y="144"/>
                  </a:lnTo>
                  <a:lnTo>
                    <a:pt x="507" y="142"/>
                  </a:lnTo>
                  <a:lnTo>
                    <a:pt x="507" y="142"/>
                  </a:lnTo>
                  <a:lnTo>
                    <a:pt x="507" y="140"/>
                  </a:lnTo>
                  <a:lnTo>
                    <a:pt x="507" y="140"/>
                  </a:lnTo>
                  <a:lnTo>
                    <a:pt x="507" y="138"/>
                  </a:lnTo>
                  <a:close/>
                  <a:moveTo>
                    <a:pt x="358" y="102"/>
                  </a:moveTo>
                  <a:lnTo>
                    <a:pt x="361" y="102"/>
                  </a:lnTo>
                  <a:lnTo>
                    <a:pt x="358" y="104"/>
                  </a:lnTo>
                  <a:lnTo>
                    <a:pt x="358" y="104"/>
                  </a:lnTo>
                  <a:lnTo>
                    <a:pt x="358" y="106"/>
                  </a:lnTo>
                  <a:lnTo>
                    <a:pt x="358" y="106"/>
                  </a:lnTo>
                  <a:lnTo>
                    <a:pt x="358" y="106"/>
                  </a:lnTo>
                  <a:lnTo>
                    <a:pt x="361" y="106"/>
                  </a:lnTo>
                  <a:lnTo>
                    <a:pt x="361" y="106"/>
                  </a:lnTo>
                  <a:lnTo>
                    <a:pt x="363" y="106"/>
                  </a:lnTo>
                  <a:lnTo>
                    <a:pt x="365" y="106"/>
                  </a:lnTo>
                  <a:lnTo>
                    <a:pt x="365" y="104"/>
                  </a:lnTo>
                  <a:lnTo>
                    <a:pt x="365" y="104"/>
                  </a:lnTo>
                  <a:lnTo>
                    <a:pt x="365" y="102"/>
                  </a:lnTo>
                  <a:lnTo>
                    <a:pt x="365" y="102"/>
                  </a:lnTo>
                  <a:lnTo>
                    <a:pt x="363" y="102"/>
                  </a:lnTo>
                  <a:lnTo>
                    <a:pt x="363" y="102"/>
                  </a:lnTo>
                  <a:lnTo>
                    <a:pt x="363" y="102"/>
                  </a:lnTo>
                  <a:lnTo>
                    <a:pt x="363" y="102"/>
                  </a:lnTo>
                  <a:lnTo>
                    <a:pt x="363" y="102"/>
                  </a:lnTo>
                  <a:lnTo>
                    <a:pt x="361" y="102"/>
                  </a:lnTo>
                  <a:lnTo>
                    <a:pt x="361" y="102"/>
                  </a:lnTo>
                  <a:lnTo>
                    <a:pt x="361" y="102"/>
                  </a:lnTo>
                  <a:lnTo>
                    <a:pt x="361" y="100"/>
                  </a:lnTo>
                  <a:lnTo>
                    <a:pt x="361" y="100"/>
                  </a:lnTo>
                  <a:lnTo>
                    <a:pt x="361" y="100"/>
                  </a:lnTo>
                  <a:lnTo>
                    <a:pt x="358" y="100"/>
                  </a:lnTo>
                  <a:lnTo>
                    <a:pt x="358" y="100"/>
                  </a:lnTo>
                  <a:lnTo>
                    <a:pt x="358" y="100"/>
                  </a:lnTo>
                  <a:lnTo>
                    <a:pt x="358" y="102"/>
                  </a:lnTo>
                  <a:lnTo>
                    <a:pt x="358" y="102"/>
                  </a:lnTo>
                  <a:close/>
                  <a:moveTo>
                    <a:pt x="310" y="129"/>
                  </a:moveTo>
                  <a:lnTo>
                    <a:pt x="310" y="129"/>
                  </a:lnTo>
                  <a:lnTo>
                    <a:pt x="312" y="124"/>
                  </a:lnTo>
                  <a:lnTo>
                    <a:pt x="312" y="122"/>
                  </a:lnTo>
                  <a:lnTo>
                    <a:pt x="310" y="122"/>
                  </a:lnTo>
                  <a:lnTo>
                    <a:pt x="308" y="124"/>
                  </a:lnTo>
                  <a:lnTo>
                    <a:pt x="305" y="129"/>
                  </a:lnTo>
                  <a:lnTo>
                    <a:pt x="305" y="131"/>
                  </a:lnTo>
                  <a:lnTo>
                    <a:pt x="305" y="131"/>
                  </a:lnTo>
                  <a:lnTo>
                    <a:pt x="305" y="133"/>
                  </a:lnTo>
                  <a:lnTo>
                    <a:pt x="305" y="135"/>
                  </a:lnTo>
                  <a:lnTo>
                    <a:pt x="305" y="138"/>
                  </a:lnTo>
                  <a:lnTo>
                    <a:pt x="305" y="138"/>
                  </a:lnTo>
                  <a:lnTo>
                    <a:pt x="305" y="140"/>
                  </a:lnTo>
                  <a:lnTo>
                    <a:pt x="305" y="142"/>
                  </a:lnTo>
                  <a:lnTo>
                    <a:pt x="305" y="142"/>
                  </a:lnTo>
                  <a:lnTo>
                    <a:pt x="303" y="142"/>
                  </a:lnTo>
                  <a:lnTo>
                    <a:pt x="303" y="144"/>
                  </a:lnTo>
                  <a:lnTo>
                    <a:pt x="303" y="144"/>
                  </a:lnTo>
                  <a:lnTo>
                    <a:pt x="303" y="146"/>
                  </a:lnTo>
                  <a:lnTo>
                    <a:pt x="303" y="146"/>
                  </a:lnTo>
                  <a:lnTo>
                    <a:pt x="303" y="146"/>
                  </a:lnTo>
                  <a:lnTo>
                    <a:pt x="303" y="146"/>
                  </a:lnTo>
                  <a:lnTo>
                    <a:pt x="303" y="146"/>
                  </a:lnTo>
                  <a:lnTo>
                    <a:pt x="303" y="146"/>
                  </a:lnTo>
                  <a:lnTo>
                    <a:pt x="303" y="146"/>
                  </a:lnTo>
                  <a:lnTo>
                    <a:pt x="303" y="146"/>
                  </a:lnTo>
                  <a:lnTo>
                    <a:pt x="305" y="146"/>
                  </a:lnTo>
                  <a:lnTo>
                    <a:pt x="305" y="146"/>
                  </a:lnTo>
                  <a:lnTo>
                    <a:pt x="308" y="142"/>
                  </a:lnTo>
                  <a:lnTo>
                    <a:pt x="308" y="140"/>
                  </a:lnTo>
                  <a:lnTo>
                    <a:pt x="310" y="140"/>
                  </a:lnTo>
                  <a:lnTo>
                    <a:pt x="312" y="140"/>
                  </a:lnTo>
                  <a:lnTo>
                    <a:pt x="310" y="138"/>
                  </a:lnTo>
                  <a:lnTo>
                    <a:pt x="310" y="135"/>
                  </a:lnTo>
                  <a:lnTo>
                    <a:pt x="312" y="135"/>
                  </a:lnTo>
                  <a:lnTo>
                    <a:pt x="312" y="133"/>
                  </a:lnTo>
                  <a:lnTo>
                    <a:pt x="312" y="129"/>
                  </a:lnTo>
                  <a:lnTo>
                    <a:pt x="310" y="131"/>
                  </a:lnTo>
                  <a:lnTo>
                    <a:pt x="310" y="131"/>
                  </a:lnTo>
                  <a:lnTo>
                    <a:pt x="310" y="131"/>
                  </a:lnTo>
                  <a:lnTo>
                    <a:pt x="310" y="129"/>
                  </a:lnTo>
                  <a:lnTo>
                    <a:pt x="310" y="129"/>
                  </a:lnTo>
                  <a:close/>
                  <a:moveTo>
                    <a:pt x="274" y="24"/>
                  </a:moveTo>
                  <a:lnTo>
                    <a:pt x="277" y="27"/>
                  </a:lnTo>
                  <a:lnTo>
                    <a:pt x="277" y="24"/>
                  </a:lnTo>
                  <a:lnTo>
                    <a:pt x="277" y="24"/>
                  </a:lnTo>
                  <a:lnTo>
                    <a:pt x="277" y="24"/>
                  </a:lnTo>
                  <a:lnTo>
                    <a:pt x="279" y="24"/>
                  </a:lnTo>
                  <a:lnTo>
                    <a:pt x="279" y="24"/>
                  </a:lnTo>
                  <a:lnTo>
                    <a:pt x="279" y="22"/>
                  </a:lnTo>
                  <a:lnTo>
                    <a:pt x="279" y="22"/>
                  </a:lnTo>
                  <a:lnTo>
                    <a:pt x="281" y="22"/>
                  </a:lnTo>
                  <a:lnTo>
                    <a:pt x="281" y="22"/>
                  </a:lnTo>
                  <a:lnTo>
                    <a:pt x="281" y="20"/>
                  </a:lnTo>
                  <a:lnTo>
                    <a:pt x="281" y="20"/>
                  </a:lnTo>
                  <a:lnTo>
                    <a:pt x="281" y="20"/>
                  </a:lnTo>
                  <a:lnTo>
                    <a:pt x="281" y="20"/>
                  </a:lnTo>
                  <a:lnTo>
                    <a:pt x="281" y="20"/>
                  </a:lnTo>
                  <a:lnTo>
                    <a:pt x="281" y="20"/>
                  </a:lnTo>
                  <a:lnTo>
                    <a:pt x="281" y="20"/>
                  </a:lnTo>
                  <a:lnTo>
                    <a:pt x="281" y="20"/>
                  </a:lnTo>
                  <a:lnTo>
                    <a:pt x="281" y="20"/>
                  </a:lnTo>
                  <a:lnTo>
                    <a:pt x="283" y="20"/>
                  </a:lnTo>
                  <a:lnTo>
                    <a:pt x="283" y="18"/>
                  </a:lnTo>
                  <a:lnTo>
                    <a:pt x="283" y="18"/>
                  </a:lnTo>
                  <a:lnTo>
                    <a:pt x="281" y="16"/>
                  </a:lnTo>
                  <a:lnTo>
                    <a:pt x="281" y="16"/>
                  </a:lnTo>
                  <a:lnTo>
                    <a:pt x="281" y="16"/>
                  </a:lnTo>
                  <a:lnTo>
                    <a:pt x="279" y="16"/>
                  </a:lnTo>
                  <a:lnTo>
                    <a:pt x="279" y="16"/>
                  </a:lnTo>
                  <a:lnTo>
                    <a:pt x="279" y="16"/>
                  </a:lnTo>
                  <a:lnTo>
                    <a:pt x="279" y="16"/>
                  </a:lnTo>
                  <a:lnTo>
                    <a:pt x="277" y="16"/>
                  </a:lnTo>
                  <a:lnTo>
                    <a:pt x="274" y="16"/>
                  </a:lnTo>
                  <a:lnTo>
                    <a:pt x="274" y="18"/>
                  </a:lnTo>
                  <a:lnTo>
                    <a:pt x="274" y="18"/>
                  </a:lnTo>
                  <a:lnTo>
                    <a:pt x="277" y="18"/>
                  </a:lnTo>
                  <a:lnTo>
                    <a:pt x="277" y="20"/>
                  </a:lnTo>
                  <a:lnTo>
                    <a:pt x="274" y="22"/>
                  </a:lnTo>
                  <a:lnTo>
                    <a:pt x="274" y="22"/>
                  </a:lnTo>
                  <a:lnTo>
                    <a:pt x="274" y="20"/>
                  </a:lnTo>
                  <a:lnTo>
                    <a:pt x="274" y="20"/>
                  </a:lnTo>
                  <a:lnTo>
                    <a:pt x="272" y="20"/>
                  </a:lnTo>
                  <a:lnTo>
                    <a:pt x="272" y="20"/>
                  </a:lnTo>
                  <a:lnTo>
                    <a:pt x="272" y="22"/>
                  </a:lnTo>
                  <a:lnTo>
                    <a:pt x="272" y="22"/>
                  </a:lnTo>
                  <a:lnTo>
                    <a:pt x="272" y="24"/>
                  </a:lnTo>
                  <a:lnTo>
                    <a:pt x="274" y="24"/>
                  </a:lnTo>
                  <a:close/>
                </a:path>
              </a:pathLst>
            </a:custGeom>
            <a:solidFill>
              <a:srgbClr val="D6D9ED"/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49B1CAEE-E26B-485D-ADC5-98563659F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5" y="1852"/>
              <a:ext cx="539" cy="538"/>
            </a:xfrm>
            <a:custGeom>
              <a:avLst/>
              <a:gdLst>
                <a:gd name="T0" fmla="*/ 530 w 539"/>
                <a:gd name="T1" fmla="*/ 141 h 538"/>
                <a:gd name="T2" fmla="*/ 523 w 539"/>
                <a:gd name="T3" fmla="*/ 70 h 538"/>
                <a:gd name="T4" fmla="*/ 526 w 539"/>
                <a:gd name="T5" fmla="*/ 42 h 538"/>
                <a:gd name="T6" fmla="*/ 475 w 539"/>
                <a:gd name="T7" fmla="*/ 48 h 538"/>
                <a:gd name="T8" fmla="*/ 421 w 539"/>
                <a:gd name="T9" fmla="*/ 64 h 538"/>
                <a:gd name="T10" fmla="*/ 413 w 539"/>
                <a:gd name="T11" fmla="*/ 55 h 538"/>
                <a:gd name="T12" fmla="*/ 393 w 539"/>
                <a:gd name="T13" fmla="*/ 64 h 538"/>
                <a:gd name="T14" fmla="*/ 375 w 539"/>
                <a:gd name="T15" fmla="*/ 48 h 538"/>
                <a:gd name="T16" fmla="*/ 335 w 539"/>
                <a:gd name="T17" fmla="*/ 68 h 538"/>
                <a:gd name="T18" fmla="*/ 326 w 539"/>
                <a:gd name="T19" fmla="*/ 44 h 538"/>
                <a:gd name="T20" fmla="*/ 302 w 539"/>
                <a:gd name="T21" fmla="*/ 24 h 538"/>
                <a:gd name="T22" fmla="*/ 218 w 539"/>
                <a:gd name="T23" fmla="*/ 37 h 538"/>
                <a:gd name="T24" fmla="*/ 220 w 539"/>
                <a:gd name="T25" fmla="*/ 4 h 538"/>
                <a:gd name="T26" fmla="*/ 206 w 539"/>
                <a:gd name="T27" fmla="*/ 20 h 538"/>
                <a:gd name="T28" fmla="*/ 198 w 539"/>
                <a:gd name="T29" fmla="*/ 46 h 538"/>
                <a:gd name="T30" fmla="*/ 195 w 539"/>
                <a:gd name="T31" fmla="*/ 62 h 538"/>
                <a:gd name="T32" fmla="*/ 184 w 539"/>
                <a:gd name="T33" fmla="*/ 82 h 538"/>
                <a:gd name="T34" fmla="*/ 175 w 539"/>
                <a:gd name="T35" fmla="*/ 106 h 538"/>
                <a:gd name="T36" fmla="*/ 175 w 539"/>
                <a:gd name="T37" fmla="*/ 128 h 538"/>
                <a:gd name="T38" fmla="*/ 164 w 539"/>
                <a:gd name="T39" fmla="*/ 150 h 538"/>
                <a:gd name="T40" fmla="*/ 160 w 539"/>
                <a:gd name="T41" fmla="*/ 175 h 538"/>
                <a:gd name="T42" fmla="*/ 140 w 539"/>
                <a:gd name="T43" fmla="*/ 192 h 538"/>
                <a:gd name="T44" fmla="*/ 116 w 539"/>
                <a:gd name="T45" fmla="*/ 217 h 538"/>
                <a:gd name="T46" fmla="*/ 100 w 539"/>
                <a:gd name="T47" fmla="*/ 254 h 538"/>
                <a:gd name="T48" fmla="*/ 67 w 539"/>
                <a:gd name="T49" fmla="*/ 274 h 538"/>
                <a:gd name="T50" fmla="*/ 42 w 539"/>
                <a:gd name="T51" fmla="*/ 292 h 538"/>
                <a:gd name="T52" fmla="*/ 40 w 539"/>
                <a:gd name="T53" fmla="*/ 316 h 538"/>
                <a:gd name="T54" fmla="*/ 11 w 539"/>
                <a:gd name="T55" fmla="*/ 352 h 538"/>
                <a:gd name="T56" fmla="*/ 0 w 539"/>
                <a:gd name="T57" fmla="*/ 385 h 538"/>
                <a:gd name="T58" fmla="*/ 18 w 539"/>
                <a:gd name="T59" fmla="*/ 454 h 538"/>
                <a:gd name="T60" fmla="*/ 40 w 539"/>
                <a:gd name="T61" fmla="*/ 478 h 538"/>
                <a:gd name="T62" fmla="*/ 96 w 539"/>
                <a:gd name="T63" fmla="*/ 498 h 538"/>
                <a:gd name="T64" fmla="*/ 151 w 539"/>
                <a:gd name="T65" fmla="*/ 523 h 538"/>
                <a:gd name="T66" fmla="*/ 173 w 539"/>
                <a:gd name="T67" fmla="*/ 531 h 538"/>
                <a:gd name="T68" fmla="*/ 202 w 539"/>
                <a:gd name="T69" fmla="*/ 503 h 538"/>
                <a:gd name="T70" fmla="*/ 233 w 539"/>
                <a:gd name="T71" fmla="*/ 472 h 538"/>
                <a:gd name="T72" fmla="*/ 277 w 539"/>
                <a:gd name="T73" fmla="*/ 467 h 538"/>
                <a:gd name="T74" fmla="*/ 375 w 539"/>
                <a:gd name="T75" fmla="*/ 454 h 538"/>
                <a:gd name="T76" fmla="*/ 413 w 539"/>
                <a:gd name="T77" fmla="*/ 445 h 538"/>
                <a:gd name="T78" fmla="*/ 437 w 539"/>
                <a:gd name="T79" fmla="*/ 427 h 538"/>
                <a:gd name="T80" fmla="*/ 432 w 539"/>
                <a:gd name="T81" fmla="*/ 407 h 538"/>
                <a:gd name="T82" fmla="*/ 432 w 539"/>
                <a:gd name="T83" fmla="*/ 385 h 538"/>
                <a:gd name="T84" fmla="*/ 419 w 539"/>
                <a:gd name="T85" fmla="*/ 383 h 538"/>
                <a:gd name="T86" fmla="*/ 426 w 539"/>
                <a:gd name="T87" fmla="*/ 372 h 538"/>
                <a:gd name="T88" fmla="*/ 432 w 539"/>
                <a:gd name="T89" fmla="*/ 363 h 538"/>
                <a:gd name="T90" fmla="*/ 439 w 539"/>
                <a:gd name="T91" fmla="*/ 354 h 538"/>
                <a:gd name="T92" fmla="*/ 444 w 539"/>
                <a:gd name="T93" fmla="*/ 345 h 538"/>
                <a:gd name="T94" fmla="*/ 439 w 539"/>
                <a:gd name="T95" fmla="*/ 321 h 538"/>
                <a:gd name="T96" fmla="*/ 426 w 539"/>
                <a:gd name="T97" fmla="*/ 308 h 538"/>
                <a:gd name="T98" fmla="*/ 370 w 539"/>
                <a:gd name="T99" fmla="*/ 274 h 538"/>
                <a:gd name="T100" fmla="*/ 368 w 539"/>
                <a:gd name="T101" fmla="*/ 252 h 538"/>
                <a:gd name="T102" fmla="*/ 428 w 539"/>
                <a:gd name="T103" fmla="*/ 234 h 538"/>
                <a:gd name="T104" fmla="*/ 432 w 539"/>
                <a:gd name="T105" fmla="*/ 263 h 538"/>
                <a:gd name="T106" fmla="*/ 444 w 539"/>
                <a:gd name="T107" fmla="*/ 272 h 538"/>
                <a:gd name="T108" fmla="*/ 455 w 539"/>
                <a:gd name="T109" fmla="*/ 266 h 538"/>
                <a:gd name="T110" fmla="*/ 470 w 539"/>
                <a:gd name="T111" fmla="*/ 254 h 538"/>
                <a:gd name="T112" fmla="*/ 466 w 539"/>
                <a:gd name="T113" fmla="*/ 223 h 538"/>
                <a:gd name="T114" fmla="*/ 468 w 539"/>
                <a:gd name="T115" fmla="*/ 197 h 538"/>
                <a:gd name="T116" fmla="*/ 490 w 539"/>
                <a:gd name="T117" fmla="*/ 190 h 538"/>
                <a:gd name="T118" fmla="*/ 497 w 539"/>
                <a:gd name="T119" fmla="*/ 172 h 538"/>
                <a:gd name="T120" fmla="*/ 526 w 539"/>
                <a:gd name="T121" fmla="*/ 190 h 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39" h="538">
                  <a:moveTo>
                    <a:pt x="537" y="170"/>
                  </a:moveTo>
                  <a:lnTo>
                    <a:pt x="537" y="168"/>
                  </a:lnTo>
                  <a:lnTo>
                    <a:pt x="537" y="166"/>
                  </a:lnTo>
                  <a:lnTo>
                    <a:pt x="537" y="164"/>
                  </a:lnTo>
                  <a:lnTo>
                    <a:pt x="534" y="161"/>
                  </a:lnTo>
                  <a:lnTo>
                    <a:pt x="534" y="161"/>
                  </a:lnTo>
                  <a:lnTo>
                    <a:pt x="534" y="159"/>
                  </a:lnTo>
                  <a:lnTo>
                    <a:pt x="534" y="157"/>
                  </a:lnTo>
                  <a:lnTo>
                    <a:pt x="534" y="157"/>
                  </a:lnTo>
                  <a:lnTo>
                    <a:pt x="534" y="155"/>
                  </a:lnTo>
                  <a:lnTo>
                    <a:pt x="534" y="155"/>
                  </a:lnTo>
                  <a:lnTo>
                    <a:pt x="537" y="150"/>
                  </a:lnTo>
                  <a:lnTo>
                    <a:pt x="537" y="148"/>
                  </a:lnTo>
                  <a:lnTo>
                    <a:pt x="537" y="146"/>
                  </a:lnTo>
                  <a:lnTo>
                    <a:pt x="537" y="146"/>
                  </a:lnTo>
                  <a:lnTo>
                    <a:pt x="537" y="146"/>
                  </a:lnTo>
                  <a:lnTo>
                    <a:pt x="537" y="146"/>
                  </a:lnTo>
                  <a:lnTo>
                    <a:pt x="537" y="146"/>
                  </a:lnTo>
                  <a:lnTo>
                    <a:pt x="537" y="144"/>
                  </a:lnTo>
                  <a:lnTo>
                    <a:pt x="534" y="144"/>
                  </a:lnTo>
                  <a:lnTo>
                    <a:pt x="532" y="141"/>
                  </a:lnTo>
                  <a:lnTo>
                    <a:pt x="530" y="141"/>
                  </a:lnTo>
                  <a:lnTo>
                    <a:pt x="530" y="141"/>
                  </a:lnTo>
                  <a:lnTo>
                    <a:pt x="528" y="139"/>
                  </a:lnTo>
                  <a:lnTo>
                    <a:pt x="528" y="137"/>
                  </a:lnTo>
                  <a:lnTo>
                    <a:pt x="528" y="137"/>
                  </a:lnTo>
                  <a:lnTo>
                    <a:pt x="523" y="135"/>
                  </a:lnTo>
                  <a:lnTo>
                    <a:pt x="523" y="135"/>
                  </a:lnTo>
                  <a:lnTo>
                    <a:pt x="523" y="133"/>
                  </a:lnTo>
                  <a:lnTo>
                    <a:pt x="521" y="133"/>
                  </a:lnTo>
                  <a:lnTo>
                    <a:pt x="519" y="126"/>
                  </a:lnTo>
                  <a:lnTo>
                    <a:pt x="519" y="124"/>
                  </a:lnTo>
                  <a:lnTo>
                    <a:pt x="514" y="119"/>
                  </a:lnTo>
                  <a:lnTo>
                    <a:pt x="512" y="110"/>
                  </a:lnTo>
                  <a:lnTo>
                    <a:pt x="512" y="102"/>
                  </a:lnTo>
                  <a:lnTo>
                    <a:pt x="512" y="93"/>
                  </a:lnTo>
                  <a:lnTo>
                    <a:pt x="512" y="93"/>
                  </a:lnTo>
                  <a:lnTo>
                    <a:pt x="512" y="93"/>
                  </a:lnTo>
                  <a:lnTo>
                    <a:pt x="512" y="88"/>
                  </a:lnTo>
                  <a:lnTo>
                    <a:pt x="514" y="84"/>
                  </a:lnTo>
                  <a:lnTo>
                    <a:pt x="517" y="79"/>
                  </a:lnTo>
                  <a:lnTo>
                    <a:pt x="517" y="75"/>
                  </a:lnTo>
                  <a:lnTo>
                    <a:pt x="519" y="75"/>
                  </a:lnTo>
                  <a:lnTo>
                    <a:pt x="521" y="73"/>
                  </a:lnTo>
                  <a:lnTo>
                    <a:pt x="521" y="73"/>
                  </a:lnTo>
                  <a:lnTo>
                    <a:pt x="523" y="70"/>
                  </a:lnTo>
                  <a:lnTo>
                    <a:pt x="526" y="70"/>
                  </a:lnTo>
                  <a:lnTo>
                    <a:pt x="526" y="68"/>
                  </a:lnTo>
                  <a:lnTo>
                    <a:pt x="526" y="68"/>
                  </a:lnTo>
                  <a:lnTo>
                    <a:pt x="526" y="68"/>
                  </a:lnTo>
                  <a:lnTo>
                    <a:pt x="526" y="66"/>
                  </a:lnTo>
                  <a:lnTo>
                    <a:pt x="526" y="64"/>
                  </a:lnTo>
                  <a:lnTo>
                    <a:pt x="526" y="64"/>
                  </a:lnTo>
                  <a:lnTo>
                    <a:pt x="526" y="64"/>
                  </a:lnTo>
                  <a:lnTo>
                    <a:pt x="526" y="64"/>
                  </a:lnTo>
                  <a:lnTo>
                    <a:pt x="526" y="64"/>
                  </a:lnTo>
                  <a:lnTo>
                    <a:pt x="521" y="62"/>
                  </a:lnTo>
                  <a:lnTo>
                    <a:pt x="519" y="59"/>
                  </a:lnTo>
                  <a:lnTo>
                    <a:pt x="519" y="59"/>
                  </a:lnTo>
                  <a:lnTo>
                    <a:pt x="519" y="59"/>
                  </a:lnTo>
                  <a:lnTo>
                    <a:pt x="519" y="57"/>
                  </a:lnTo>
                  <a:lnTo>
                    <a:pt x="519" y="48"/>
                  </a:lnTo>
                  <a:lnTo>
                    <a:pt x="521" y="46"/>
                  </a:lnTo>
                  <a:lnTo>
                    <a:pt x="521" y="46"/>
                  </a:lnTo>
                  <a:lnTo>
                    <a:pt x="521" y="46"/>
                  </a:lnTo>
                  <a:lnTo>
                    <a:pt x="526" y="44"/>
                  </a:lnTo>
                  <a:lnTo>
                    <a:pt x="526" y="44"/>
                  </a:lnTo>
                  <a:lnTo>
                    <a:pt x="526" y="44"/>
                  </a:lnTo>
                  <a:lnTo>
                    <a:pt x="526" y="42"/>
                  </a:lnTo>
                  <a:lnTo>
                    <a:pt x="528" y="42"/>
                  </a:lnTo>
                  <a:lnTo>
                    <a:pt x="528" y="42"/>
                  </a:lnTo>
                  <a:lnTo>
                    <a:pt x="528" y="42"/>
                  </a:lnTo>
                  <a:lnTo>
                    <a:pt x="528" y="39"/>
                  </a:lnTo>
                  <a:lnTo>
                    <a:pt x="528" y="39"/>
                  </a:lnTo>
                  <a:lnTo>
                    <a:pt x="526" y="39"/>
                  </a:lnTo>
                  <a:lnTo>
                    <a:pt x="526" y="37"/>
                  </a:lnTo>
                  <a:lnTo>
                    <a:pt x="517" y="33"/>
                  </a:lnTo>
                  <a:lnTo>
                    <a:pt x="514" y="31"/>
                  </a:lnTo>
                  <a:lnTo>
                    <a:pt x="514" y="28"/>
                  </a:lnTo>
                  <a:lnTo>
                    <a:pt x="510" y="33"/>
                  </a:lnTo>
                  <a:lnTo>
                    <a:pt x="506" y="33"/>
                  </a:lnTo>
                  <a:lnTo>
                    <a:pt x="499" y="33"/>
                  </a:lnTo>
                  <a:lnTo>
                    <a:pt x="499" y="33"/>
                  </a:lnTo>
                  <a:lnTo>
                    <a:pt x="499" y="33"/>
                  </a:lnTo>
                  <a:lnTo>
                    <a:pt x="497" y="35"/>
                  </a:lnTo>
                  <a:lnTo>
                    <a:pt x="492" y="35"/>
                  </a:lnTo>
                  <a:lnTo>
                    <a:pt x="488" y="37"/>
                  </a:lnTo>
                  <a:lnTo>
                    <a:pt x="486" y="37"/>
                  </a:lnTo>
                  <a:lnTo>
                    <a:pt x="486" y="37"/>
                  </a:lnTo>
                  <a:lnTo>
                    <a:pt x="483" y="39"/>
                  </a:lnTo>
                  <a:lnTo>
                    <a:pt x="477" y="46"/>
                  </a:lnTo>
                  <a:lnTo>
                    <a:pt x="475" y="48"/>
                  </a:lnTo>
                  <a:lnTo>
                    <a:pt x="475" y="48"/>
                  </a:lnTo>
                  <a:lnTo>
                    <a:pt x="472" y="48"/>
                  </a:lnTo>
                  <a:lnTo>
                    <a:pt x="470" y="51"/>
                  </a:lnTo>
                  <a:lnTo>
                    <a:pt x="468" y="51"/>
                  </a:lnTo>
                  <a:lnTo>
                    <a:pt x="463" y="51"/>
                  </a:lnTo>
                  <a:lnTo>
                    <a:pt x="461" y="51"/>
                  </a:lnTo>
                  <a:lnTo>
                    <a:pt x="461" y="48"/>
                  </a:lnTo>
                  <a:lnTo>
                    <a:pt x="459" y="48"/>
                  </a:lnTo>
                  <a:lnTo>
                    <a:pt x="455" y="51"/>
                  </a:lnTo>
                  <a:lnTo>
                    <a:pt x="452" y="51"/>
                  </a:lnTo>
                  <a:lnTo>
                    <a:pt x="439" y="57"/>
                  </a:lnTo>
                  <a:lnTo>
                    <a:pt x="437" y="59"/>
                  </a:lnTo>
                  <a:lnTo>
                    <a:pt x="437" y="59"/>
                  </a:lnTo>
                  <a:lnTo>
                    <a:pt x="437" y="59"/>
                  </a:lnTo>
                  <a:lnTo>
                    <a:pt x="435" y="59"/>
                  </a:lnTo>
                  <a:lnTo>
                    <a:pt x="435" y="59"/>
                  </a:lnTo>
                  <a:lnTo>
                    <a:pt x="435" y="59"/>
                  </a:lnTo>
                  <a:lnTo>
                    <a:pt x="428" y="62"/>
                  </a:lnTo>
                  <a:lnTo>
                    <a:pt x="428" y="62"/>
                  </a:lnTo>
                  <a:lnTo>
                    <a:pt x="426" y="64"/>
                  </a:lnTo>
                  <a:lnTo>
                    <a:pt x="421" y="64"/>
                  </a:lnTo>
                  <a:lnTo>
                    <a:pt x="421" y="64"/>
                  </a:lnTo>
                  <a:lnTo>
                    <a:pt x="421" y="64"/>
                  </a:lnTo>
                  <a:lnTo>
                    <a:pt x="421" y="64"/>
                  </a:lnTo>
                  <a:lnTo>
                    <a:pt x="421" y="64"/>
                  </a:lnTo>
                  <a:lnTo>
                    <a:pt x="421" y="64"/>
                  </a:lnTo>
                  <a:lnTo>
                    <a:pt x="419" y="66"/>
                  </a:lnTo>
                  <a:lnTo>
                    <a:pt x="419" y="66"/>
                  </a:lnTo>
                  <a:lnTo>
                    <a:pt x="419" y="66"/>
                  </a:lnTo>
                  <a:lnTo>
                    <a:pt x="419" y="66"/>
                  </a:lnTo>
                  <a:lnTo>
                    <a:pt x="419" y="66"/>
                  </a:lnTo>
                  <a:lnTo>
                    <a:pt x="419" y="66"/>
                  </a:lnTo>
                  <a:lnTo>
                    <a:pt x="417" y="64"/>
                  </a:lnTo>
                  <a:lnTo>
                    <a:pt x="417" y="64"/>
                  </a:lnTo>
                  <a:lnTo>
                    <a:pt x="417" y="64"/>
                  </a:lnTo>
                  <a:lnTo>
                    <a:pt x="417" y="64"/>
                  </a:lnTo>
                  <a:lnTo>
                    <a:pt x="417" y="64"/>
                  </a:lnTo>
                  <a:lnTo>
                    <a:pt x="417" y="62"/>
                  </a:lnTo>
                  <a:lnTo>
                    <a:pt x="415" y="59"/>
                  </a:lnTo>
                  <a:lnTo>
                    <a:pt x="415" y="59"/>
                  </a:lnTo>
                  <a:lnTo>
                    <a:pt x="415" y="59"/>
                  </a:lnTo>
                  <a:lnTo>
                    <a:pt x="415" y="59"/>
                  </a:lnTo>
                  <a:lnTo>
                    <a:pt x="415" y="57"/>
                  </a:lnTo>
                  <a:lnTo>
                    <a:pt x="415" y="57"/>
                  </a:lnTo>
                  <a:lnTo>
                    <a:pt x="415" y="57"/>
                  </a:lnTo>
                  <a:lnTo>
                    <a:pt x="413" y="55"/>
                  </a:lnTo>
                  <a:lnTo>
                    <a:pt x="413" y="55"/>
                  </a:lnTo>
                  <a:lnTo>
                    <a:pt x="410" y="53"/>
                  </a:lnTo>
                  <a:lnTo>
                    <a:pt x="410" y="53"/>
                  </a:lnTo>
                  <a:lnTo>
                    <a:pt x="410" y="53"/>
                  </a:lnTo>
                  <a:lnTo>
                    <a:pt x="410" y="53"/>
                  </a:lnTo>
                  <a:lnTo>
                    <a:pt x="410" y="53"/>
                  </a:lnTo>
                  <a:lnTo>
                    <a:pt x="410" y="53"/>
                  </a:lnTo>
                  <a:lnTo>
                    <a:pt x="408" y="53"/>
                  </a:lnTo>
                  <a:lnTo>
                    <a:pt x="406" y="55"/>
                  </a:lnTo>
                  <a:lnTo>
                    <a:pt x="406" y="55"/>
                  </a:lnTo>
                  <a:lnTo>
                    <a:pt x="406" y="55"/>
                  </a:lnTo>
                  <a:lnTo>
                    <a:pt x="406" y="57"/>
                  </a:lnTo>
                  <a:lnTo>
                    <a:pt x="406" y="57"/>
                  </a:lnTo>
                  <a:lnTo>
                    <a:pt x="406" y="57"/>
                  </a:lnTo>
                  <a:lnTo>
                    <a:pt x="406" y="59"/>
                  </a:lnTo>
                  <a:lnTo>
                    <a:pt x="410" y="68"/>
                  </a:lnTo>
                  <a:lnTo>
                    <a:pt x="410" y="68"/>
                  </a:lnTo>
                  <a:lnTo>
                    <a:pt x="410" y="70"/>
                  </a:lnTo>
                  <a:lnTo>
                    <a:pt x="410" y="70"/>
                  </a:lnTo>
                  <a:lnTo>
                    <a:pt x="410" y="70"/>
                  </a:lnTo>
                  <a:lnTo>
                    <a:pt x="408" y="70"/>
                  </a:lnTo>
                  <a:lnTo>
                    <a:pt x="395" y="66"/>
                  </a:lnTo>
                  <a:lnTo>
                    <a:pt x="393" y="64"/>
                  </a:lnTo>
                  <a:lnTo>
                    <a:pt x="390" y="64"/>
                  </a:lnTo>
                  <a:lnTo>
                    <a:pt x="390" y="62"/>
                  </a:lnTo>
                  <a:lnTo>
                    <a:pt x="388" y="62"/>
                  </a:lnTo>
                  <a:lnTo>
                    <a:pt x="388" y="62"/>
                  </a:lnTo>
                  <a:lnTo>
                    <a:pt x="388" y="64"/>
                  </a:lnTo>
                  <a:lnTo>
                    <a:pt x="386" y="64"/>
                  </a:lnTo>
                  <a:lnTo>
                    <a:pt x="386" y="64"/>
                  </a:lnTo>
                  <a:lnTo>
                    <a:pt x="384" y="64"/>
                  </a:lnTo>
                  <a:lnTo>
                    <a:pt x="381" y="62"/>
                  </a:lnTo>
                  <a:lnTo>
                    <a:pt x="379" y="59"/>
                  </a:lnTo>
                  <a:lnTo>
                    <a:pt x="377" y="59"/>
                  </a:lnTo>
                  <a:lnTo>
                    <a:pt x="375" y="57"/>
                  </a:lnTo>
                  <a:lnTo>
                    <a:pt x="375" y="57"/>
                  </a:lnTo>
                  <a:lnTo>
                    <a:pt x="373" y="57"/>
                  </a:lnTo>
                  <a:lnTo>
                    <a:pt x="373" y="57"/>
                  </a:lnTo>
                  <a:lnTo>
                    <a:pt x="373" y="57"/>
                  </a:lnTo>
                  <a:lnTo>
                    <a:pt x="373" y="55"/>
                  </a:lnTo>
                  <a:lnTo>
                    <a:pt x="375" y="51"/>
                  </a:lnTo>
                  <a:lnTo>
                    <a:pt x="375" y="51"/>
                  </a:lnTo>
                  <a:lnTo>
                    <a:pt x="375" y="51"/>
                  </a:lnTo>
                  <a:lnTo>
                    <a:pt x="375" y="51"/>
                  </a:lnTo>
                  <a:lnTo>
                    <a:pt x="375" y="51"/>
                  </a:lnTo>
                  <a:lnTo>
                    <a:pt x="375" y="48"/>
                  </a:lnTo>
                  <a:lnTo>
                    <a:pt x="373" y="48"/>
                  </a:lnTo>
                  <a:lnTo>
                    <a:pt x="370" y="51"/>
                  </a:lnTo>
                  <a:lnTo>
                    <a:pt x="368" y="51"/>
                  </a:lnTo>
                  <a:lnTo>
                    <a:pt x="362" y="57"/>
                  </a:lnTo>
                  <a:lnTo>
                    <a:pt x="359" y="57"/>
                  </a:lnTo>
                  <a:lnTo>
                    <a:pt x="357" y="59"/>
                  </a:lnTo>
                  <a:lnTo>
                    <a:pt x="357" y="59"/>
                  </a:lnTo>
                  <a:lnTo>
                    <a:pt x="355" y="59"/>
                  </a:lnTo>
                  <a:lnTo>
                    <a:pt x="350" y="59"/>
                  </a:lnTo>
                  <a:lnTo>
                    <a:pt x="346" y="59"/>
                  </a:lnTo>
                  <a:lnTo>
                    <a:pt x="344" y="57"/>
                  </a:lnTo>
                  <a:lnTo>
                    <a:pt x="342" y="55"/>
                  </a:lnTo>
                  <a:lnTo>
                    <a:pt x="342" y="55"/>
                  </a:lnTo>
                  <a:lnTo>
                    <a:pt x="339" y="55"/>
                  </a:lnTo>
                  <a:lnTo>
                    <a:pt x="337" y="55"/>
                  </a:lnTo>
                  <a:lnTo>
                    <a:pt x="337" y="57"/>
                  </a:lnTo>
                  <a:lnTo>
                    <a:pt x="337" y="57"/>
                  </a:lnTo>
                  <a:lnTo>
                    <a:pt x="337" y="57"/>
                  </a:lnTo>
                  <a:lnTo>
                    <a:pt x="337" y="57"/>
                  </a:lnTo>
                  <a:lnTo>
                    <a:pt x="335" y="59"/>
                  </a:lnTo>
                  <a:lnTo>
                    <a:pt x="335" y="64"/>
                  </a:lnTo>
                  <a:lnTo>
                    <a:pt x="335" y="68"/>
                  </a:lnTo>
                  <a:lnTo>
                    <a:pt x="335" y="68"/>
                  </a:lnTo>
                  <a:lnTo>
                    <a:pt x="335" y="70"/>
                  </a:lnTo>
                  <a:lnTo>
                    <a:pt x="335" y="70"/>
                  </a:lnTo>
                  <a:lnTo>
                    <a:pt x="333" y="70"/>
                  </a:lnTo>
                  <a:lnTo>
                    <a:pt x="333" y="70"/>
                  </a:lnTo>
                  <a:lnTo>
                    <a:pt x="331" y="73"/>
                  </a:lnTo>
                  <a:lnTo>
                    <a:pt x="331" y="73"/>
                  </a:lnTo>
                  <a:lnTo>
                    <a:pt x="331" y="73"/>
                  </a:lnTo>
                  <a:lnTo>
                    <a:pt x="328" y="73"/>
                  </a:lnTo>
                  <a:lnTo>
                    <a:pt x="328" y="73"/>
                  </a:lnTo>
                  <a:lnTo>
                    <a:pt x="328" y="70"/>
                  </a:lnTo>
                  <a:lnTo>
                    <a:pt x="328" y="70"/>
                  </a:lnTo>
                  <a:lnTo>
                    <a:pt x="328" y="68"/>
                  </a:lnTo>
                  <a:lnTo>
                    <a:pt x="328" y="68"/>
                  </a:lnTo>
                  <a:lnTo>
                    <a:pt x="328" y="66"/>
                  </a:lnTo>
                  <a:lnTo>
                    <a:pt x="328" y="66"/>
                  </a:lnTo>
                  <a:lnTo>
                    <a:pt x="328" y="59"/>
                  </a:lnTo>
                  <a:lnTo>
                    <a:pt x="328" y="51"/>
                  </a:lnTo>
                  <a:lnTo>
                    <a:pt x="328" y="51"/>
                  </a:lnTo>
                  <a:lnTo>
                    <a:pt x="326" y="46"/>
                  </a:lnTo>
                  <a:lnTo>
                    <a:pt x="326" y="46"/>
                  </a:lnTo>
                  <a:lnTo>
                    <a:pt x="326" y="46"/>
                  </a:lnTo>
                  <a:lnTo>
                    <a:pt x="326" y="44"/>
                  </a:lnTo>
                  <a:lnTo>
                    <a:pt x="326" y="44"/>
                  </a:lnTo>
                  <a:lnTo>
                    <a:pt x="326" y="42"/>
                  </a:lnTo>
                  <a:lnTo>
                    <a:pt x="326" y="39"/>
                  </a:lnTo>
                  <a:lnTo>
                    <a:pt x="326" y="39"/>
                  </a:lnTo>
                  <a:lnTo>
                    <a:pt x="326" y="37"/>
                  </a:lnTo>
                  <a:lnTo>
                    <a:pt x="324" y="35"/>
                  </a:lnTo>
                  <a:lnTo>
                    <a:pt x="324" y="33"/>
                  </a:lnTo>
                  <a:lnTo>
                    <a:pt x="322" y="33"/>
                  </a:lnTo>
                  <a:lnTo>
                    <a:pt x="317" y="28"/>
                  </a:lnTo>
                  <a:lnTo>
                    <a:pt x="311" y="26"/>
                  </a:lnTo>
                  <a:lnTo>
                    <a:pt x="311" y="26"/>
                  </a:lnTo>
                  <a:lnTo>
                    <a:pt x="311" y="24"/>
                  </a:lnTo>
                  <a:lnTo>
                    <a:pt x="311" y="24"/>
                  </a:lnTo>
                  <a:lnTo>
                    <a:pt x="311" y="24"/>
                  </a:lnTo>
                  <a:lnTo>
                    <a:pt x="311" y="24"/>
                  </a:lnTo>
                  <a:lnTo>
                    <a:pt x="311" y="22"/>
                  </a:lnTo>
                  <a:lnTo>
                    <a:pt x="311" y="20"/>
                  </a:lnTo>
                  <a:lnTo>
                    <a:pt x="311" y="20"/>
                  </a:lnTo>
                  <a:lnTo>
                    <a:pt x="311" y="20"/>
                  </a:lnTo>
                  <a:lnTo>
                    <a:pt x="311" y="17"/>
                  </a:lnTo>
                  <a:lnTo>
                    <a:pt x="311" y="17"/>
                  </a:lnTo>
                  <a:lnTo>
                    <a:pt x="311" y="20"/>
                  </a:lnTo>
                  <a:lnTo>
                    <a:pt x="306" y="20"/>
                  </a:lnTo>
                  <a:lnTo>
                    <a:pt x="302" y="24"/>
                  </a:lnTo>
                  <a:lnTo>
                    <a:pt x="291" y="44"/>
                  </a:lnTo>
                  <a:lnTo>
                    <a:pt x="284" y="55"/>
                  </a:lnTo>
                  <a:lnTo>
                    <a:pt x="284" y="57"/>
                  </a:lnTo>
                  <a:lnTo>
                    <a:pt x="284" y="57"/>
                  </a:lnTo>
                  <a:lnTo>
                    <a:pt x="284" y="62"/>
                  </a:lnTo>
                  <a:lnTo>
                    <a:pt x="284" y="62"/>
                  </a:lnTo>
                  <a:lnTo>
                    <a:pt x="284" y="62"/>
                  </a:lnTo>
                  <a:lnTo>
                    <a:pt x="284" y="62"/>
                  </a:lnTo>
                  <a:lnTo>
                    <a:pt x="284" y="64"/>
                  </a:lnTo>
                  <a:lnTo>
                    <a:pt x="282" y="64"/>
                  </a:lnTo>
                  <a:lnTo>
                    <a:pt x="280" y="64"/>
                  </a:lnTo>
                  <a:lnTo>
                    <a:pt x="273" y="59"/>
                  </a:lnTo>
                  <a:lnTo>
                    <a:pt x="271" y="59"/>
                  </a:lnTo>
                  <a:lnTo>
                    <a:pt x="262" y="57"/>
                  </a:lnTo>
                  <a:lnTo>
                    <a:pt x="244" y="51"/>
                  </a:lnTo>
                  <a:lnTo>
                    <a:pt x="240" y="46"/>
                  </a:lnTo>
                  <a:lnTo>
                    <a:pt x="240" y="46"/>
                  </a:lnTo>
                  <a:lnTo>
                    <a:pt x="240" y="46"/>
                  </a:lnTo>
                  <a:lnTo>
                    <a:pt x="237" y="46"/>
                  </a:lnTo>
                  <a:lnTo>
                    <a:pt x="233" y="46"/>
                  </a:lnTo>
                  <a:lnTo>
                    <a:pt x="220" y="39"/>
                  </a:lnTo>
                  <a:lnTo>
                    <a:pt x="220" y="37"/>
                  </a:lnTo>
                  <a:lnTo>
                    <a:pt x="218" y="37"/>
                  </a:lnTo>
                  <a:lnTo>
                    <a:pt x="218" y="37"/>
                  </a:lnTo>
                  <a:lnTo>
                    <a:pt x="218" y="28"/>
                  </a:lnTo>
                  <a:lnTo>
                    <a:pt x="218" y="28"/>
                  </a:lnTo>
                  <a:lnTo>
                    <a:pt x="218" y="26"/>
                  </a:lnTo>
                  <a:lnTo>
                    <a:pt x="220" y="26"/>
                  </a:lnTo>
                  <a:lnTo>
                    <a:pt x="222" y="20"/>
                  </a:lnTo>
                  <a:lnTo>
                    <a:pt x="224" y="20"/>
                  </a:lnTo>
                  <a:lnTo>
                    <a:pt x="224" y="17"/>
                  </a:lnTo>
                  <a:lnTo>
                    <a:pt x="224" y="15"/>
                  </a:lnTo>
                  <a:lnTo>
                    <a:pt x="222" y="13"/>
                  </a:lnTo>
                  <a:lnTo>
                    <a:pt x="222" y="11"/>
                  </a:lnTo>
                  <a:lnTo>
                    <a:pt x="224" y="11"/>
                  </a:lnTo>
                  <a:lnTo>
                    <a:pt x="224" y="11"/>
                  </a:lnTo>
                  <a:lnTo>
                    <a:pt x="224" y="8"/>
                  </a:lnTo>
                  <a:lnTo>
                    <a:pt x="229" y="6"/>
                  </a:lnTo>
                  <a:lnTo>
                    <a:pt x="229" y="4"/>
                  </a:lnTo>
                  <a:lnTo>
                    <a:pt x="229" y="4"/>
                  </a:lnTo>
                  <a:lnTo>
                    <a:pt x="229" y="2"/>
                  </a:lnTo>
                  <a:lnTo>
                    <a:pt x="229" y="2"/>
                  </a:lnTo>
                  <a:lnTo>
                    <a:pt x="229" y="2"/>
                  </a:lnTo>
                  <a:lnTo>
                    <a:pt x="229" y="0"/>
                  </a:lnTo>
                  <a:lnTo>
                    <a:pt x="226" y="0"/>
                  </a:lnTo>
                  <a:lnTo>
                    <a:pt x="220" y="4"/>
                  </a:lnTo>
                  <a:lnTo>
                    <a:pt x="220" y="4"/>
                  </a:lnTo>
                  <a:lnTo>
                    <a:pt x="218" y="6"/>
                  </a:lnTo>
                  <a:lnTo>
                    <a:pt x="215" y="6"/>
                  </a:lnTo>
                  <a:lnTo>
                    <a:pt x="215" y="6"/>
                  </a:lnTo>
                  <a:lnTo>
                    <a:pt x="215" y="6"/>
                  </a:lnTo>
                  <a:lnTo>
                    <a:pt x="215" y="8"/>
                  </a:lnTo>
                  <a:lnTo>
                    <a:pt x="215" y="8"/>
                  </a:lnTo>
                  <a:lnTo>
                    <a:pt x="215" y="8"/>
                  </a:lnTo>
                  <a:lnTo>
                    <a:pt x="213" y="8"/>
                  </a:lnTo>
                  <a:lnTo>
                    <a:pt x="213" y="8"/>
                  </a:lnTo>
                  <a:lnTo>
                    <a:pt x="213" y="8"/>
                  </a:lnTo>
                  <a:lnTo>
                    <a:pt x="213" y="8"/>
                  </a:lnTo>
                  <a:lnTo>
                    <a:pt x="213" y="11"/>
                  </a:lnTo>
                  <a:lnTo>
                    <a:pt x="211" y="11"/>
                  </a:lnTo>
                  <a:lnTo>
                    <a:pt x="211" y="11"/>
                  </a:lnTo>
                  <a:lnTo>
                    <a:pt x="211" y="13"/>
                  </a:lnTo>
                  <a:lnTo>
                    <a:pt x="211" y="13"/>
                  </a:lnTo>
                  <a:lnTo>
                    <a:pt x="209" y="15"/>
                  </a:lnTo>
                  <a:lnTo>
                    <a:pt x="209" y="17"/>
                  </a:lnTo>
                  <a:lnTo>
                    <a:pt x="209" y="17"/>
                  </a:lnTo>
                  <a:lnTo>
                    <a:pt x="209" y="17"/>
                  </a:lnTo>
                  <a:lnTo>
                    <a:pt x="206" y="20"/>
                  </a:lnTo>
                  <a:lnTo>
                    <a:pt x="206" y="20"/>
                  </a:lnTo>
                  <a:lnTo>
                    <a:pt x="206" y="22"/>
                  </a:lnTo>
                  <a:lnTo>
                    <a:pt x="206" y="22"/>
                  </a:lnTo>
                  <a:lnTo>
                    <a:pt x="204" y="22"/>
                  </a:lnTo>
                  <a:lnTo>
                    <a:pt x="204" y="24"/>
                  </a:lnTo>
                  <a:lnTo>
                    <a:pt x="204" y="24"/>
                  </a:lnTo>
                  <a:lnTo>
                    <a:pt x="204" y="24"/>
                  </a:lnTo>
                  <a:lnTo>
                    <a:pt x="204" y="26"/>
                  </a:lnTo>
                  <a:lnTo>
                    <a:pt x="204" y="26"/>
                  </a:lnTo>
                  <a:lnTo>
                    <a:pt x="204" y="28"/>
                  </a:lnTo>
                  <a:lnTo>
                    <a:pt x="204" y="31"/>
                  </a:lnTo>
                  <a:lnTo>
                    <a:pt x="202" y="33"/>
                  </a:lnTo>
                  <a:lnTo>
                    <a:pt x="202" y="33"/>
                  </a:lnTo>
                  <a:lnTo>
                    <a:pt x="202" y="35"/>
                  </a:lnTo>
                  <a:lnTo>
                    <a:pt x="202" y="35"/>
                  </a:lnTo>
                  <a:lnTo>
                    <a:pt x="202" y="42"/>
                  </a:lnTo>
                  <a:lnTo>
                    <a:pt x="202" y="42"/>
                  </a:lnTo>
                  <a:lnTo>
                    <a:pt x="200" y="42"/>
                  </a:lnTo>
                  <a:lnTo>
                    <a:pt x="200" y="44"/>
                  </a:lnTo>
                  <a:lnTo>
                    <a:pt x="200" y="44"/>
                  </a:lnTo>
                  <a:lnTo>
                    <a:pt x="198" y="44"/>
                  </a:lnTo>
                  <a:lnTo>
                    <a:pt x="198" y="46"/>
                  </a:lnTo>
                  <a:lnTo>
                    <a:pt x="198" y="46"/>
                  </a:lnTo>
                  <a:lnTo>
                    <a:pt x="198" y="46"/>
                  </a:lnTo>
                  <a:lnTo>
                    <a:pt x="198" y="46"/>
                  </a:lnTo>
                  <a:lnTo>
                    <a:pt x="198" y="46"/>
                  </a:lnTo>
                  <a:lnTo>
                    <a:pt x="198" y="46"/>
                  </a:lnTo>
                  <a:lnTo>
                    <a:pt x="198" y="48"/>
                  </a:lnTo>
                  <a:lnTo>
                    <a:pt x="198" y="48"/>
                  </a:lnTo>
                  <a:lnTo>
                    <a:pt x="198" y="48"/>
                  </a:lnTo>
                  <a:lnTo>
                    <a:pt x="198" y="48"/>
                  </a:lnTo>
                  <a:lnTo>
                    <a:pt x="198" y="48"/>
                  </a:lnTo>
                  <a:lnTo>
                    <a:pt x="195" y="48"/>
                  </a:lnTo>
                  <a:lnTo>
                    <a:pt x="195" y="48"/>
                  </a:lnTo>
                  <a:lnTo>
                    <a:pt x="195" y="51"/>
                  </a:lnTo>
                  <a:lnTo>
                    <a:pt x="195" y="51"/>
                  </a:lnTo>
                  <a:lnTo>
                    <a:pt x="195" y="51"/>
                  </a:lnTo>
                  <a:lnTo>
                    <a:pt x="195" y="51"/>
                  </a:lnTo>
                  <a:lnTo>
                    <a:pt x="195" y="53"/>
                  </a:lnTo>
                  <a:lnTo>
                    <a:pt x="195" y="53"/>
                  </a:lnTo>
                  <a:lnTo>
                    <a:pt x="195" y="53"/>
                  </a:lnTo>
                  <a:lnTo>
                    <a:pt x="195" y="57"/>
                  </a:lnTo>
                  <a:lnTo>
                    <a:pt x="195" y="57"/>
                  </a:lnTo>
                  <a:lnTo>
                    <a:pt x="195" y="59"/>
                  </a:lnTo>
                  <a:lnTo>
                    <a:pt x="195" y="59"/>
                  </a:lnTo>
                  <a:lnTo>
                    <a:pt x="195" y="62"/>
                  </a:lnTo>
                  <a:lnTo>
                    <a:pt x="195" y="62"/>
                  </a:lnTo>
                  <a:lnTo>
                    <a:pt x="195" y="62"/>
                  </a:lnTo>
                  <a:lnTo>
                    <a:pt x="195" y="62"/>
                  </a:lnTo>
                  <a:lnTo>
                    <a:pt x="195" y="64"/>
                  </a:lnTo>
                  <a:lnTo>
                    <a:pt x="193" y="66"/>
                  </a:lnTo>
                  <a:lnTo>
                    <a:pt x="193" y="68"/>
                  </a:lnTo>
                  <a:lnTo>
                    <a:pt x="191" y="70"/>
                  </a:lnTo>
                  <a:lnTo>
                    <a:pt x="191" y="70"/>
                  </a:lnTo>
                  <a:lnTo>
                    <a:pt x="189" y="73"/>
                  </a:lnTo>
                  <a:lnTo>
                    <a:pt x="189" y="73"/>
                  </a:lnTo>
                  <a:lnTo>
                    <a:pt x="189" y="73"/>
                  </a:lnTo>
                  <a:lnTo>
                    <a:pt x="189" y="77"/>
                  </a:lnTo>
                  <a:lnTo>
                    <a:pt x="189" y="77"/>
                  </a:lnTo>
                  <a:lnTo>
                    <a:pt x="189" y="77"/>
                  </a:lnTo>
                  <a:lnTo>
                    <a:pt x="189" y="77"/>
                  </a:lnTo>
                  <a:lnTo>
                    <a:pt x="187" y="79"/>
                  </a:lnTo>
                  <a:lnTo>
                    <a:pt x="187" y="79"/>
                  </a:lnTo>
                  <a:lnTo>
                    <a:pt x="187" y="79"/>
                  </a:lnTo>
                  <a:lnTo>
                    <a:pt x="187" y="79"/>
                  </a:lnTo>
                  <a:lnTo>
                    <a:pt x="187" y="82"/>
                  </a:lnTo>
                  <a:lnTo>
                    <a:pt x="184" y="82"/>
                  </a:lnTo>
                  <a:lnTo>
                    <a:pt x="184" y="82"/>
                  </a:lnTo>
                  <a:lnTo>
                    <a:pt x="184" y="82"/>
                  </a:lnTo>
                  <a:lnTo>
                    <a:pt x="184" y="82"/>
                  </a:lnTo>
                  <a:lnTo>
                    <a:pt x="184" y="84"/>
                  </a:lnTo>
                  <a:lnTo>
                    <a:pt x="182" y="84"/>
                  </a:lnTo>
                  <a:lnTo>
                    <a:pt x="182" y="84"/>
                  </a:lnTo>
                  <a:lnTo>
                    <a:pt x="182" y="90"/>
                  </a:lnTo>
                  <a:lnTo>
                    <a:pt x="180" y="95"/>
                  </a:lnTo>
                  <a:lnTo>
                    <a:pt x="180" y="95"/>
                  </a:lnTo>
                  <a:lnTo>
                    <a:pt x="180" y="95"/>
                  </a:lnTo>
                  <a:lnTo>
                    <a:pt x="180" y="95"/>
                  </a:lnTo>
                  <a:lnTo>
                    <a:pt x="178" y="95"/>
                  </a:lnTo>
                  <a:lnTo>
                    <a:pt x="178" y="97"/>
                  </a:lnTo>
                  <a:lnTo>
                    <a:pt x="178" y="97"/>
                  </a:lnTo>
                  <a:lnTo>
                    <a:pt x="178" y="97"/>
                  </a:lnTo>
                  <a:lnTo>
                    <a:pt x="175" y="97"/>
                  </a:lnTo>
                  <a:lnTo>
                    <a:pt x="175" y="97"/>
                  </a:lnTo>
                  <a:lnTo>
                    <a:pt x="175" y="97"/>
                  </a:lnTo>
                  <a:lnTo>
                    <a:pt x="173" y="97"/>
                  </a:lnTo>
                  <a:lnTo>
                    <a:pt x="173" y="99"/>
                  </a:lnTo>
                  <a:lnTo>
                    <a:pt x="175" y="99"/>
                  </a:lnTo>
                  <a:lnTo>
                    <a:pt x="175" y="99"/>
                  </a:lnTo>
                  <a:lnTo>
                    <a:pt x="175" y="102"/>
                  </a:lnTo>
                  <a:lnTo>
                    <a:pt x="175" y="102"/>
                  </a:lnTo>
                  <a:lnTo>
                    <a:pt x="175" y="106"/>
                  </a:lnTo>
                  <a:lnTo>
                    <a:pt x="175" y="106"/>
                  </a:lnTo>
                  <a:lnTo>
                    <a:pt x="175" y="108"/>
                  </a:lnTo>
                  <a:lnTo>
                    <a:pt x="175" y="108"/>
                  </a:lnTo>
                  <a:lnTo>
                    <a:pt x="175" y="110"/>
                  </a:lnTo>
                  <a:lnTo>
                    <a:pt x="175" y="110"/>
                  </a:lnTo>
                  <a:lnTo>
                    <a:pt x="175" y="113"/>
                  </a:lnTo>
                  <a:lnTo>
                    <a:pt x="175" y="117"/>
                  </a:lnTo>
                  <a:lnTo>
                    <a:pt x="175" y="117"/>
                  </a:lnTo>
                  <a:lnTo>
                    <a:pt x="175" y="117"/>
                  </a:lnTo>
                  <a:lnTo>
                    <a:pt x="175" y="119"/>
                  </a:lnTo>
                  <a:lnTo>
                    <a:pt x="175" y="119"/>
                  </a:lnTo>
                  <a:lnTo>
                    <a:pt x="175" y="119"/>
                  </a:lnTo>
                  <a:lnTo>
                    <a:pt x="175" y="121"/>
                  </a:lnTo>
                  <a:lnTo>
                    <a:pt x="175" y="121"/>
                  </a:lnTo>
                  <a:lnTo>
                    <a:pt x="175" y="124"/>
                  </a:lnTo>
                  <a:lnTo>
                    <a:pt x="175" y="124"/>
                  </a:lnTo>
                  <a:lnTo>
                    <a:pt x="175" y="124"/>
                  </a:lnTo>
                  <a:lnTo>
                    <a:pt x="175" y="124"/>
                  </a:lnTo>
                  <a:lnTo>
                    <a:pt x="175" y="126"/>
                  </a:lnTo>
                  <a:lnTo>
                    <a:pt x="175" y="126"/>
                  </a:lnTo>
                  <a:lnTo>
                    <a:pt x="175" y="126"/>
                  </a:lnTo>
                  <a:lnTo>
                    <a:pt x="175" y="126"/>
                  </a:lnTo>
                  <a:lnTo>
                    <a:pt x="175" y="126"/>
                  </a:lnTo>
                  <a:lnTo>
                    <a:pt x="175" y="128"/>
                  </a:lnTo>
                  <a:lnTo>
                    <a:pt x="173" y="128"/>
                  </a:lnTo>
                  <a:lnTo>
                    <a:pt x="171" y="128"/>
                  </a:lnTo>
                  <a:lnTo>
                    <a:pt x="171" y="128"/>
                  </a:lnTo>
                  <a:lnTo>
                    <a:pt x="171" y="128"/>
                  </a:lnTo>
                  <a:lnTo>
                    <a:pt x="171" y="128"/>
                  </a:lnTo>
                  <a:lnTo>
                    <a:pt x="171" y="128"/>
                  </a:lnTo>
                  <a:lnTo>
                    <a:pt x="171" y="128"/>
                  </a:lnTo>
                  <a:lnTo>
                    <a:pt x="171" y="130"/>
                  </a:lnTo>
                  <a:lnTo>
                    <a:pt x="171" y="130"/>
                  </a:lnTo>
                  <a:lnTo>
                    <a:pt x="171" y="130"/>
                  </a:lnTo>
                  <a:lnTo>
                    <a:pt x="171" y="130"/>
                  </a:lnTo>
                  <a:lnTo>
                    <a:pt x="171" y="133"/>
                  </a:lnTo>
                  <a:lnTo>
                    <a:pt x="167" y="137"/>
                  </a:lnTo>
                  <a:lnTo>
                    <a:pt x="167" y="141"/>
                  </a:lnTo>
                  <a:lnTo>
                    <a:pt x="167" y="141"/>
                  </a:lnTo>
                  <a:lnTo>
                    <a:pt x="167" y="141"/>
                  </a:lnTo>
                  <a:lnTo>
                    <a:pt x="167" y="144"/>
                  </a:lnTo>
                  <a:lnTo>
                    <a:pt x="167" y="144"/>
                  </a:lnTo>
                  <a:lnTo>
                    <a:pt x="167" y="144"/>
                  </a:lnTo>
                  <a:lnTo>
                    <a:pt x="167" y="146"/>
                  </a:lnTo>
                  <a:lnTo>
                    <a:pt x="164" y="148"/>
                  </a:lnTo>
                  <a:lnTo>
                    <a:pt x="164" y="148"/>
                  </a:lnTo>
                  <a:lnTo>
                    <a:pt x="164" y="150"/>
                  </a:lnTo>
                  <a:lnTo>
                    <a:pt x="164" y="150"/>
                  </a:lnTo>
                  <a:lnTo>
                    <a:pt x="164" y="150"/>
                  </a:lnTo>
                  <a:lnTo>
                    <a:pt x="164" y="150"/>
                  </a:lnTo>
                  <a:lnTo>
                    <a:pt x="164" y="152"/>
                  </a:lnTo>
                  <a:lnTo>
                    <a:pt x="167" y="152"/>
                  </a:lnTo>
                  <a:lnTo>
                    <a:pt x="167" y="152"/>
                  </a:lnTo>
                  <a:lnTo>
                    <a:pt x="167" y="157"/>
                  </a:lnTo>
                  <a:lnTo>
                    <a:pt x="167" y="157"/>
                  </a:lnTo>
                  <a:lnTo>
                    <a:pt x="167" y="159"/>
                  </a:lnTo>
                  <a:lnTo>
                    <a:pt x="167" y="159"/>
                  </a:lnTo>
                  <a:lnTo>
                    <a:pt x="167" y="161"/>
                  </a:lnTo>
                  <a:lnTo>
                    <a:pt x="164" y="161"/>
                  </a:lnTo>
                  <a:lnTo>
                    <a:pt x="167" y="161"/>
                  </a:lnTo>
                  <a:lnTo>
                    <a:pt x="164" y="161"/>
                  </a:lnTo>
                  <a:lnTo>
                    <a:pt x="164" y="164"/>
                  </a:lnTo>
                  <a:lnTo>
                    <a:pt x="164" y="164"/>
                  </a:lnTo>
                  <a:lnTo>
                    <a:pt x="164" y="166"/>
                  </a:lnTo>
                  <a:lnTo>
                    <a:pt x="164" y="166"/>
                  </a:lnTo>
                  <a:lnTo>
                    <a:pt x="164" y="166"/>
                  </a:lnTo>
                  <a:lnTo>
                    <a:pt x="162" y="168"/>
                  </a:lnTo>
                  <a:lnTo>
                    <a:pt x="162" y="168"/>
                  </a:lnTo>
                  <a:lnTo>
                    <a:pt x="162" y="170"/>
                  </a:lnTo>
                  <a:lnTo>
                    <a:pt x="160" y="175"/>
                  </a:lnTo>
                  <a:lnTo>
                    <a:pt x="160" y="175"/>
                  </a:lnTo>
                  <a:lnTo>
                    <a:pt x="160" y="179"/>
                  </a:lnTo>
                  <a:lnTo>
                    <a:pt x="160" y="179"/>
                  </a:lnTo>
                  <a:lnTo>
                    <a:pt x="158" y="181"/>
                  </a:lnTo>
                  <a:lnTo>
                    <a:pt x="158" y="181"/>
                  </a:lnTo>
                  <a:lnTo>
                    <a:pt x="158" y="186"/>
                  </a:lnTo>
                  <a:lnTo>
                    <a:pt x="158" y="186"/>
                  </a:lnTo>
                  <a:lnTo>
                    <a:pt x="155" y="188"/>
                  </a:lnTo>
                  <a:lnTo>
                    <a:pt x="153" y="188"/>
                  </a:lnTo>
                  <a:lnTo>
                    <a:pt x="153" y="188"/>
                  </a:lnTo>
                  <a:lnTo>
                    <a:pt x="153" y="190"/>
                  </a:lnTo>
                  <a:lnTo>
                    <a:pt x="153" y="190"/>
                  </a:lnTo>
                  <a:lnTo>
                    <a:pt x="153" y="190"/>
                  </a:lnTo>
                  <a:lnTo>
                    <a:pt x="153" y="192"/>
                  </a:lnTo>
                  <a:lnTo>
                    <a:pt x="151" y="192"/>
                  </a:lnTo>
                  <a:lnTo>
                    <a:pt x="149" y="195"/>
                  </a:lnTo>
                  <a:lnTo>
                    <a:pt x="147" y="195"/>
                  </a:lnTo>
                  <a:lnTo>
                    <a:pt x="147" y="197"/>
                  </a:lnTo>
                  <a:lnTo>
                    <a:pt x="144" y="197"/>
                  </a:lnTo>
                  <a:lnTo>
                    <a:pt x="142" y="195"/>
                  </a:lnTo>
                  <a:lnTo>
                    <a:pt x="142" y="195"/>
                  </a:lnTo>
                  <a:lnTo>
                    <a:pt x="142" y="192"/>
                  </a:lnTo>
                  <a:lnTo>
                    <a:pt x="140" y="192"/>
                  </a:lnTo>
                  <a:lnTo>
                    <a:pt x="138" y="192"/>
                  </a:lnTo>
                  <a:lnTo>
                    <a:pt x="138" y="195"/>
                  </a:lnTo>
                  <a:lnTo>
                    <a:pt x="136" y="195"/>
                  </a:lnTo>
                  <a:lnTo>
                    <a:pt x="133" y="195"/>
                  </a:lnTo>
                  <a:lnTo>
                    <a:pt x="133" y="195"/>
                  </a:lnTo>
                  <a:lnTo>
                    <a:pt x="131" y="197"/>
                  </a:lnTo>
                  <a:lnTo>
                    <a:pt x="129" y="199"/>
                  </a:lnTo>
                  <a:lnTo>
                    <a:pt x="127" y="199"/>
                  </a:lnTo>
                  <a:lnTo>
                    <a:pt x="124" y="201"/>
                  </a:lnTo>
                  <a:lnTo>
                    <a:pt x="122" y="206"/>
                  </a:lnTo>
                  <a:lnTo>
                    <a:pt x="122" y="206"/>
                  </a:lnTo>
                  <a:lnTo>
                    <a:pt x="120" y="206"/>
                  </a:lnTo>
                  <a:lnTo>
                    <a:pt x="118" y="208"/>
                  </a:lnTo>
                  <a:lnTo>
                    <a:pt x="118" y="208"/>
                  </a:lnTo>
                  <a:lnTo>
                    <a:pt x="118" y="210"/>
                  </a:lnTo>
                  <a:lnTo>
                    <a:pt x="116" y="210"/>
                  </a:lnTo>
                  <a:lnTo>
                    <a:pt x="116" y="212"/>
                  </a:lnTo>
                  <a:lnTo>
                    <a:pt x="118" y="212"/>
                  </a:lnTo>
                  <a:lnTo>
                    <a:pt x="118" y="215"/>
                  </a:lnTo>
                  <a:lnTo>
                    <a:pt x="116" y="215"/>
                  </a:lnTo>
                  <a:lnTo>
                    <a:pt x="116" y="217"/>
                  </a:lnTo>
                  <a:lnTo>
                    <a:pt x="116" y="217"/>
                  </a:lnTo>
                  <a:lnTo>
                    <a:pt x="116" y="217"/>
                  </a:lnTo>
                  <a:lnTo>
                    <a:pt x="113" y="219"/>
                  </a:lnTo>
                  <a:lnTo>
                    <a:pt x="113" y="219"/>
                  </a:lnTo>
                  <a:lnTo>
                    <a:pt x="113" y="219"/>
                  </a:lnTo>
                  <a:lnTo>
                    <a:pt x="116" y="221"/>
                  </a:lnTo>
                  <a:lnTo>
                    <a:pt x="116" y="223"/>
                  </a:lnTo>
                  <a:lnTo>
                    <a:pt x="116" y="223"/>
                  </a:lnTo>
                  <a:lnTo>
                    <a:pt x="113" y="226"/>
                  </a:lnTo>
                  <a:lnTo>
                    <a:pt x="113" y="226"/>
                  </a:lnTo>
                  <a:lnTo>
                    <a:pt x="113" y="230"/>
                  </a:lnTo>
                  <a:lnTo>
                    <a:pt x="111" y="230"/>
                  </a:lnTo>
                  <a:lnTo>
                    <a:pt x="111" y="232"/>
                  </a:lnTo>
                  <a:lnTo>
                    <a:pt x="109" y="234"/>
                  </a:lnTo>
                  <a:lnTo>
                    <a:pt x="109" y="234"/>
                  </a:lnTo>
                  <a:lnTo>
                    <a:pt x="107" y="234"/>
                  </a:lnTo>
                  <a:lnTo>
                    <a:pt x="107" y="234"/>
                  </a:lnTo>
                  <a:lnTo>
                    <a:pt x="107" y="237"/>
                  </a:lnTo>
                  <a:lnTo>
                    <a:pt x="107" y="239"/>
                  </a:lnTo>
                  <a:lnTo>
                    <a:pt x="107" y="241"/>
                  </a:lnTo>
                  <a:lnTo>
                    <a:pt x="107" y="243"/>
                  </a:lnTo>
                  <a:lnTo>
                    <a:pt x="107" y="243"/>
                  </a:lnTo>
                  <a:lnTo>
                    <a:pt x="105" y="250"/>
                  </a:lnTo>
                  <a:lnTo>
                    <a:pt x="100" y="252"/>
                  </a:lnTo>
                  <a:lnTo>
                    <a:pt x="100" y="254"/>
                  </a:lnTo>
                  <a:lnTo>
                    <a:pt x="100" y="257"/>
                  </a:lnTo>
                  <a:lnTo>
                    <a:pt x="98" y="257"/>
                  </a:lnTo>
                  <a:lnTo>
                    <a:pt x="98" y="257"/>
                  </a:lnTo>
                  <a:lnTo>
                    <a:pt x="96" y="257"/>
                  </a:lnTo>
                  <a:lnTo>
                    <a:pt x="96" y="254"/>
                  </a:lnTo>
                  <a:lnTo>
                    <a:pt x="93" y="254"/>
                  </a:lnTo>
                  <a:lnTo>
                    <a:pt x="93" y="254"/>
                  </a:lnTo>
                  <a:lnTo>
                    <a:pt x="93" y="257"/>
                  </a:lnTo>
                  <a:lnTo>
                    <a:pt x="93" y="257"/>
                  </a:lnTo>
                  <a:lnTo>
                    <a:pt x="93" y="257"/>
                  </a:lnTo>
                  <a:lnTo>
                    <a:pt x="91" y="259"/>
                  </a:lnTo>
                  <a:lnTo>
                    <a:pt x="89" y="261"/>
                  </a:lnTo>
                  <a:lnTo>
                    <a:pt x="87" y="261"/>
                  </a:lnTo>
                  <a:lnTo>
                    <a:pt x="80" y="261"/>
                  </a:lnTo>
                  <a:lnTo>
                    <a:pt x="76" y="261"/>
                  </a:lnTo>
                  <a:lnTo>
                    <a:pt x="74" y="263"/>
                  </a:lnTo>
                  <a:lnTo>
                    <a:pt x="74" y="263"/>
                  </a:lnTo>
                  <a:lnTo>
                    <a:pt x="74" y="263"/>
                  </a:lnTo>
                  <a:lnTo>
                    <a:pt x="74" y="263"/>
                  </a:lnTo>
                  <a:lnTo>
                    <a:pt x="71" y="266"/>
                  </a:lnTo>
                  <a:lnTo>
                    <a:pt x="69" y="270"/>
                  </a:lnTo>
                  <a:lnTo>
                    <a:pt x="67" y="274"/>
                  </a:lnTo>
                  <a:lnTo>
                    <a:pt x="67" y="274"/>
                  </a:lnTo>
                  <a:lnTo>
                    <a:pt x="67" y="274"/>
                  </a:lnTo>
                  <a:lnTo>
                    <a:pt x="65" y="274"/>
                  </a:lnTo>
                  <a:lnTo>
                    <a:pt x="65" y="274"/>
                  </a:lnTo>
                  <a:lnTo>
                    <a:pt x="62" y="277"/>
                  </a:lnTo>
                  <a:lnTo>
                    <a:pt x="60" y="277"/>
                  </a:lnTo>
                  <a:lnTo>
                    <a:pt x="58" y="277"/>
                  </a:lnTo>
                  <a:lnTo>
                    <a:pt x="58" y="279"/>
                  </a:lnTo>
                  <a:lnTo>
                    <a:pt x="58" y="279"/>
                  </a:lnTo>
                  <a:lnTo>
                    <a:pt x="54" y="281"/>
                  </a:lnTo>
                  <a:lnTo>
                    <a:pt x="54" y="281"/>
                  </a:lnTo>
                  <a:lnTo>
                    <a:pt x="51" y="281"/>
                  </a:lnTo>
                  <a:lnTo>
                    <a:pt x="51" y="283"/>
                  </a:lnTo>
                  <a:lnTo>
                    <a:pt x="51" y="283"/>
                  </a:lnTo>
                  <a:lnTo>
                    <a:pt x="51" y="288"/>
                  </a:lnTo>
                  <a:lnTo>
                    <a:pt x="51" y="288"/>
                  </a:lnTo>
                  <a:lnTo>
                    <a:pt x="51" y="288"/>
                  </a:lnTo>
                  <a:lnTo>
                    <a:pt x="51" y="288"/>
                  </a:lnTo>
                  <a:lnTo>
                    <a:pt x="51" y="288"/>
                  </a:lnTo>
                  <a:lnTo>
                    <a:pt x="51" y="290"/>
                  </a:lnTo>
                  <a:lnTo>
                    <a:pt x="49" y="290"/>
                  </a:lnTo>
                  <a:lnTo>
                    <a:pt x="45" y="290"/>
                  </a:lnTo>
                  <a:lnTo>
                    <a:pt x="45" y="292"/>
                  </a:lnTo>
                  <a:lnTo>
                    <a:pt x="42" y="292"/>
                  </a:lnTo>
                  <a:lnTo>
                    <a:pt x="42" y="292"/>
                  </a:lnTo>
                  <a:lnTo>
                    <a:pt x="42" y="294"/>
                  </a:lnTo>
                  <a:lnTo>
                    <a:pt x="40" y="294"/>
                  </a:lnTo>
                  <a:lnTo>
                    <a:pt x="40" y="297"/>
                  </a:lnTo>
                  <a:lnTo>
                    <a:pt x="40" y="299"/>
                  </a:lnTo>
                  <a:lnTo>
                    <a:pt x="40" y="299"/>
                  </a:lnTo>
                  <a:lnTo>
                    <a:pt x="42" y="299"/>
                  </a:lnTo>
                  <a:lnTo>
                    <a:pt x="42" y="301"/>
                  </a:lnTo>
                  <a:lnTo>
                    <a:pt x="42" y="301"/>
                  </a:lnTo>
                  <a:lnTo>
                    <a:pt x="42" y="301"/>
                  </a:lnTo>
                  <a:lnTo>
                    <a:pt x="42" y="301"/>
                  </a:lnTo>
                  <a:lnTo>
                    <a:pt x="45" y="301"/>
                  </a:lnTo>
                  <a:lnTo>
                    <a:pt x="45" y="301"/>
                  </a:lnTo>
                  <a:lnTo>
                    <a:pt x="45" y="303"/>
                  </a:lnTo>
                  <a:lnTo>
                    <a:pt x="47" y="303"/>
                  </a:lnTo>
                  <a:lnTo>
                    <a:pt x="45" y="305"/>
                  </a:lnTo>
                  <a:lnTo>
                    <a:pt x="45" y="310"/>
                  </a:lnTo>
                  <a:lnTo>
                    <a:pt x="45" y="310"/>
                  </a:lnTo>
                  <a:lnTo>
                    <a:pt x="45" y="312"/>
                  </a:lnTo>
                  <a:lnTo>
                    <a:pt x="42" y="312"/>
                  </a:lnTo>
                  <a:lnTo>
                    <a:pt x="40" y="314"/>
                  </a:lnTo>
                  <a:lnTo>
                    <a:pt x="40" y="314"/>
                  </a:lnTo>
                  <a:lnTo>
                    <a:pt x="40" y="316"/>
                  </a:lnTo>
                  <a:lnTo>
                    <a:pt x="40" y="319"/>
                  </a:lnTo>
                  <a:lnTo>
                    <a:pt x="38" y="321"/>
                  </a:lnTo>
                  <a:lnTo>
                    <a:pt x="38" y="321"/>
                  </a:lnTo>
                  <a:lnTo>
                    <a:pt x="34" y="323"/>
                  </a:lnTo>
                  <a:lnTo>
                    <a:pt x="31" y="328"/>
                  </a:lnTo>
                  <a:lnTo>
                    <a:pt x="29" y="328"/>
                  </a:lnTo>
                  <a:lnTo>
                    <a:pt x="29" y="330"/>
                  </a:lnTo>
                  <a:lnTo>
                    <a:pt x="29" y="330"/>
                  </a:lnTo>
                  <a:lnTo>
                    <a:pt x="25" y="330"/>
                  </a:lnTo>
                  <a:lnTo>
                    <a:pt x="20" y="332"/>
                  </a:lnTo>
                  <a:lnTo>
                    <a:pt x="18" y="334"/>
                  </a:lnTo>
                  <a:lnTo>
                    <a:pt x="16" y="336"/>
                  </a:lnTo>
                  <a:lnTo>
                    <a:pt x="16" y="339"/>
                  </a:lnTo>
                  <a:lnTo>
                    <a:pt x="16" y="343"/>
                  </a:lnTo>
                  <a:lnTo>
                    <a:pt x="16" y="345"/>
                  </a:lnTo>
                  <a:lnTo>
                    <a:pt x="14" y="345"/>
                  </a:lnTo>
                  <a:lnTo>
                    <a:pt x="16" y="345"/>
                  </a:lnTo>
                  <a:lnTo>
                    <a:pt x="16" y="347"/>
                  </a:lnTo>
                  <a:lnTo>
                    <a:pt x="16" y="347"/>
                  </a:lnTo>
                  <a:lnTo>
                    <a:pt x="16" y="350"/>
                  </a:lnTo>
                  <a:lnTo>
                    <a:pt x="14" y="352"/>
                  </a:lnTo>
                  <a:lnTo>
                    <a:pt x="14" y="352"/>
                  </a:lnTo>
                  <a:lnTo>
                    <a:pt x="11" y="352"/>
                  </a:lnTo>
                  <a:lnTo>
                    <a:pt x="11" y="354"/>
                  </a:lnTo>
                  <a:lnTo>
                    <a:pt x="9" y="356"/>
                  </a:lnTo>
                  <a:lnTo>
                    <a:pt x="7" y="359"/>
                  </a:lnTo>
                  <a:lnTo>
                    <a:pt x="7" y="359"/>
                  </a:lnTo>
                  <a:lnTo>
                    <a:pt x="7" y="361"/>
                  </a:lnTo>
                  <a:lnTo>
                    <a:pt x="7" y="363"/>
                  </a:lnTo>
                  <a:lnTo>
                    <a:pt x="7" y="363"/>
                  </a:lnTo>
                  <a:lnTo>
                    <a:pt x="5" y="365"/>
                  </a:lnTo>
                  <a:lnTo>
                    <a:pt x="3" y="365"/>
                  </a:lnTo>
                  <a:lnTo>
                    <a:pt x="3" y="367"/>
                  </a:lnTo>
                  <a:lnTo>
                    <a:pt x="3" y="367"/>
                  </a:lnTo>
                  <a:lnTo>
                    <a:pt x="3" y="372"/>
                  </a:lnTo>
                  <a:lnTo>
                    <a:pt x="3" y="372"/>
                  </a:lnTo>
                  <a:lnTo>
                    <a:pt x="3" y="374"/>
                  </a:lnTo>
                  <a:lnTo>
                    <a:pt x="5" y="374"/>
                  </a:lnTo>
                  <a:lnTo>
                    <a:pt x="3" y="374"/>
                  </a:lnTo>
                  <a:lnTo>
                    <a:pt x="3" y="376"/>
                  </a:lnTo>
                  <a:lnTo>
                    <a:pt x="3" y="376"/>
                  </a:lnTo>
                  <a:lnTo>
                    <a:pt x="3" y="379"/>
                  </a:lnTo>
                  <a:lnTo>
                    <a:pt x="0" y="381"/>
                  </a:lnTo>
                  <a:lnTo>
                    <a:pt x="0" y="383"/>
                  </a:lnTo>
                  <a:lnTo>
                    <a:pt x="0" y="385"/>
                  </a:lnTo>
                  <a:lnTo>
                    <a:pt x="0" y="385"/>
                  </a:lnTo>
                  <a:lnTo>
                    <a:pt x="0" y="390"/>
                  </a:lnTo>
                  <a:lnTo>
                    <a:pt x="0" y="392"/>
                  </a:lnTo>
                  <a:lnTo>
                    <a:pt x="0" y="394"/>
                  </a:lnTo>
                  <a:lnTo>
                    <a:pt x="0" y="396"/>
                  </a:lnTo>
                  <a:lnTo>
                    <a:pt x="5" y="403"/>
                  </a:lnTo>
                  <a:lnTo>
                    <a:pt x="7" y="405"/>
                  </a:lnTo>
                  <a:lnTo>
                    <a:pt x="7" y="407"/>
                  </a:lnTo>
                  <a:lnTo>
                    <a:pt x="7" y="407"/>
                  </a:lnTo>
                  <a:lnTo>
                    <a:pt x="7" y="410"/>
                  </a:lnTo>
                  <a:lnTo>
                    <a:pt x="9" y="414"/>
                  </a:lnTo>
                  <a:lnTo>
                    <a:pt x="11" y="421"/>
                  </a:lnTo>
                  <a:lnTo>
                    <a:pt x="14" y="425"/>
                  </a:lnTo>
                  <a:lnTo>
                    <a:pt x="14" y="427"/>
                  </a:lnTo>
                  <a:lnTo>
                    <a:pt x="14" y="427"/>
                  </a:lnTo>
                  <a:lnTo>
                    <a:pt x="14" y="429"/>
                  </a:lnTo>
                  <a:lnTo>
                    <a:pt x="14" y="445"/>
                  </a:lnTo>
                  <a:lnTo>
                    <a:pt x="14" y="447"/>
                  </a:lnTo>
                  <a:lnTo>
                    <a:pt x="14" y="447"/>
                  </a:lnTo>
                  <a:lnTo>
                    <a:pt x="14" y="449"/>
                  </a:lnTo>
                  <a:lnTo>
                    <a:pt x="16" y="449"/>
                  </a:lnTo>
                  <a:lnTo>
                    <a:pt x="16" y="452"/>
                  </a:lnTo>
                  <a:lnTo>
                    <a:pt x="18" y="452"/>
                  </a:lnTo>
                  <a:lnTo>
                    <a:pt x="18" y="454"/>
                  </a:lnTo>
                  <a:lnTo>
                    <a:pt x="20" y="452"/>
                  </a:lnTo>
                  <a:lnTo>
                    <a:pt x="20" y="452"/>
                  </a:lnTo>
                  <a:lnTo>
                    <a:pt x="23" y="449"/>
                  </a:lnTo>
                  <a:lnTo>
                    <a:pt x="25" y="449"/>
                  </a:lnTo>
                  <a:lnTo>
                    <a:pt x="25" y="449"/>
                  </a:lnTo>
                  <a:lnTo>
                    <a:pt x="25" y="449"/>
                  </a:lnTo>
                  <a:lnTo>
                    <a:pt x="25" y="449"/>
                  </a:lnTo>
                  <a:lnTo>
                    <a:pt x="27" y="449"/>
                  </a:lnTo>
                  <a:lnTo>
                    <a:pt x="34" y="454"/>
                  </a:lnTo>
                  <a:lnTo>
                    <a:pt x="34" y="454"/>
                  </a:lnTo>
                  <a:lnTo>
                    <a:pt x="34" y="454"/>
                  </a:lnTo>
                  <a:lnTo>
                    <a:pt x="34" y="456"/>
                  </a:lnTo>
                  <a:lnTo>
                    <a:pt x="34" y="458"/>
                  </a:lnTo>
                  <a:lnTo>
                    <a:pt x="34" y="458"/>
                  </a:lnTo>
                  <a:lnTo>
                    <a:pt x="29" y="465"/>
                  </a:lnTo>
                  <a:lnTo>
                    <a:pt x="29" y="465"/>
                  </a:lnTo>
                  <a:lnTo>
                    <a:pt x="25" y="472"/>
                  </a:lnTo>
                  <a:lnTo>
                    <a:pt x="25" y="474"/>
                  </a:lnTo>
                  <a:lnTo>
                    <a:pt x="25" y="474"/>
                  </a:lnTo>
                  <a:lnTo>
                    <a:pt x="25" y="474"/>
                  </a:lnTo>
                  <a:lnTo>
                    <a:pt x="27" y="476"/>
                  </a:lnTo>
                  <a:lnTo>
                    <a:pt x="36" y="478"/>
                  </a:lnTo>
                  <a:lnTo>
                    <a:pt x="40" y="478"/>
                  </a:lnTo>
                  <a:lnTo>
                    <a:pt x="45" y="478"/>
                  </a:lnTo>
                  <a:lnTo>
                    <a:pt x="47" y="478"/>
                  </a:lnTo>
                  <a:lnTo>
                    <a:pt x="54" y="478"/>
                  </a:lnTo>
                  <a:lnTo>
                    <a:pt x="56" y="478"/>
                  </a:lnTo>
                  <a:lnTo>
                    <a:pt x="56" y="478"/>
                  </a:lnTo>
                  <a:lnTo>
                    <a:pt x="58" y="478"/>
                  </a:lnTo>
                  <a:lnTo>
                    <a:pt x="65" y="485"/>
                  </a:lnTo>
                  <a:lnTo>
                    <a:pt x="65" y="485"/>
                  </a:lnTo>
                  <a:lnTo>
                    <a:pt x="67" y="485"/>
                  </a:lnTo>
                  <a:lnTo>
                    <a:pt x="67" y="485"/>
                  </a:lnTo>
                  <a:lnTo>
                    <a:pt x="71" y="485"/>
                  </a:lnTo>
                  <a:lnTo>
                    <a:pt x="71" y="485"/>
                  </a:lnTo>
                  <a:lnTo>
                    <a:pt x="74" y="487"/>
                  </a:lnTo>
                  <a:lnTo>
                    <a:pt x="78" y="489"/>
                  </a:lnTo>
                  <a:lnTo>
                    <a:pt x="85" y="492"/>
                  </a:lnTo>
                  <a:lnTo>
                    <a:pt x="85" y="494"/>
                  </a:lnTo>
                  <a:lnTo>
                    <a:pt x="85" y="494"/>
                  </a:lnTo>
                  <a:lnTo>
                    <a:pt x="85" y="494"/>
                  </a:lnTo>
                  <a:lnTo>
                    <a:pt x="87" y="496"/>
                  </a:lnTo>
                  <a:lnTo>
                    <a:pt x="87" y="496"/>
                  </a:lnTo>
                  <a:lnTo>
                    <a:pt x="89" y="496"/>
                  </a:lnTo>
                  <a:lnTo>
                    <a:pt x="91" y="498"/>
                  </a:lnTo>
                  <a:lnTo>
                    <a:pt x="96" y="498"/>
                  </a:lnTo>
                  <a:lnTo>
                    <a:pt x="98" y="498"/>
                  </a:lnTo>
                  <a:lnTo>
                    <a:pt x="100" y="500"/>
                  </a:lnTo>
                  <a:lnTo>
                    <a:pt x="102" y="503"/>
                  </a:lnTo>
                  <a:lnTo>
                    <a:pt x="102" y="503"/>
                  </a:lnTo>
                  <a:lnTo>
                    <a:pt x="118" y="509"/>
                  </a:lnTo>
                  <a:lnTo>
                    <a:pt x="118" y="509"/>
                  </a:lnTo>
                  <a:lnTo>
                    <a:pt x="122" y="511"/>
                  </a:lnTo>
                  <a:lnTo>
                    <a:pt x="124" y="511"/>
                  </a:lnTo>
                  <a:lnTo>
                    <a:pt x="124" y="511"/>
                  </a:lnTo>
                  <a:lnTo>
                    <a:pt x="131" y="511"/>
                  </a:lnTo>
                  <a:lnTo>
                    <a:pt x="133" y="511"/>
                  </a:lnTo>
                  <a:lnTo>
                    <a:pt x="133" y="511"/>
                  </a:lnTo>
                  <a:lnTo>
                    <a:pt x="136" y="514"/>
                  </a:lnTo>
                  <a:lnTo>
                    <a:pt x="140" y="518"/>
                  </a:lnTo>
                  <a:lnTo>
                    <a:pt x="140" y="518"/>
                  </a:lnTo>
                  <a:lnTo>
                    <a:pt x="142" y="520"/>
                  </a:lnTo>
                  <a:lnTo>
                    <a:pt x="142" y="520"/>
                  </a:lnTo>
                  <a:lnTo>
                    <a:pt x="144" y="520"/>
                  </a:lnTo>
                  <a:lnTo>
                    <a:pt x="144" y="520"/>
                  </a:lnTo>
                  <a:lnTo>
                    <a:pt x="147" y="520"/>
                  </a:lnTo>
                  <a:lnTo>
                    <a:pt x="149" y="520"/>
                  </a:lnTo>
                  <a:lnTo>
                    <a:pt x="151" y="523"/>
                  </a:lnTo>
                  <a:lnTo>
                    <a:pt x="151" y="523"/>
                  </a:lnTo>
                  <a:lnTo>
                    <a:pt x="153" y="523"/>
                  </a:lnTo>
                  <a:lnTo>
                    <a:pt x="153" y="523"/>
                  </a:lnTo>
                  <a:lnTo>
                    <a:pt x="155" y="523"/>
                  </a:lnTo>
                  <a:lnTo>
                    <a:pt x="155" y="523"/>
                  </a:lnTo>
                  <a:lnTo>
                    <a:pt x="158" y="523"/>
                  </a:lnTo>
                  <a:lnTo>
                    <a:pt x="158" y="525"/>
                  </a:lnTo>
                  <a:lnTo>
                    <a:pt x="162" y="529"/>
                  </a:lnTo>
                  <a:lnTo>
                    <a:pt x="167" y="536"/>
                  </a:lnTo>
                  <a:lnTo>
                    <a:pt x="169" y="536"/>
                  </a:lnTo>
                  <a:lnTo>
                    <a:pt x="169" y="536"/>
                  </a:lnTo>
                  <a:lnTo>
                    <a:pt x="171" y="536"/>
                  </a:lnTo>
                  <a:lnTo>
                    <a:pt x="171" y="536"/>
                  </a:lnTo>
                  <a:lnTo>
                    <a:pt x="173" y="536"/>
                  </a:lnTo>
                  <a:lnTo>
                    <a:pt x="173" y="538"/>
                  </a:lnTo>
                  <a:lnTo>
                    <a:pt x="173" y="538"/>
                  </a:lnTo>
                  <a:lnTo>
                    <a:pt x="173" y="538"/>
                  </a:lnTo>
                  <a:lnTo>
                    <a:pt x="173" y="538"/>
                  </a:lnTo>
                  <a:lnTo>
                    <a:pt x="175" y="538"/>
                  </a:lnTo>
                  <a:lnTo>
                    <a:pt x="175" y="536"/>
                  </a:lnTo>
                  <a:lnTo>
                    <a:pt x="175" y="536"/>
                  </a:lnTo>
                  <a:lnTo>
                    <a:pt x="175" y="536"/>
                  </a:lnTo>
                  <a:lnTo>
                    <a:pt x="175" y="534"/>
                  </a:lnTo>
                  <a:lnTo>
                    <a:pt x="173" y="531"/>
                  </a:lnTo>
                  <a:lnTo>
                    <a:pt x="173" y="531"/>
                  </a:lnTo>
                  <a:lnTo>
                    <a:pt x="175" y="527"/>
                  </a:lnTo>
                  <a:lnTo>
                    <a:pt x="175" y="527"/>
                  </a:lnTo>
                  <a:lnTo>
                    <a:pt x="175" y="525"/>
                  </a:lnTo>
                  <a:lnTo>
                    <a:pt x="175" y="523"/>
                  </a:lnTo>
                  <a:lnTo>
                    <a:pt x="178" y="520"/>
                  </a:lnTo>
                  <a:lnTo>
                    <a:pt x="178" y="520"/>
                  </a:lnTo>
                  <a:lnTo>
                    <a:pt x="180" y="518"/>
                  </a:lnTo>
                  <a:lnTo>
                    <a:pt x="182" y="518"/>
                  </a:lnTo>
                  <a:lnTo>
                    <a:pt x="182" y="516"/>
                  </a:lnTo>
                  <a:lnTo>
                    <a:pt x="182" y="514"/>
                  </a:lnTo>
                  <a:lnTo>
                    <a:pt x="184" y="514"/>
                  </a:lnTo>
                  <a:lnTo>
                    <a:pt x="184" y="511"/>
                  </a:lnTo>
                  <a:lnTo>
                    <a:pt x="187" y="511"/>
                  </a:lnTo>
                  <a:lnTo>
                    <a:pt x="189" y="509"/>
                  </a:lnTo>
                  <a:lnTo>
                    <a:pt x="191" y="509"/>
                  </a:lnTo>
                  <a:lnTo>
                    <a:pt x="193" y="509"/>
                  </a:lnTo>
                  <a:lnTo>
                    <a:pt x="195" y="509"/>
                  </a:lnTo>
                  <a:lnTo>
                    <a:pt x="198" y="509"/>
                  </a:lnTo>
                  <a:lnTo>
                    <a:pt x="198" y="509"/>
                  </a:lnTo>
                  <a:lnTo>
                    <a:pt x="200" y="507"/>
                  </a:lnTo>
                  <a:lnTo>
                    <a:pt x="200" y="505"/>
                  </a:lnTo>
                  <a:lnTo>
                    <a:pt x="202" y="503"/>
                  </a:lnTo>
                  <a:lnTo>
                    <a:pt x="202" y="503"/>
                  </a:lnTo>
                  <a:lnTo>
                    <a:pt x="202" y="503"/>
                  </a:lnTo>
                  <a:lnTo>
                    <a:pt x="202" y="503"/>
                  </a:lnTo>
                  <a:lnTo>
                    <a:pt x="202" y="503"/>
                  </a:lnTo>
                  <a:lnTo>
                    <a:pt x="202" y="500"/>
                  </a:lnTo>
                  <a:lnTo>
                    <a:pt x="202" y="500"/>
                  </a:lnTo>
                  <a:lnTo>
                    <a:pt x="202" y="498"/>
                  </a:lnTo>
                  <a:lnTo>
                    <a:pt x="202" y="498"/>
                  </a:lnTo>
                  <a:lnTo>
                    <a:pt x="202" y="496"/>
                  </a:lnTo>
                  <a:lnTo>
                    <a:pt x="200" y="496"/>
                  </a:lnTo>
                  <a:lnTo>
                    <a:pt x="200" y="496"/>
                  </a:lnTo>
                  <a:lnTo>
                    <a:pt x="200" y="496"/>
                  </a:lnTo>
                  <a:lnTo>
                    <a:pt x="202" y="496"/>
                  </a:lnTo>
                  <a:lnTo>
                    <a:pt x="202" y="494"/>
                  </a:lnTo>
                  <a:lnTo>
                    <a:pt x="202" y="494"/>
                  </a:lnTo>
                  <a:lnTo>
                    <a:pt x="202" y="494"/>
                  </a:lnTo>
                  <a:lnTo>
                    <a:pt x="204" y="492"/>
                  </a:lnTo>
                  <a:lnTo>
                    <a:pt x="213" y="478"/>
                  </a:lnTo>
                  <a:lnTo>
                    <a:pt x="215" y="476"/>
                  </a:lnTo>
                  <a:lnTo>
                    <a:pt x="218" y="476"/>
                  </a:lnTo>
                  <a:lnTo>
                    <a:pt x="229" y="474"/>
                  </a:lnTo>
                  <a:lnTo>
                    <a:pt x="231" y="474"/>
                  </a:lnTo>
                  <a:lnTo>
                    <a:pt x="233" y="472"/>
                  </a:lnTo>
                  <a:lnTo>
                    <a:pt x="235" y="472"/>
                  </a:lnTo>
                  <a:lnTo>
                    <a:pt x="237" y="469"/>
                  </a:lnTo>
                  <a:lnTo>
                    <a:pt x="237" y="469"/>
                  </a:lnTo>
                  <a:lnTo>
                    <a:pt x="246" y="472"/>
                  </a:lnTo>
                  <a:lnTo>
                    <a:pt x="251" y="472"/>
                  </a:lnTo>
                  <a:lnTo>
                    <a:pt x="253" y="472"/>
                  </a:lnTo>
                  <a:lnTo>
                    <a:pt x="268" y="465"/>
                  </a:lnTo>
                  <a:lnTo>
                    <a:pt x="268" y="465"/>
                  </a:lnTo>
                  <a:lnTo>
                    <a:pt x="271" y="463"/>
                  </a:lnTo>
                  <a:lnTo>
                    <a:pt x="271" y="463"/>
                  </a:lnTo>
                  <a:lnTo>
                    <a:pt x="273" y="463"/>
                  </a:lnTo>
                  <a:lnTo>
                    <a:pt x="273" y="461"/>
                  </a:lnTo>
                  <a:lnTo>
                    <a:pt x="273" y="461"/>
                  </a:lnTo>
                  <a:lnTo>
                    <a:pt x="273" y="461"/>
                  </a:lnTo>
                  <a:lnTo>
                    <a:pt x="275" y="461"/>
                  </a:lnTo>
                  <a:lnTo>
                    <a:pt x="275" y="461"/>
                  </a:lnTo>
                  <a:lnTo>
                    <a:pt x="275" y="461"/>
                  </a:lnTo>
                  <a:lnTo>
                    <a:pt x="275" y="461"/>
                  </a:lnTo>
                  <a:lnTo>
                    <a:pt x="275" y="461"/>
                  </a:lnTo>
                  <a:lnTo>
                    <a:pt x="275" y="463"/>
                  </a:lnTo>
                  <a:lnTo>
                    <a:pt x="275" y="463"/>
                  </a:lnTo>
                  <a:lnTo>
                    <a:pt x="277" y="465"/>
                  </a:lnTo>
                  <a:lnTo>
                    <a:pt x="277" y="467"/>
                  </a:lnTo>
                  <a:lnTo>
                    <a:pt x="280" y="469"/>
                  </a:lnTo>
                  <a:lnTo>
                    <a:pt x="282" y="472"/>
                  </a:lnTo>
                  <a:lnTo>
                    <a:pt x="282" y="472"/>
                  </a:lnTo>
                  <a:lnTo>
                    <a:pt x="284" y="472"/>
                  </a:lnTo>
                  <a:lnTo>
                    <a:pt x="284" y="472"/>
                  </a:lnTo>
                  <a:lnTo>
                    <a:pt x="297" y="458"/>
                  </a:lnTo>
                  <a:lnTo>
                    <a:pt x="300" y="456"/>
                  </a:lnTo>
                  <a:lnTo>
                    <a:pt x="300" y="456"/>
                  </a:lnTo>
                  <a:lnTo>
                    <a:pt x="302" y="454"/>
                  </a:lnTo>
                  <a:lnTo>
                    <a:pt x="311" y="452"/>
                  </a:lnTo>
                  <a:lnTo>
                    <a:pt x="315" y="447"/>
                  </a:lnTo>
                  <a:lnTo>
                    <a:pt x="317" y="447"/>
                  </a:lnTo>
                  <a:lnTo>
                    <a:pt x="322" y="449"/>
                  </a:lnTo>
                  <a:lnTo>
                    <a:pt x="324" y="449"/>
                  </a:lnTo>
                  <a:lnTo>
                    <a:pt x="339" y="449"/>
                  </a:lnTo>
                  <a:lnTo>
                    <a:pt x="357" y="449"/>
                  </a:lnTo>
                  <a:lnTo>
                    <a:pt x="364" y="449"/>
                  </a:lnTo>
                  <a:lnTo>
                    <a:pt x="366" y="449"/>
                  </a:lnTo>
                  <a:lnTo>
                    <a:pt x="368" y="452"/>
                  </a:lnTo>
                  <a:lnTo>
                    <a:pt x="373" y="452"/>
                  </a:lnTo>
                  <a:lnTo>
                    <a:pt x="375" y="454"/>
                  </a:lnTo>
                  <a:lnTo>
                    <a:pt x="375" y="454"/>
                  </a:lnTo>
                  <a:lnTo>
                    <a:pt x="375" y="454"/>
                  </a:lnTo>
                  <a:lnTo>
                    <a:pt x="375" y="454"/>
                  </a:lnTo>
                  <a:lnTo>
                    <a:pt x="377" y="454"/>
                  </a:lnTo>
                  <a:lnTo>
                    <a:pt x="379" y="454"/>
                  </a:lnTo>
                  <a:lnTo>
                    <a:pt x="379" y="454"/>
                  </a:lnTo>
                  <a:lnTo>
                    <a:pt x="379" y="454"/>
                  </a:lnTo>
                  <a:lnTo>
                    <a:pt x="381" y="454"/>
                  </a:lnTo>
                  <a:lnTo>
                    <a:pt x="381" y="454"/>
                  </a:lnTo>
                  <a:lnTo>
                    <a:pt x="381" y="454"/>
                  </a:lnTo>
                  <a:lnTo>
                    <a:pt x="381" y="456"/>
                  </a:lnTo>
                  <a:lnTo>
                    <a:pt x="381" y="456"/>
                  </a:lnTo>
                  <a:lnTo>
                    <a:pt x="381" y="456"/>
                  </a:lnTo>
                  <a:lnTo>
                    <a:pt x="381" y="456"/>
                  </a:lnTo>
                  <a:lnTo>
                    <a:pt x="384" y="456"/>
                  </a:lnTo>
                  <a:lnTo>
                    <a:pt x="384" y="456"/>
                  </a:lnTo>
                  <a:lnTo>
                    <a:pt x="386" y="456"/>
                  </a:lnTo>
                  <a:lnTo>
                    <a:pt x="388" y="458"/>
                  </a:lnTo>
                  <a:lnTo>
                    <a:pt x="390" y="458"/>
                  </a:lnTo>
                  <a:lnTo>
                    <a:pt x="390" y="458"/>
                  </a:lnTo>
                  <a:lnTo>
                    <a:pt x="390" y="458"/>
                  </a:lnTo>
                  <a:lnTo>
                    <a:pt x="393" y="458"/>
                  </a:lnTo>
                  <a:lnTo>
                    <a:pt x="410" y="447"/>
                  </a:lnTo>
                  <a:lnTo>
                    <a:pt x="413" y="447"/>
                  </a:lnTo>
                  <a:lnTo>
                    <a:pt x="413" y="445"/>
                  </a:lnTo>
                  <a:lnTo>
                    <a:pt x="415" y="443"/>
                  </a:lnTo>
                  <a:lnTo>
                    <a:pt x="415" y="441"/>
                  </a:lnTo>
                  <a:lnTo>
                    <a:pt x="417" y="441"/>
                  </a:lnTo>
                  <a:lnTo>
                    <a:pt x="417" y="438"/>
                  </a:lnTo>
                  <a:lnTo>
                    <a:pt x="426" y="436"/>
                  </a:lnTo>
                  <a:lnTo>
                    <a:pt x="426" y="436"/>
                  </a:lnTo>
                  <a:lnTo>
                    <a:pt x="428" y="434"/>
                  </a:lnTo>
                  <a:lnTo>
                    <a:pt x="428" y="434"/>
                  </a:lnTo>
                  <a:lnTo>
                    <a:pt x="428" y="434"/>
                  </a:lnTo>
                  <a:lnTo>
                    <a:pt x="428" y="434"/>
                  </a:lnTo>
                  <a:lnTo>
                    <a:pt x="428" y="434"/>
                  </a:lnTo>
                  <a:lnTo>
                    <a:pt x="430" y="434"/>
                  </a:lnTo>
                  <a:lnTo>
                    <a:pt x="430" y="434"/>
                  </a:lnTo>
                  <a:lnTo>
                    <a:pt x="430" y="432"/>
                  </a:lnTo>
                  <a:lnTo>
                    <a:pt x="430" y="432"/>
                  </a:lnTo>
                  <a:lnTo>
                    <a:pt x="432" y="432"/>
                  </a:lnTo>
                  <a:lnTo>
                    <a:pt x="432" y="432"/>
                  </a:lnTo>
                  <a:lnTo>
                    <a:pt x="432" y="432"/>
                  </a:lnTo>
                  <a:lnTo>
                    <a:pt x="432" y="429"/>
                  </a:lnTo>
                  <a:lnTo>
                    <a:pt x="432" y="429"/>
                  </a:lnTo>
                  <a:lnTo>
                    <a:pt x="435" y="429"/>
                  </a:lnTo>
                  <a:lnTo>
                    <a:pt x="435" y="429"/>
                  </a:lnTo>
                  <a:lnTo>
                    <a:pt x="437" y="427"/>
                  </a:lnTo>
                  <a:lnTo>
                    <a:pt x="437" y="427"/>
                  </a:lnTo>
                  <a:lnTo>
                    <a:pt x="437" y="427"/>
                  </a:lnTo>
                  <a:lnTo>
                    <a:pt x="437" y="423"/>
                  </a:lnTo>
                  <a:lnTo>
                    <a:pt x="435" y="423"/>
                  </a:lnTo>
                  <a:lnTo>
                    <a:pt x="435" y="421"/>
                  </a:lnTo>
                  <a:lnTo>
                    <a:pt x="435" y="421"/>
                  </a:lnTo>
                  <a:lnTo>
                    <a:pt x="435" y="421"/>
                  </a:lnTo>
                  <a:lnTo>
                    <a:pt x="435" y="418"/>
                  </a:lnTo>
                  <a:lnTo>
                    <a:pt x="435" y="418"/>
                  </a:lnTo>
                  <a:lnTo>
                    <a:pt x="435" y="416"/>
                  </a:lnTo>
                  <a:lnTo>
                    <a:pt x="435" y="416"/>
                  </a:lnTo>
                  <a:lnTo>
                    <a:pt x="432" y="416"/>
                  </a:lnTo>
                  <a:lnTo>
                    <a:pt x="432" y="414"/>
                  </a:lnTo>
                  <a:lnTo>
                    <a:pt x="432" y="414"/>
                  </a:lnTo>
                  <a:lnTo>
                    <a:pt x="432" y="412"/>
                  </a:lnTo>
                  <a:lnTo>
                    <a:pt x="432" y="412"/>
                  </a:lnTo>
                  <a:lnTo>
                    <a:pt x="432" y="410"/>
                  </a:lnTo>
                  <a:lnTo>
                    <a:pt x="432" y="410"/>
                  </a:lnTo>
                  <a:lnTo>
                    <a:pt x="432" y="410"/>
                  </a:lnTo>
                  <a:lnTo>
                    <a:pt x="432" y="407"/>
                  </a:lnTo>
                  <a:lnTo>
                    <a:pt x="432" y="407"/>
                  </a:lnTo>
                  <a:lnTo>
                    <a:pt x="432" y="407"/>
                  </a:lnTo>
                  <a:lnTo>
                    <a:pt x="432" y="407"/>
                  </a:lnTo>
                  <a:lnTo>
                    <a:pt x="432" y="407"/>
                  </a:lnTo>
                  <a:lnTo>
                    <a:pt x="435" y="405"/>
                  </a:lnTo>
                  <a:lnTo>
                    <a:pt x="435" y="405"/>
                  </a:lnTo>
                  <a:lnTo>
                    <a:pt x="435" y="403"/>
                  </a:lnTo>
                  <a:lnTo>
                    <a:pt x="435" y="403"/>
                  </a:lnTo>
                  <a:lnTo>
                    <a:pt x="435" y="403"/>
                  </a:lnTo>
                  <a:lnTo>
                    <a:pt x="435" y="403"/>
                  </a:lnTo>
                  <a:lnTo>
                    <a:pt x="435" y="401"/>
                  </a:lnTo>
                  <a:lnTo>
                    <a:pt x="437" y="398"/>
                  </a:lnTo>
                  <a:lnTo>
                    <a:pt x="437" y="398"/>
                  </a:lnTo>
                  <a:lnTo>
                    <a:pt x="437" y="398"/>
                  </a:lnTo>
                  <a:lnTo>
                    <a:pt x="439" y="398"/>
                  </a:lnTo>
                  <a:lnTo>
                    <a:pt x="439" y="398"/>
                  </a:lnTo>
                  <a:lnTo>
                    <a:pt x="439" y="396"/>
                  </a:lnTo>
                  <a:lnTo>
                    <a:pt x="439" y="396"/>
                  </a:lnTo>
                  <a:lnTo>
                    <a:pt x="439" y="394"/>
                  </a:lnTo>
                  <a:lnTo>
                    <a:pt x="439" y="392"/>
                  </a:lnTo>
                  <a:lnTo>
                    <a:pt x="439" y="392"/>
                  </a:lnTo>
                  <a:lnTo>
                    <a:pt x="437" y="390"/>
                  </a:lnTo>
                  <a:lnTo>
                    <a:pt x="437" y="387"/>
                  </a:lnTo>
                  <a:lnTo>
                    <a:pt x="437" y="387"/>
                  </a:lnTo>
                  <a:lnTo>
                    <a:pt x="435" y="387"/>
                  </a:lnTo>
                  <a:lnTo>
                    <a:pt x="432" y="385"/>
                  </a:lnTo>
                  <a:lnTo>
                    <a:pt x="432" y="385"/>
                  </a:lnTo>
                  <a:lnTo>
                    <a:pt x="432" y="385"/>
                  </a:lnTo>
                  <a:lnTo>
                    <a:pt x="430" y="385"/>
                  </a:lnTo>
                  <a:lnTo>
                    <a:pt x="430" y="385"/>
                  </a:lnTo>
                  <a:lnTo>
                    <a:pt x="430" y="385"/>
                  </a:lnTo>
                  <a:lnTo>
                    <a:pt x="428" y="385"/>
                  </a:lnTo>
                  <a:lnTo>
                    <a:pt x="428" y="385"/>
                  </a:lnTo>
                  <a:lnTo>
                    <a:pt x="428" y="385"/>
                  </a:lnTo>
                  <a:lnTo>
                    <a:pt x="428" y="385"/>
                  </a:lnTo>
                  <a:lnTo>
                    <a:pt x="428" y="385"/>
                  </a:lnTo>
                  <a:lnTo>
                    <a:pt x="426" y="385"/>
                  </a:lnTo>
                  <a:lnTo>
                    <a:pt x="426" y="385"/>
                  </a:lnTo>
                  <a:lnTo>
                    <a:pt x="426" y="385"/>
                  </a:lnTo>
                  <a:lnTo>
                    <a:pt x="426" y="385"/>
                  </a:lnTo>
                  <a:lnTo>
                    <a:pt x="426" y="387"/>
                  </a:lnTo>
                  <a:lnTo>
                    <a:pt x="424" y="387"/>
                  </a:lnTo>
                  <a:lnTo>
                    <a:pt x="424" y="387"/>
                  </a:lnTo>
                  <a:lnTo>
                    <a:pt x="424" y="387"/>
                  </a:lnTo>
                  <a:lnTo>
                    <a:pt x="424" y="387"/>
                  </a:lnTo>
                  <a:lnTo>
                    <a:pt x="424" y="387"/>
                  </a:lnTo>
                  <a:lnTo>
                    <a:pt x="421" y="385"/>
                  </a:lnTo>
                  <a:lnTo>
                    <a:pt x="419" y="383"/>
                  </a:lnTo>
                  <a:lnTo>
                    <a:pt x="419" y="383"/>
                  </a:lnTo>
                  <a:lnTo>
                    <a:pt x="419" y="381"/>
                  </a:lnTo>
                  <a:lnTo>
                    <a:pt x="419" y="379"/>
                  </a:lnTo>
                  <a:lnTo>
                    <a:pt x="419" y="379"/>
                  </a:lnTo>
                  <a:lnTo>
                    <a:pt x="419" y="379"/>
                  </a:lnTo>
                  <a:lnTo>
                    <a:pt x="419" y="376"/>
                  </a:lnTo>
                  <a:lnTo>
                    <a:pt x="419" y="376"/>
                  </a:lnTo>
                  <a:lnTo>
                    <a:pt x="419" y="376"/>
                  </a:lnTo>
                  <a:lnTo>
                    <a:pt x="421" y="374"/>
                  </a:lnTo>
                  <a:lnTo>
                    <a:pt x="421" y="374"/>
                  </a:lnTo>
                  <a:lnTo>
                    <a:pt x="421" y="372"/>
                  </a:lnTo>
                  <a:lnTo>
                    <a:pt x="421" y="372"/>
                  </a:lnTo>
                  <a:lnTo>
                    <a:pt x="421" y="372"/>
                  </a:lnTo>
                  <a:lnTo>
                    <a:pt x="424" y="372"/>
                  </a:lnTo>
                  <a:lnTo>
                    <a:pt x="424" y="372"/>
                  </a:lnTo>
                  <a:lnTo>
                    <a:pt x="424" y="372"/>
                  </a:lnTo>
                  <a:lnTo>
                    <a:pt x="424" y="372"/>
                  </a:lnTo>
                  <a:lnTo>
                    <a:pt x="426" y="372"/>
                  </a:lnTo>
                  <a:lnTo>
                    <a:pt x="426" y="372"/>
                  </a:lnTo>
                  <a:lnTo>
                    <a:pt x="426" y="372"/>
                  </a:lnTo>
                  <a:lnTo>
                    <a:pt x="426" y="372"/>
                  </a:lnTo>
                  <a:lnTo>
                    <a:pt x="426" y="372"/>
                  </a:lnTo>
                  <a:lnTo>
                    <a:pt x="426" y="372"/>
                  </a:lnTo>
                  <a:lnTo>
                    <a:pt x="426" y="372"/>
                  </a:lnTo>
                  <a:lnTo>
                    <a:pt x="426" y="372"/>
                  </a:lnTo>
                  <a:lnTo>
                    <a:pt x="426" y="372"/>
                  </a:lnTo>
                  <a:lnTo>
                    <a:pt x="426" y="370"/>
                  </a:lnTo>
                  <a:lnTo>
                    <a:pt x="428" y="370"/>
                  </a:lnTo>
                  <a:lnTo>
                    <a:pt x="428" y="370"/>
                  </a:lnTo>
                  <a:lnTo>
                    <a:pt x="428" y="370"/>
                  </a:lnTo>
                  <a:lnTo>
                    <a:pt x="428" y="370"/>
                  </a:lnTo>
                  <a:lnTo>
                    <a:pt x="428" y="367"/>
                  </a:lnTo>
                  <a:lnTo>
                    <a:pt x="428" y="367"/>
                  </a:lnTo>
                  <a:lnTo>
                    <a:pt x="428" y="367"/>
                  </a:lnTo>
                  <a:lnTo>
                    <a:pt x="428" y="367"/>
                  </a:lnTo>
                  <a:lnTo>
                    <a:pt x="428" y="365"/>
                  </a:lnTo>
                  <a:lnTo>
                    <a:pt x="428" y="365"/>
                  </a:lnTo>
                  <a:lnTo>
                    <a:pt x="428" y="365"/>
                  </a:lnTo>
                  <a:lnTo>
                    <a:pt x="428" y="365"/>
                  </a:lnTo>
                  <a:lnTo>
                    <a:pt x="430" y="365"/>
                  </a:lnTo>
                  <a:lnTo>
                    <a:pt x="430" y="365"/>
                  </a:lnTo>
                  <a:lnTo>
                    <a:pt x="430" y="365"/>
                  </a:lnTo>
                  <a:lnTo>
                    <a:pt x="430" y="365"/>
                  </a:lnTo>
                  <a:lnTo>
                    <a:pt x="430" y="365"/>
                  </a:lnTo>
                  <a:lnTo>
                    <a:pt x="430" y="363"/>
                  </a:lnTo>
                  <a:lnTo>
                    <a:pt x="432" y="363"/>
                  </a:lnTo>
                  <a:lnTo>
                    <a:pt x="432" y="363"/>
                  </a:lnTo>
                  <a:lnTo>
                    <a:pt x="432" y="361"/>
                  </a:lnTo>
                  <a:lnTo>
                    <a:pt x="432" y="361"/>
                  </a:lnTo>
                  <a:lnTo>
                    <a:pt x="432" y="361"/>
                  </a:lnTo>
                  <a:lnTo>
                    <a:pt x="432" y="361"/>
                  </a:lnTo>
                  <a:lnTo>
                    <a:pt x="432" y="361"/>
                  </a:lnTo>
                  <a:lnTo>
                    <a:pt x="435" y="361"/>
                  </a:lnTo>
                  <a:lnTo>
                    <a:pt x="432" y="359"/>
                  </a:lnTo>
                  <a:lnTo>
                    <a:pt x="432" y="359"/>
                  </a:lnTo>
                  <a:lnTo>
                    <a:pt x="435" y="359"/>
                  </a:lnTo>
                  <a:lnTo>
                    <a:pt x="435" y="359"/>
                  </a:lnTo>
                  <a:lnTo>
                    <a:pt x="435" y="359"/>
                  </a:lnTo>
                  <a:lnTo>
                    <a:pt x="435" y="359"/>
                  </a:lnTo>
                  <a:lnTo>
                    <a:pt x="435" y="356"/>
                  </a:lnTo>
                  <a:lnTo>
                    <a:pt x="435" y="356"/>
                  </a:lnTo>
                  <a:lnTo>
                    <a:pt x="437" y="356"/>
                  </a:lnTo>
                  <a:lnTo>
                    <a:pt x="437" y="356"/>
                  </a:lnTo>
                  <a:lnTo>
                    <a:pt x="437" y="359"/>
                  </a:lnTo>
                  <a:lnTo>
                    <a:pt x="437" y="359"/>
                  </a:lnTo>
                  <a:lnTo>
                    <a:pt x="437" y="359"/>
                  </a:lnTo>
                  <a:lnTo>
                    <a:pt x="437" y="356"/>
                  </a:lnTo>
                  <a:lnTo>
                    <a:pt x="437" y="356"/>
                  </a:lnTo>
                  <a:lnTo>
                    <a:pt x="439" y="356"/>
                  </a:lnTo>
                  <a:lnTo>
                    <a:pt x="439" y="354"/>
                  </a:lnTo>
                  <a:lnTo>
                    <a:pt x="439" y="354"/>
                  </a:lnTo>
                  <a:lnTo>
                    <a:pt x="439" y="354"/>
                  </a:lnTo>
                  <a:lnTo>
                    <a:pt x="441" y="354"/>
                  </a:lnTo>
                  <a:lnTo>
                    <a:pt x="441" y="352"/>
                  </a:lnTo>
                  <a:lnTo>
                    <a:pt x="441" y="352"/>
                  </a:lnTo>
                  <a:lnTo>
                    <a:pt x="441" y="352"/>
                  </a:lnTo>
                  <a:lnTo>
                    <a:pt x="444" y="352"/>
                  </a:lnTo>
                  <a:lnTo>
                    <a:pt x="444" y="352"/>
                  </a:lnTo>
                  <a:lnTo>
                    <a:pt x="444" y="352"/>
                  </a:lnTo>
                  <a:lnTo>
                    <a:pt x="444" y="352"/>
                  </a:lnTo>
                  <a:lnTo>
                    <a:pt x="441" y="350"/>
                  </a:lnTo>
                  <a:lnTo>
                    <a:pt x="441" y="350"/>
                  </a:lnTo>
                  <a:lnTo>
                    <a:pt x="441" y="350"/>
                  </a:lnTo>
                  <a:lnTo>
                    <a:pt x="441" y="350"/>
                  </a:lnTo>
                  <a:lnTo>
                    <a:pt x="441" y="347"/>
                  </a:lnTo>
                  <a:lnTo>
                    <a:pt x="441" y="347"/>
                  </a:lnTo>
                  <a:lnTo>
                    <a:pt x="441" y="347"/>
                  </a:lnTo>
                  <a:lnTo>
                    <a:pt x="441" y="347"/>
                  </a:lnTo>
                  <a:lnTo>
                    <a:pt x="444" y="347"/>
                  </a:lnTo>
                  <a:lnTo>
                    <a:pt x="444" y="345"/>
                  </a:lnTo>
                  <a:lnTo>
                    <a:pt x="444" y="345"/>
                  </a:lnTo>
                  <a:lnTo>
                    <a:pt x="444" y="345"/>
                  </a:lnTo>
                  <a:lnTo>
                    <a:pt x="444" y="345"/>
                  </a:lnTo>
                  <a:lnTo>
                    <a:pt x="446" y="345"/>
                  </a:lnTo>
                  <a:lnTo>
                    <a:pt x="446" y="345"/>
                  </a:lnTo>
                  <a:lnTo>
                    <a:pt x="446" y="345"/>
                  </a:lnTo>
                  <a:lnTo>
                    <a:pt x="446" y="345"/>
                  </a:lnTo>
                  <a:lnTo>
                    <a:pt x="446" y="345"/>
                  </a:lnTo>
                  <a:lnTo>
                    <a:pt x="446" y="345"/>
                  </a:lnTo>
                  <a:lnTo>
                    <a:pt x="448" y="345"/>
                  </a:lnTo>
                  <a:lnTo>
                    <a:pt x="448" y="345"/>
                  </a:lnTo>
                  <a:lnTo>
                    <a:pt x="448" y="343"/>
                  </a:lnTo>
                  <a:lnTo>
                    <a:pt x="448" y="343"/>
                  </a:lnTo>
                  <a:lnTo>
                    <a:pt x="446" y="341"/>
                  </a:lnTo>
                  <a:lnTo>
                    <a:pt x="446" y="339"/>
                  </a:lnTo>
                  <a:lnTo>
                    <a:pt x="446" y="339"/>
                  </a:lnTo>
                  <a:lnTo>
                    <a:pt x="446" y="336"/>
                  </a:lnTo>
                  <a:lnTo>
                    <a:pt x="444" y="334"/>
                  </a:lnTo>
                  <a:lnTo>
                    <a:pt x="444" y="334"/>
                  </a:lnTo>
                  <a:lnTo>
                    <a:pt x="444" y="334"/>
                  </a:lnTo>
                  <a:lnTo>
                    <a:pt x="444" y="332"/>
                  </a:lnTo>
                  <a:lnTo>
                    <a:pt x="444" y="332"/>
                  </a:lnTo>
                  <a:lnTo>
                    <a:pt x="441" y="325"/>
                  </a:lnTo>
                  <a:lnTo>
                    <a:pt x="439" y="323"/>
                  </a:lnTo>
                  <a:lnTo>
                    <a:pt x="439" y="323"/>
                  </a:lnTo>
                  <a:lnTo>
                    <a:pt x="439" y="321"/>
                  </a:lnTo>
                  <a:lnTo>
                    <a:pt x="439" y="321"/>
                  </a:lnTo>
                  <a:lnTo>
                    <a:pt x="437" y="321"/>
                  </a:lnTo>
                  <a:lnTo>
                    <a:pt x="437" y="321"/>
                  </a:lnTo>
                  <a:lnTo>
                    <a:pt x="437" y="319"/>
                  </a:lnTo>
                  <a:lnTo>
                    <a:pt x="437" y="319"/>
                  </a:lnTo>
                  <a:lnTo>
                    <a:pt x="437" y="319"/>
                  </a:lnTo>
                  <a:lnTo>
                    <a:pt x="437" y="319"/>
                  </a:lnTo>
                  <a:lnTo>
                    <a:pt x="435" y="319"/>
                  </a:lnTo>
                  <a:lnTo>
                    <a:pt x="435" y="316"/>
                  </a:lnTo>
                  <a:lnTo>
                    <a:pt x="435" y="316"/>
                  </a:lnTo>
                  <a:lnTo>
                    <a:pt x="435" y="316"/>
                  </a:lnTo>
                  <a:lnTo>
                    <a:pt x="432" y="316"/>
                  </a:lnTo>
                  <a:lnTo>
                    <a:pt x="432" y="316"/>
                  </a:lnTo>
                  <a:lnTo>
                    <a:pt x="432" y="316"/>
                  </a:lnTo>
                  <a:lnTo>
                    <a:pt x="432" y="314"/>
                  </a:lnTo>
                  <a:lnTo>
                    <a:pt x="430" y="314"/>
                  </a:lnTo>
                  <a:lnTo>
                    <a:pt x="428" y="314"/>
                  </a:lnTo>
                  <a:lnTo>
                    <a:pt x="428" y="314"/>
                  </a:lnTo>
                  <a:lnTo>
                    <a:pt x="426" y="310"/>
                  </a:lnTo>
                  <a:lnTo>
                    <a:pt x="426" y="310"/>
                  </a:lnTo>
                  <a:lnTo>
                    <a:pt x="426" y="308"/>
                  </a:lnTo>
                  <a:lnTo>
                    <a:pt x="426" y="308"/>
                  </a:lnTo>
                  <a:lnTo>
                    <a:pt x="426" y="308"/>
                  </a:lnTo>
                  <a:lnTo>
                    <a:pt x="426" y="308"/>
                  </a:lnTo>
                  <a:lnTo>
                    <a:pt x="426" y="308"/>
                  </a:lnTo>
                  <a:lnTo>
                    <a:pt x="426" y="303"/>
                  </a:lnTo>
                  <a:lnTo>
                    <a:pt x="426" y="301"/>
                  </a:lnTo>
                  <a:lnTo>
                    <a:pt x="428" y="299"/>
                  </a:lnTo>
                  <a:lnTo>
                    <a:pt x="430" y="299"/>
                  </a:lnTo>
                  <a:lnTo>
                    <a:pt x="430" y="297"/>
                  </a:lnTo>
                  <a:lnTo>
                    <a:pt x="430" y="297"/>
                  </a:lnTo>
                  <a:lnTo>
                    <a:pt x="430" y="297"/>
                  </a:lnTo>
                  <a:lnTo>
                    <a:pt x="430" y="297"/>
                  </a:lnTo>
                  <a:lnTo>
                    <a:pt x="430" y="297"/>
                  </a:lnTo>
                  <a:lnTo>
                    <a:pt x="432" y="294"/>
                  </a:lnTo>
                  <a:lnTo>
                    <a:pt x="435" y="290"/>
                  </a:lnTo>
                  <a:lnTo>
                    <a:pt x="435" y="288"/>
                  </a:lnTo>
                  <a:lnTo>
                    <a:pt x="435" y="288"/>
                  </a:lnTo>
                  <a:lnTo>
                    <a:pt x="432" y="281"/>
                  </a:lnTo>
                  <a:lnTo>
                    <a:pt x="432" y="281"/>
                  </a:lnTo>
                  <a:lnTo>
                    <a:pt x="435" y="279"/>
                  </a:lnTo>
                  <a:lnTo>
                    <a:pt x="435" y="277"/>
                  </a:lnTo>
                  <a:lnTo>
                    <a:pt x="437" y="274"/>
                  </a:lnTo>
                  <a:lnTo>
                    <a:pt x="415" y="274"/>
                  </a:lnTo>
                  <a:lnTo>
                    <a:pt x="395" y="274"/>
                  </a:lnTo>
                  <a:lnTo>
                    <a:pt x="370" y="274"/>
                  </a:lnTo>
                  <a:lnTo>
                    <a:pt x="366" y="272"/>
                  </a:lnTo>
                  <a:lnTo>
                    <a:pt x="366" y="272"/>
                  </a:lnTo>
                  <a:lnTo>
                    <a:pt x="366" y="272"/>
                  </a:lnTo>
                  <a:lnTo>
                    <a:pt x="366" y="272"/>
                  </a:lnTo>
                  <a:lnTo>
                    <a:pt x="366" y="270"/>
                  </a:lnTo>
                  <a:lnTo>
                    <a:pt x="366" y="270"/>
                  </a:lnTo>
                  <a:lnTo>
                    <a:pt x="368" y="268"/>
                  </a:lnTo>
                  <a:lnTo>
                    <a:pt x="368" y="268"/>
                  </a:lnTo>
                  <a:lnTo>
                    <a:pt x="368" y="266"/>
                  </a:lnTo>
                  <a:lnTo>
                    <a:pt x="366" y="266"/>
                  </a:lnTo>
                  <a:lnTo>
                    <a:pt x="366" y="266"/>
                  </a:lnTo>
                  <a:lnTo>
                    <a:pt x="366" y="266"/>
                  </a:lnTo>
                  <a:lnTo>
                    <a:pt x="366" y="263"/>
                  </a:lnTo>
                  <a:lnTo>
                    <a:pt x="364" y="259"/>
                  </a:lnTo>
                  <a:lnTo>
                    <a:pt x="364" y="257"/>
                  </a:lnTo>
                  <a:lnTo>
                    <a:pt x="364" y="257"/>
                  </a:lnTo>
                  <a:lnTo>
                    <a:pt x="366" y="257"/>
                  </a:lnTo>
                  <a:lnTo>
                    <a:pt x="366" y="257"/>
                  </a:lnTo>
                  <a:lnTo>
                    <a:pt x="366" y="257"/>
                  </a:lnTo>
                  <a:lnTo>
                    <a:pt x="368" y="254"/>
                  </a:lnTo>
                  <a:lnTo>
                    <a:pt x="368" y="254"/>
                  </a:lnTo>
                  <a:lnTo>
                    <a:pt x="368" y="254"/>
                  </a:lnTo>
                  <a:lnTo>
                    <a:pt x="368" y="252"/>
                  </a:lnTo>
                  <a:lnTo>
                    <a:pt x="370" y="250"/>
                  </a:lnTo>
                  <a:lnTo>
                    <a:pt x="368" y="250"/>
                  </a:lnTo>
                  <a:lnTo>
                    <a:pt x="368" y="248"/>
                  </a:lnTo>
                  <a:lnTo>
                    <a:pt x="368" y="248"/>
                  </a:lnTo>
                  <a:lnTo>
                    <a:pt x="368" y="248"/>
                  </a:lnTo>
                  <a:lnTo>
                    <a:pt x="368" y="243"/>
                  </a:lnTo>
                  <a:lnTo>
                    <a:pt x="368" y="243"/>
                  </a:lnTo>
                  <a:lnTo>
                    <a:pt x="368" y="243"/>
                  </a:lnTo>
                  <a:lnTo>
                    <a:pt x="368" y="243"/>
                  </a:lnTo>
                  <a:lnTo>
                    <a:pt x="368" y="243"/>
                  </a:lnTo>
                  <a:lnTo>
                    <a:pt x="368" y="243"/>
                  </a:lnTo>
                  <a:lnTo>
                    <a:pt x="368" y="241"/>
                  </a:lnTo>
                  <a:lnTo>
                    <a:pt x="370" y="234"/>
                  </a:lnTo>
                  <a:lnTo>
                    <a:pt x="370" y="232"/>
                  </a:lnTo>
                  <a:lnTo>
                    <a:pt x="373" y="232"/>
                  </a:lnTo>
                  <a:lnTo>
                    <a:pt x="381" y="232"/>
                  </a:lnTo>
                  <a:lnTo>
                    <a:pt x="401" y="232"/>
                  </a:lnTo>
                  <a:lnTo>
                    <a:pt x="428" y="232"/>
                  </a:lnTo>
                  <a:lnTo>
                    <a:pt x="428" y="232"/>
                  </a:lnTo>
                  <a:lnTo>
                    <a:pt x="428" y="234"/>
                  </a:lnTo>
                  <a:lnTo>
                    <a:pt x="428" y="234"/>
                  </a:lnTo>
                  <a:lnTo>
                    <a:pt x="428" y="234"/>
                  </a:lnTo>
                  <a:lnTo>
                    <a:pt x="428" y="234"/>
                  </a:lnTo>
                  <a:lnTo>
                    <a:pt x="428" y="237"/>
                  </a:lnTo>
                  <a:lnTo>
                    <a:pt x="430" y="237"/>
                  </a:lnTo>
                  <a:lnTo>
                    <a:pt x="430" y="237"/>
                  </a:lnTo>
                  <a:lnTo>
                    <a:pt x="432" y="237"/>
                  </a:lnTo>
                  <a:lnTo>
                    <a:pt x="435" y="239"/>
                  </a:lnTo>
                  <a:lnTo>
                    <a:pt x="435" y="239"/>
                  </a:lnTo>
                  <a:lnTo>
                    <a:pt x="435" y="239"/>
                  </a:lnTo>
                  <a:lnTo>
                    <a:pt x="435" y="239"/>
                  </a:lnTo>
                  <a:lnTo>
                    <a:pt x="435" y="239"/>
                  </a:lnTo>
                  <a:lnTo>
                    <a:pt x="435" y="241"/>
                  </a:lnTo>
                  <a:lnTo>
                    <a:pt x="435" y="241"/>
                  </a:lnTo>
                  <a:lnTo>
                    <a:pt x="435" y="246"/>
                  </a:lnTo>
                  <a:lnTo>
                    <a:pt x="435" y="246"/>
                  </a:lnTo>
                  <a:lnTo>
                    <a:pt x="435" y="248"/>
                  </a:lnTo>
                  <a:lnTo>
                    <a:pt x="435" y="248"/>
                  </a:lnTo>
                  <a:lnTo>
                    <a:pt x="435" y="248"/>
                  </a:lnTo>
                  <a:lnTo>
                    <a:pt x="435" y="252"/>
                  </a:lnTo>
                  <a:lnTo>
                    <a:pt x="435" y="254"/>
                  </a:lnTo>
                  <a:lnTo>
                    <a:pt x="435" y="257"/>
                  </a:lnTo>
                  <a:lnTo>
                    <a:pt x="432" y="257"/>
                  </a:lnTo>
                  <a:lnTo>
                    <a:pt x="432" y="259"/>
                  </a:lnTo>
                  <a:lnTo>
                    <a:pt x="432" y="261"/>
                  </a:lnTo>
                  <a:lnTo>
                    <a:pt x="432" y="263"/>
                  </a:lnTo>
                  <a:lnTo>
                    <a:pt x="432" y="263"/>
                  </a:lnTo>
                  <a:lnTo>
                    <a:pt x="432" y="263"/>
                  </a:lnTo>
                  <a:lnTo>
                    <a:pt x="432" y="266"/>
                  </a:lnTo>
                  <a:lnTo>
                    <a:pt x="432" y="268"/>
                  </a:lnTo>
                  <a:lnTo>
                    <a:pt x="432" y="268"/>
                  </a:lnTo>
                  <a:lnTo>
                    <a:pt x="432" y="270"/>
                  </a:lnTo>
                  <a:lnTo>
                    <a:pt x="432" y="270"/>
                  </a:lnTo>
                  <a:lnTo>
                    <a:pt x="432" y="270"/>
                  </a:lnTo>
                  <a:lnTo>
                    <a:pt x="432" y="270"/>
                  </a:lnTo>
                  <a:lnTo>
                    <a:pt x="432" y="270"/>
                  </a:lnTo>
                  <a:lnTo>
                    <a:pt x="435" y="272"/>
                  </a:lnTo>
                  <a:lnTo>
                    <a:pt x="435" y="272"/>
                  </a:lnTo>
                  <a:lnTo>
                    <a:pt x="437" y="274"/>
                  </a:lnTo>
                  <a:lnTo>
                    <a:pt x="439" y="272"/>
                  </a:lnTo>
                  <a:lnTo>
                    <a:pt x="439" y="272"/>
                  </a:lnTo>
                  <a:lnTo>
                    <a:pt x="441" y="272"/>
                  </a:lnTo>
                  <a:lnTo>
                    <a:pt x="441" y="272"/>
                  </a:lnTo>
                  <a:lnTo>
                    <a:pt x="441" y="272"/>
                  </a:lnTo>
                  <a:lnTo>
                    <a:pt x="441" y="272"/>
                  </a:lnTo>
                  <a:lnTo>
                    <a:pt x="441" y="272"/>
                  </a:lnTo>
                  <a:lnTo>
                    <a:pt x="441" y="272"/>
                  </a:lnTo>
                  <a:lnTo>
                    <a:pt x="444" y="272"/>
                  </a:lnTo>
                  <a:lnTo>
                    <a:pt x="444" y="272"/>
                  </a:lnTo>
                  <a:lnTo>
                    <a:pt x="444" y="270"/>
                  </a:lnTo>
                  <a:lnTo>
                    <a:pt x="444" y="270"/>
                  </a:lnTo>
                  <a:lnTo>
                    <a:pt x="444" y="270"/>
                  </a:lnTo>
                  <a:lnTo>
                    <a:pt x="446" y="270"/>
                  </a:lnTo>
                  <a:lnTo>
                    <a:pt x="446" y="270"/>
                  </a:lnTo>
                  <a:lnTo>
                    <a:pt x="446" y="268"/>
                  </a:lnTo>
                  <a:lnTo>
                    <a:pt x="448" y="266"/>
                  </a:lnTo>
                  <a:lnTo>
                    <a:pt x="448" y="266"/>
                  </a:lnTo>
                  <a:lnTo>
                    <a:pt x="448" y="266"/>
                  </a:lnTo>
                  <a:lnTo>
                    <a:pt x="448" y="266"/>
                  </a:lnTo>
                  <a:lnTo>
                    <a:pt x="448" y="266"/>
                  </a:lnTo>
                  <a:lnTo>
                    <a:pt x="450" y="266"/>
                  </a:lnTo>
                  <a:lnTo>
                    <a:pt x="450" y="266"/>
                  </a:lnTo>
                  <a:lnTo>
                    <a:pt x="450" y="266"/>
                  </a:lnTo>
                  <a:lnTo>
                    <a:pt x="450" y="266"/>
                  </a:lnTo>
                  <a:lnTo>
                    <a:pt x="450" y="266"/>
                  </a:lnTo>
                  <a:lnTo>
                    <a:pt x="450" y="266"/>
                  </a:lnTo>
                  <a:lnTo>
                    <a:pt x="450" y="266"/>
                  </a:lnTo>
                  <a:lnTo>
                    <a:pt x="452" y="266"/>
                  </a:lnTo>
                  <a:lnTo>
                    <a:pt x="452" y="266"/>
                  </a:lnTo>
                  <a:lnTo>
                    <a:pt x="452" y="266"/>
                  </a:lnTo>
                  <a:lnTo>
                    <a:pt x="455" y="266"/>
                  </a:lnTo>
                  <a:lnTo>
                    <a:pt x="455" y="266"/>
                  </a:lnTo>
                  <a:lnTo>
                    <a:pt x="455" y="266"/>
                  </a:lnTo>
                  <a:lnTo>
                    <a:pt x="455" y="263"/>
                  </a:lnTo>
                  <a:lnTo>
                    <a:pt x="455" y="263"/>
                  </a:lnTo>
                  <a:lnTo>
                    <a:pt x="457" y="263"/>
                  </a:lnTo>
                  <a:lnTo>
                    <a:pt x="457" y="263"/>
                  </a:lnTo>
                  <a:lnTo>
                    <a:pt x="457" y="263"/>
                  </a:lnTo>
                  <a:lnTo>
                    <a:pt x="459" y="263"/>
                  </a:lnTo>
                  <a:lnTo>
                    <a:pt x="461" y="263"/>
                  </a:lnTo>
                  <a:lnTo>
                    <a:pt x="461" y="263"/>
                  </a:lnTo>
                  <a:lnTo>
                    <a:pt x="461" y="263"/>
                  </a:lnTo>
                  <a:lnTo>
                    <a:pt x="463" y="263"/>
                  </a:lnTo>
                  <a:lnTo>
                    <a:pt x="463" y="263"/>
                  </a:lnTo>
                  <a:lnTo>
                    <a:pt x="463" y="263"/>
                  </a:lnTo>
                  <a:lnTo>
                    <a:pt x="463" y="263"/>
                  </a:lnTo>
                  <a:lnTo>
                    <a:pt x="466" y="263"/>
                  </a:lnTo>
                  <a:lnTo>
                    <a:pt x="466" y="261"/>
                  </a:lnTo>
                  <a:lnTo>
                    <a:pt x="468" y="261"/>
                  </a:lnTo>
                  <a:lnTo>
                    <a:pt x="468" y="261"/>
                  </a:lnTo>
                  <a:lnTo>
                    <a:pt x="470" y="261"/>
                  </a:lnTo>
                  <a:lnTo>
                    <a:pt x="470" y="261"/>
                  </a:lnTo>
                  <a:lnTo>
                    <a:pt x="470" y="259"/>
                  </a:lnTo>
                  <a:lnTo>
                    <a:pt x="470" y="259"/>
                  </a:lnTo>
                  <a:lnTo>
                    <a:pt x="470" y="254"/>
                  </a:lnTo>
                  <a:lnTo>
                    <a:pt x="470" y="254"/>
                  </a:lnTo>
                  <a:lnTo>
                    <a:pt x="470" y="252"/>
                  </a:lnTo>
                  <a:lnTo>
                    <a:pt x="470" y="252"/>
                  </a:lnTo>
                  <a:lnTo>
                    <a:pt x="470" y="250"/>
                  </a:lnTo>
                  <a:lnTo>
                    <a:pt x="468" y="250"/>
                  </a:lnTo>
                  <a:lnTo>
                    <a:pt x="468" y="239"/>
                  </a:lnTo>
                  <a:lnTo>
                    <a:pt x="468" y="239"/>
                  </a:lnTo>
                  <a:lnTo>
                    <a:pt x="468" y="239"/>
                  </a:lnTo>
                  <a:lnTo>
                    <a:pt x="468" y="239"/>
                  </a:lnTo>
                  <a:lnTo>
                    <a:pt x="466" y="239"/>
                  </a:lnTo>
                  <a:lnTo>
                    <a:pt x="466" y="239"/>
                  </a:lnTo>
                  <a:lnTo>
                    <a:pt x="463" y="237"/>
                  </a:lnTo>
                  <a:lnTo>
                    <a:pt x="463" y="237"/>
                  </a:lnTo>
                  <a:lnTo>
                    <a:pt x="463" y="237"/>
                  </a:lnTo>
                  <a:lnTo>
                    <a:pt x="463" y="237"/>
                  </a:lnTo>
                  <a:lnTo>
                    <a:pt x="463" y="237"/>
                  </a:lnTo>
                  <a:lnTo>
                    <a:pt x="463" y="228"/>
                  </a:lnTo>
                  <a:lnTo>
                    <a:pt x="463" y="228"/>
                  </a:lnTo>
                  <a:lnTo>
                    <a:pt x="463" y="226"/>
                  </a:lnTo>
                  <a:lnTo>
                    <a:pt x="463" y="226"/>
                  </a:lnTo>
                  <a:lnTo>
                    <a:pt x="463" y="226"/>
                  </a:lnTo>
                  <a:lnTo>
                    <a:pt x="466" y="223"/>
                  </a:lnTo>
                  <a:lnTo>
                    <a:pt x="466" y="223"/>
                  </a:lnTo>
                  <a:lnTo>
                    <a:pt x="466" y="223"/>
                  </a:lnTo>
                  <a:lnTo>
                    <a:pt x="468" y="221"/>
                  </a:lnTo>
                  <a:lnTo>
                    <a:pt x="468" y="221"/>
                  </a:lnTo>
                  <a:lnTo>
                    <a:pt x="468" y="219"/>
                  </a:lnTo>
                  <a:lnTo>
                    <a:pt x="468" y="219"/>
                  </a:lnTo>
                  <a:lnTo>
                    <a:pt x="468" y="219"/>
                  </a:lnTo>
                  <a:lnTo>
                    <a:pt x="468" y="217"/>
                  </a:lnTo>
                  <a:lnTo>
                    <a:pt x="468" y="215"/>
                  </a:lnTo>
                  <a:lnTo>
                    <a:pt x="468" y="215"/>
                  </a:lnTo>
                  <a:lnTo>
                    <a:pt x="466" y="212"/>
                  </a:lnTo>
                  <a:lnTo>
                    <a:pt x="466" y="212"/>
                  </a:lnTo>
                  <a:lnTo>
                    <a:pt x="466" y="212"/>
                  </a:lnTo>
                  <a:lnTo>
                    <a:pt x="466" y="212"/>
                  </a:lnTo>
                  <a:lnTo>
                    <a:pt x="463" y="212"/>
                  </a:lnTo>
                  <a:lnTo>
                    <a:pt x="463" y="212"/>
                  </a:lnTo>
                  <a:lnTo>
                    <a:pt x="463" y="212"/>
                  </a:lnTo>
                  <a:lnTo>
                    <a:pt x="466" y="199"/>
                  </a:lnTo>
                  <a:lnTo>
                    <a:pt x="466" y="199"/>
                  </a:lnTo>
                  <a:lnTo>
                    <a:pt x="466" y="199"/>
                  </a:lnTo>
                  <a:lnTo>
                    <a:pt x="466" y="199"/>
                  </a:lnTo>
                  <a:lnTo>
                    <a:pt x="466" y="197"/>
                  </a:lnTo>
                  <a:lnTo>
                    <a:pt x="468" y="197"/>
                  </a:lnTo>
                  <a:lnTo>
                    <a:pt x="468" y="197"/>
                  </a:lnTo>
                  <a:lnTo>
                    <a:pt x="468" y="197"/>
                  </a:lnTo>
                  <a:lnTo>
                    <a:pt x="470" y="197"/>
                  </a:lnTo>
                  <a:lnTo>
                    <a:pt x="470" y="195"/>
                  </a:lnTo>
                  <a:lnTo>
                    <a:pt x="472" y="195"/>
                  </a:lnTo>
                  <a:lnTo>
                    <a:pt x="475" y="195"/>
                  </a:lnTo>
                  <a:lnTo>
                    <a:pt x="477" y="197"/>
                  </a:lnTo>
                  <a:lnTo>
                    <a:pt x="477" y="197"/>
                  </a:lnTo>
                  <a:lnTo>
                    <a:pt x="486" y="199"/>
                  </a:lnTo>
                  <a:lnTo>
                    <a:pt x="486" y="201"/>
                  </a:lnTo>
                  <a:lnTo>
                    <a:pt x="488" y="201"/>
                  </a:lnTo>
                  <a:lnTo>
                    <a:pt x="488" y="201"/>
                  </a:lnTo>
                  <a:lnTo>
                    <a:pt x="488" y="201"/>
                  </a:lnTo>
                  <a:lnTo>
                    <a:pt x="490" y="199"/>
                  </a:lnTo>
                  <a:lnTo>
                    <a:pt x="492" y="197"/>
                  </a:lnTo>
                  <a:lnTo>
                    <a:pt x="492" y="197"/>
                  </a:lnTo>
                  <a:lnTo>
                    <a:pt x="492" y="197"/>
                  </a:lnTo>
                  <a:lnTo>
                    <a:pt x="490" y="195"/>
                  </a:lnTo>
                  <a:lnTo>
                    <a:pt x="490" y="192"/>
                  </a:lnTo>
                  <a:lnTo>
                    <a:pt x="490" y="190"/>
                  </a:lnTo>
                  <a:lnTo>
                    <a:pt x="490" y="190"/>
                  </a:lnTo>
                  <a:lnTo>
                    <a:pt x="490" y="190"/>
                  </a:lnTo>
                  <a:lnTo>
                    <a:pt x="490" y="190"/>
                  </a:lnTo>
                  <a:lnTo>
                    <a:pt x="490" y="190"/>
                  </a:lnTo>
                  <a:lnTo>
                    <a:pt x="490" y="188"/>
                  </a:lnTo>
                  <a:lnTo>
                    <a:pt x="490" y="188"/>
                  </a:lnTo>
                  <a:lnTo>
                    <a:pt x="490" y="188"/>
                  </a:lnTo>
                  <a:lnTo>
                    <a:pt x="490" y="188"/>
                  </a:lnTo>
                  <a:lnTo>
                    <a:pt x="490" y="188"/>
                  </a:lnTo>
                  <a:lnTo>
                    <a:pt x="490" y="186"/>
                  </a:lnTo>
                  <a:lnTo>
                    <a:pt x="490" y="186"/>
                  </a:lnTo>
                  <a:lnTo>
                    <a:pt x="490" y="186"/>
                  </a:lnTo>
                  <a:lnTo>
                    <a:pt x="490" y="184"/>
                  </a:lnTo>
                  <a:lnTo>
                    <a:pt x="490" y="184"/>
                  </a:lnTo>
                  <a:lnTo>
                    <a:pt x="490" y="184"/>
                  </a:lnTo>
                  <a:lnTo>
                    <a:pt x="490" y="181"/>
                  </a:lnTo>
                  <a:lnTo>
                    <a:pt x="490" y="181"/>
                  </a:lnTo>
                  <a:lnTo>
                    <a:pt x="490" y="181"/>
                  </a:lnTo>
                  <a:lnTo>
                    <a:pt x="488" y="179"/>
                  </a:lnTo>
                  <a:lnTo>
                    <a:pt x="488" y="179"/>
                  </a:lnTo>
                  <a:lnTo>
                    <a:pt x="488" y="179"/>
                  </a:lnTo>
                  <a:lnTo>
                    <a:pt x="490" y="179"/>
                  </a:lnTo>
                  <a:lnTo>
                    <a:pt x="490" y="177"/>
                  </a:lnTo>
                  <a:lnTo>
                    <a:pt x="494" y="172"/>
                  </a:lnTo>
                  <a:lnTo>
                    <a:pt x="494" y="172"/>
                  </a:lnTo>
                  <a:lnTo>
                    <a:pt x="494" y="172"/>
                  </a:lnTo>
                  <a:lnTo>
                    <a:pt x="497" y="172"/>
                  </a:lnTo>
                  <a:lnTo>
                    <a:pt x="497" y="175"/>
                  </a:lnTo>
                  <a:lnTo>
                    <a:pt x="503" y="177"/>
                  </a:lnTo>
                  <a:lnTo>
                    <a:pt x="503" y="179"/>
                  </a:lnTo>
                  <a:lnTo>
                    <a:pt x="506" y="179"/>
                  </a:lnTo>
                  <a:lnTo>
                    <a:pt x="508" y="181"/>
                  </a:lnTo>
                  <a:lnTo>
                    <a:pt x="508" y="184"/>
                  </a:lnTo>
                  <a:lnTo>
                    <a:pt x="508" y="184"/>
                  </a:lnTo>
                  <a:lnTo>
                    <a:pt x="510" y="188"/>
                  </a:lnTo>
                  <a:lnTo>
                    <a:pt x="510" y="188"/>
                  </a:lnTo>
                  <a:lnTo>
                    <a:pt x="510" y="188"/>
                  </a:lnTo>
                  <a:lnTo>
                    <a:pt x="512" y="188"/>
                  </a:lnTo>
                  <a:lnTo>
                    <a:pt x="514" y="188"/>
                  </a:lnTo>
                  <a:lnTo>
                    <a:pt x="514" y="188"/>
                  </a:lnTo>
                  <a:lnTo>
                    <a:pt x="517" y="188"/>
                  </a:lnTo>
                  <a:lnTo>
                    <a:pt x="517" y="188"/>
                  </a:lnTo>
                  <a:lnTo>
                    <a:pt x="517" y="190"/>
                  </a:lnTo>
                  <a:lnTo>
                    <a:pt x="517" y="190"/>
                  </a:lnTo>
                  <a:lnTo>
                    <a:pt x="519" y="190"/>
                  </a:lnTo>
                  <a:lnTo>
                    <a:pt x="521" y="190"/>
                  </a:lnTo>
                  <a:lnTo>
                    <a:pt x="523" y="188"/>
                  </a:lnTo>
                  <a:lnTo>
                    <a:pt x="523" y="188"/>
                  </a:lnTo>
                  <a:lnTo>
                    <a:pt x="523" y="190"/>
                  </a:lnTo>
                  <a:lnTo>
                    <a:pt x="526" y="190"/>
                  </a:lnTo>
                  <a:lnTo>
                    <a:pt x="526" y="190"/>
                  </a:lnTo>
                  <a:lnTo>
                    <a:pt x="526" y="188"/>
                  </a:lnTo>
                  <a:lnTo>
                    <a:pt x="526" y="188"/>
                  </a:lnTo>
                  <a:lnTo>
                    <a:pt x="528" y="186"/>
                  </a:lnTo>
                  <a:lnTo>
                    <a:pt x="528" y="186"/>
                  </a:lnTo>
                  <a:lnTo>
                    <a:pt x="530" y="186"/>
                  </a:lnTo>
                  <a:lnTo>
                    <a:pt x="534" y="179"/>
                  </a:lnTo>
                  <a:lnTo>
                    <a:pt x="534" y="177"/>
                  </a:lnTo>
                  <a:lnTo>
                    <a:pt x="537" y="175"/>
                  </a:lnTo>
                  <a:lnTo>
                    <a:pt x="537" y="175"/>
                  </a:lnTo>
                  <a:lnTo>
                    <a:pt x="537" y="175"/>
                  </a:lnTo>
                  <a:lnTo>
                    <a:pt x="539" y="172"/>
                  </a:lnTo>
                  <a:lnTo>
                    <a:pt x="539" y="172"/>
                  </a:lnTo>
                  <a:lnTo>
                    <a:pt x="537" y="170"/>
                  </a:lnTo>
                  <a:close/>
                </a:path>
              </a:pathLst>
            </a:custGeom>
            <a:solidFill>
              <a:srgbClr val="D6D9ED"/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4">
              <a:extLst>
                <a:ext uri="{FF2B5EF4-FFF2-40B4-BE49-F238E27FC236}">
                  <a16:creationId xmlns:a16="http://schemas.microsoft.com/office/drawing/2014/main" id="{D3C44930-B847-413B-A302-426CE89626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89" y="2266"/>
              <a:ext cx="954" cy="264"/>
            </a:xfrm>
            <a:custGeom>
              <a:avLst/>
              <a:gdLst>
                <a:gd name="T0" fmla="*/ 161 w 954"/>
                <a:gd name="T1" fmla="*/ 33 h 264"/>
                <a:gd name="T2" fmla="*/ 119 w 954"/>
                <a:gd name="T3" fmla="*/ 4 h 264"/>
                <a:gd name="T4" fmla="*/ 115 w 954"/>
                <a:gd name="T5" fmla="*/ 4 h 264"/>
                <a:gd name="T6" fmla="*/ 106 w 954"/>
                <a:gd name="T7" fmla="*/ 0 h 264"/>
                <a:gd name="T8" fmla="*/ 104 w 954"/>
                <a:gd name="T9" fmla="*/ 2 h 264"/>
                <a:gd name="T10" fmla="*/ 99 w 954"/>
                <a:gd name="T11" fmla="*/ 2 h 264"/>
                <a:gd name="T12" fmla="*/ 86 w 954"/>
                <a:gd name="T13" fmla="*/ 4 h 264"/>
                <a:gd name="T14" fmla="*/ 79 w 954"/>
                <a:gd name="T15" fmla="*/ 7 h 264"/>
                <a:gd name="T16" fmla="*/ 73 w 954"/>
                <a:gd name="T17" fmla="*/ 7 h 264"/>
                <a:gd name="T18" fmla="*/ 81 w 954"/>
                <a:gd name="T19" fmla="*/ 15 h 264"/>
                <a:gd name="T20" fmla="*/ 77 w 954"/>
                <a:gd name="T21" fmla="*/ 20 h 264"/>
                <a:gd name="T22" fmla="*/ 73 w 954"/>
                <a:gd name="T23" fmla="*/ 18 h 264"/>
                <a:gd name="T24" fmla="*/ 64 w 954"/>
                <a:gd name="T25" fmla="*/ 22 h 264"/>
                <a:gd name="T26" fmla="*/ 55 w 954"/>
                <a:gd name="T27" fmla="*/ 31 h 264"/>
                <a:gd name="T28" fmla="*/ 57 w 954"/>
                <a:gd name="T29" fmla="*/ 35 h 264"/>
                <a:gd name="T30" fmla="*/ 64 w 954"/>
                <a:gd name="T31" fmla="*/ 42 h 264"/>
                <a:gd name="T32" fmla="*/ 64 w 954"/>
                <a:gd name="T33" fmla="*/ 60 h 264"/>
                <a:gd name="T34" fmla="*/ 70 w 954"/>
                <a:gd name="T35" fmla="*/ 62 h 264"/>
                <a:gd name="T36" fmla="*/ 68 w 954"/>
                <a:gd name="T37" fmla="*/ 71 h 264"/>
                <a:gd name="T38" fmla="*/ 55 w 954"/>
                <a:gd name="T39" fmla="*/ 71 h 264"/>
                <a:gd name="T40" fmla="*/ 46 w 954"/>
                <a:gd name="T41" fmla="*/ 73 h 264"/>
                <a:gd name="T42" fmla="*/ 53 w 954"/>
                <a:gd name="T43" fmla="*/ 80 h 264"/>
                <a:gd name="T44" fmla="*/ 57 w 954"/>
                <a:gd name="T45" fmla="*/ 78 h 264"/>
                <a:gd name="T46" fmla="*/ 62 w 954"/>
                <a:gd name="T47" fmla="*/ 82 h 264"/>
                <a:gd name="T48" fmla="*/ 62 w 954"/>
                <a:gd name="T49" fmla="*/ 86 h 264"/>
                <a:gd name="T50" fmla="*/ 68 w 954"/>
                <a:gd name="T51" fmla="*/ 95 h 264"/>
                <a:gd name="T52" fmla="*/ 70 w 954"/>
                <a:gd name="T53" fmla="*/ 109 h 264"/>
                <a:gd name="T54" fmla="*/ 68 w 954"/>
                <a:gd name="T55" fmla="*/ 120 h 264"/>
                <a:gd name="T56" fmla="*/ 64 w 954"/>
                <a:gd name="T57" fmla="*/ 124 h 264"/>
                <a:gd name="T58" fmla="*/ 62 w 954"/>
                <a:gd name="T59" fmla="*/ 129 h 264"/>
                <a:gd name="T60" fmla="*/ 57 w 954"/>
                <a:gd name="T61" fmla="*/ 133 h 264"/>
                <a:gd name="T62" fmla="*/ 50 w 954"/>
                <a:gd name="T63" fmla="*/ 153 h 264"/>
                <a:gd name="T64" fmla="*/ 44 w 954"/>
                <a:gd name="T65" fmla="*/ 157 h 264"/>
                <a:gd name="T66" fmla="*/ 42 w 954"/>
                <a:gd name="T67" fmla="*/ 164 h 264"/>
                <a:gd name="T68" fmla="*/ 35 w 954"/>
                <a:gd name="T69" fmla="*/ 179 h 264"/>
                <a:gd name="T70" fmla="*/ 8 w 954"/>
                <a:gd name="T71" fmla="*/ 186 h 264"/>
                <a:gd name="T72" fmla="*/ 2 w 954"/>
                <a:gd name="T73" fmla="*/ 193 h 264"/>
                <a:gd name="T74" fmla="*/ 6 w 954"/>
                <a:gd name="T75" fmla="*/ 204 h 264"/>
                <a:gd name="T76" fmla="*/ 2 w 954"/>
                <a:gd name="T77" fmla="*/ 213 h 264"/>
                <a:gd name="T78" fmla="*/ 6 w 954"/>
                <a:gd name="T79" fmla="*/ 213 h 264"/>
                <a:gd name="T80" fmla="*/ 0 w 954"/>
                <a:gd name="T81" fmla="*/ 224 h 264"/>
                <a:gd name="T82" fmla="*/ 11 w 954"/>
                <a:gd name="T83" fmla="*/ 230 h 264"/>
                <a:gd name="T84" fmla="*/ 11 w 954"/>
                <a:gd name="T85" fmla="*/ 235 h 264"/>
                <a:gd name="T86" fmla="*/ 11 w 954"/>
                <a:gd name="T87" fmla="*/ 244 h 264"/>
                <a:gd name="T88" fmla="*/ 13 w 954"/>
                <a:gd name="T89" fmla="*/ 248 h 264"/>
                <a:gd name="T90" fmla="*/ 15 w 954"/>
                <a:gd name="T91" fmla="*/ 250 h 264"/>
                <a:gd name="T92" fmla="*/ 24 w 954"/>
                <a:gd name="T93" fmla="*/ 255 h 264"/>
                <a:gd name="T94" fmla="*/ 31 w 954"/>
                <a:gd name="T95" fmla="*/ 257 h 264"/>
                <a:gd name="T96" fmla="*/ 42 w 954"/>
                <a:gd name="T97" fmla="*/ 257 h 264"/>
                <a:gd name="T98" fmla="*/ 53 w 954"/>
                <a:gd name="T99" fmla="*/ 259 h 264"/>
                <a:gd name="T100" fmla="*/ 68 w 954"/>
                <a:gd name="T101" fmla="*/ 264 h 264"/>
                <a:gd name="T102" fmla="*/ 79 w 954"/>
                <a:gd name="T103" fmla="*/ 242 h 264"/>
                <a:gd name="T104" fmla="*/ 86 w 954"/>
                <a:gd name="T105" fmla="*/ 228 h 264"/>
                <a:gd name="T106" fmla="*/ 95 w 954"/>
                <a:gd name="T107" fmla="*/ 226 h 264"/>
                <a:gd name="T108" fmla="*/ 108 w 954"/>
                <a:gd name="T109" fmla="*/ 208 h 264"/>
                <a:gd name="T110" fmla="*/ 115 w 954"/>
                <a:gd name="T111" fmla="*/ 188 h 264"/>
                <a:gd name="T112" fmla="*/ 110 w 954"/>
                <a:gd name="T113" fmla="*/ 184 h 264"/>
                <a:gd name="T114" fmla="*/ 117 w 954"/>
                <a:gd name="T115" fmla="*/ 186 h 264"/>
                <a:gd name="T116" fmla="*/ 124 w 954"/>
                <a:gd name="T117" fmla="*/ 179 h 264"/>
                <a:gd name="T118" fmla="*/ 126 w 954"/>
                <a:gd name="T119" fmla="*/ 166 h 264"/>
                <a:gd name="T120" fmla="*/ 132 w 954"/>
                <a:gd name="T121" fmla="*/ 155 h 264"/>
                <a:gd name="T122" fmla="*/ 159 w 954"/>
                <a:gd name="T123" fmla="*/ 93 h 264"/>
                <a:gd name="T124" fmla="*/ 954 w 954"/>
                <a:gd name="T125" fmla="*/ 20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54" h="264">
                  <a:moveTo>
                    <a:pt x="921" y="206"/>
                  </a:moveTo>
                  <a:lnTo>
                    <a:pt x="919" y="206"/>
                  </a:lnTo>
                  <a:lnTo>
                    <a:pt x="921" y="208"/>
                  </a:lnTo>
                  <a:lnTo>
                    <a:pt x="921" y="208"/>
                  </a:lnTo>
                  <a:lnTo>
                    <a:pt x="921" y="208"/>
                  </a:lnTo>
                  <a:lnTo>
                    <a:pt x="921" y="208"/>
                  </a:lnTo>
                  <a:lnTo>
                    <a:pt x="921" y="208"/>
                  </a:lnTo>
                  <a:lnTo>
                    <a:pt x="921" y="206"/>
                  </a:lnTo>
                  <a:lnTo>
                    <a:pt x="921" y="206"/>
                  </a:lnTo>
                  <a:close/>
                  <a:moveTo>
                    <a:pt x="161" y="33"/>
                  </a:moveTo>
                  <a:lnTo>
                    <a:pt x="124" y="9"/>
                  </a:lnTo>
                  <a:lnTo>
                    <a:pt x="124" y="7"/>
                  </a:lnTo>
                  <a:lnTo>
                    <a:pt x="121" y="7"/>
                  </a:lnTo>
                  <a:lnTo>
                    <a:pt x="121" y="7"/>
                  </a:lnTo>
                  <a:lnTo>
                    <a:pt x="121" y="7"/>
                  </a:lnTo>
                  <a:lnTo>
                    <a:pt x="119" y="7"/>
                  </a:lnTo>
                  <a:lnTo>
                    <a:pt x="119" y="4"/>
                  </a:lnTo>
                  <a:lnTo>
                    <a:pt x="119" y="4"/>
                  </a:lnTo>
                  <a:lnTo>
                    <a:pt x="119" y="4"/>
                  </a:lnTo>
                  <a:lnTo>
                    <a:pt x="119" y="4"/>
                  </a:lnTo>
                  <a:lnTo>
                    <a:pt x="119" y="4"/>
                  </a:lnTo>
                  <a:lnTo>
                    <a:pt x="117" y="4"/>
                  </a:lnTo>
                  <a:lnTo>
                    <a:pt x="117" y="4"/>
                  </a:lnTo>
                  <a:lnTo>
                    <a:pt x="117" y="4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15" y="2"/>
                  </a:lnTo>
                  <a:lnTo>
                    <a:pt x="113" y="2"/>
                  </a:lnTo>
                  <a:lnTo>
                    <a:pt x="113" y="2"/>
                  </a:lnTo>
                  <a:lnTo>
                    <a:pt x="113" y="2"/>
                  </a:lnTo>
                  <a:lnTo>
                    <a:pt x="110" y="2"/>
                  </a:lnTo>
                  <a:lnTo>
                    <a:pt x="110" y="2"/>
                  </a:lnTo>
                  <a:lnTo>
                    <a:pt x="108" y="2"/>
                  </a:lnTo>
                  <a:lnTo>
                    <a:pt x="108" y="2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104" y="0"/>
                  </a:lnTo>
                  <a:lnTo>
                    <a:pt x="104" y="2"/>
                  </a:lnTo>
                  <a:lnTo>
                    <a:pt x="106" y="2"/>
                  </a:lnTo>
                  <a:lnTo>
                    <a:pt x="106" y="2"/>
                  </a:lnTo>
                  <a:lnTo>
                    <a:pt x="104" y="2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1" y="2"/>
                  </a:lnTo>
                  <a:lnTo>
                    <a:pt x="101" y="2"/>
                  </a:lnTo>
                  <a:lnTo>
                    <a:pt x="99" y="2"/>
                  </a:lnTo>
                  <a:lnTo>
                    <a:pt x="99" y="2"/>
                  </a:lnTo>
                  <a:lnTo>
                    <a:pt x="99" y="2"/>
                  </a:lnTo>
                  <a:lnTo>
                    <a:pt x="99" y="2"/>
                  </a:lnTo>
                  <a:lnTo>
                    <a:pt x="97" y="2"/>
                  </a:lnTo>
                  <a:lnTo>
                    <a:pt x="95" y="2"/>
                  </a:lnTo>
                  <a:lnTo>
                    <a:pt x="95" y="2"/>
                  </a:lnTo>
                  <a:lnTo>
                    <a:pt x="90" y="4"/>
                  </a:lnTo>
                  <a:lnTo>
                    <a:pt x="90" y="4"/>
                  </a:lnTo>
                  <a:lnTo>
                    <a:pt x="88" y="7"/>
                  </a:lnTo>
                  <a:lnTo>
                    <a:pt x="88" y="7"/>
                  </a:lnTo>
                  <a:lnTo>
                    <a:pt x="88" y="4"/>
                  </a:lnTo>
                  <a:lnTo>
                    <a:pt x="86" y="4"/>
                  </a:lnTo>
                  <a:lnTo>
                    <a:pt x="84" y="4"/>
                  </a:lnTo>
                  <a:lnTo>
                    <a:pt x="84" y="4"/>
                  </a:lnTo>
                  <a:lnTo>
                    <a:pt x="84" y="4"/>
                  </a:lnTo>
                  <a:lnTo>
                    <a:pt x="81" y="7"/>
                  </a:lnTo>
                  <a:lnTo>
                    <a:pt x="81" y="7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77" y="7"/>
                  </a:lnTo>
                  <a:lnTo>
                    <a:pt x="77" y="7"/>
                  </a:lnTo>
                  <a:lnTo>
                    <a:pt x="77" y="7"/>
                  </a:lnTo>
                  <a:lnTo>
                    <a:pt x="77" y="7"/>
                  </a:lnTo>
                  <a:lnTo>
                    <a:pt x="77" y="7"/>
                  </a:lnTo>
                  <a:lnTo>
                    <a:pt x="75" y="7"/>
                  </a:lnTo>
                  <a:lnTo>
                    <a:pt x="75" y="7"/>
                  </a:lnTo>
                  <a:lnTo>
                    <a:pt x="75" y="7"/>
                  </a:lnTo>
                  <a:lnTo>
                    <a:pt x="73" y="7"/>
                  </a:lnTo>
                  <a:lnTo>
                    <a:pt x="73" y="7"/>
                  </a:lnTo>
                  <a:lnTo>
                    <a:pt x="73" y="7"/>
                  </a:lnTo>
                  <a:lnTo>
                    <a:pt x="73" y="4"/>
                  </a:lnTo>
                  <a:lnTo>
                    <a:pt x="73" y="4"/>
                  </a:lnTo>
                  <a:lnTo>
                    <a:pt x="70" y="4"/>
                  </a:lnTo>
                  <a:lnTo>
                    <a:pt x="70" y="4"/>
                  </a:lnTo>
                  <a:lnTo>
                    <a:pt x="70" y="7"/>
                  </a:lnTo>
                  <a:lnTo>
                    <a:pt x="70" y="7"/>
                  </a:lnTo>
                  <a:lnTo>
                    <a:pt x="70" y="7"/>
                  </a:lnTo>
                  <a:lnTo>
                    <a:pt x="81" y="15"/>
                  </a:lnTo>
                  <a:lnTo>
                    <a:pt x="81" y="15"/>
                  </a:lnTo>
                  <a:lnTo>
                    <a:pt x="81" y="18"/>
                  </a:lnTo>
                  <a:lnTo>
                    <a:pt x="81" y="18"/>
                  </a:lnTo>
                  <a:lnTo>
                    <a:pt x="81" y="18"/>
                  </a:lnTo>
                  <a:lnTo>
                    <a:pt x="81" y="20"/>
                  </a:lnTo>
                  <a:lnTo>
                    <a:pt x="81" y="20"/>
                  </a:lnTo>
                  <a:lnTo>
                    <a:pt x="81" y="20"/>
                  </a:lnTo>
                  <a:lnTo>
                    <a:pt x="81" y="20"/>
                  </a:lnTo>
                  <a:lnTo>
                    <a:pt x="79" y="20"/>
                  </a:lnTo>
                  <a:lnTo>
                    <a:pt x="79" y="20"/>
                  </a:lnTo>
                  <a:lnTo>
                    <a:pt x="77" y="20"/>
                  </a:lnTo>
                  <a:lnTo>
                    <a:pt x="77" y="20"/>
                  </a:lnTo>
                  <a:lnTo>
                    <a:pt x="77" y="20"/>
                  </a:lnTo>
                  <a:lnTo>
                    <a:pt x="75" y="20"/>
                  </a:lnTo>
                  <a:lnTo>
                    <a:pt x="75" y="20"/>
                  </a:lnTo>
                  <a:lnTo>
                    <a:pt x="75" y="20"/>
                  </a:lnTo>
                  <a:lnTo>
                    <a:pt x="75" y="20"/>
                  </a:lnTo>
                  <a:lnTo>
                    <a:pt x="73" y="18"/>
                  </a:lnTo>
                  <a:lnTo>
                    <a:pt x="73" y="18"/>
                  </a:lnTo>
                  <a:lnTo>
                    <a:pt x="73" y="18"/>
                  </a:lnTo>
                  <a:lnTo>
                    <a:pt x="73" y="18"/>
                  </a:lnTo>
                  <a:lnTo>
                    <a:pt x="73" y="18"/>
                  </a:lnTo>
                  <a:lnTo>
                    <a:pt x="70" y="18"/>
                  </a:lnTo>
                  <a:lnTo>
                    <a:pt x="70" y="18"/>
                  </a:lnTo>
                  <a:lnTo>
                    <a:pt x="70" y="18"/>
                  </a:lnTo>
                  <a:lnTo>
                    <a:pt x="70" y="18"/>
                  </a:lnTo>
                  <a:lnTo>
                    <a:pt x="70" y="18"/>
                  </a:lnTo>
                  <a:lnTo>
                    <a:pt x="68" y="18"/>
                  </a:lnTo>
                  <a:lnTo>
                    <a:pt x="68" y="18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2" y="22"/>
                  </a:lnTo>
                  <a:lnTo>
                    <a:pt x="62" y="22"/>
                  </a:lnTo>
                  <a:lnTo>
                    <a:pt x="59" y="22"/>
                  </a:lnTo>
                  <a:lnTo>
                    <a:pt x="59" y="24"/>
                  </a:lnTo>
                  <a:lnTo>
                    <a:pt x="59" y="24"/>
                  </a:lnTo>
                  <a:lnTo>
                    <a:pt x="57" y="27"/>
                  </a:lnTo>
                  <a:lnTo>
                    <a:pt x="57" y="29"/>
                  </a:lnTo>
                  <a:lnTo>
                    <a:pt x="55" y="31"/>
                  </a:lnTo>
                  <a:lnTo>
                    <a:pt x="55" y="31"/>
                  </a:lnTo>
                  <a:lnTo>
                    <a:pt x="55" y="31"/>
                  </a:lnTo>
                  <a:lnTo>
                    <a:pt x="55" y="33"/>
                  </a:lnTo>
                  <a:lnTo>
                    <a:pt x="55" y="33"/>
                  </a:lnTo>
                  <a:lnTo>
                    <a:pt x="55" y="35"/>
                  </a:lnTo>
                  <a:lnTo>
                    <a:pt x="55" y="35"/>
                  </a:lnTo>
                  <a:lnTo>
                    <a:pt x="53" y="40"/>
                  </a:lnTo>
                  <a:lnTo>
                    <a:pt x="55" y="40"/>
                  </a:lnTo>
                  <a:lnTo>
                    <a:pt x="55" y="40"/>
                  </a:lnTo>
                  <a:lnTo>
                    <a:pt x="55" y="38"/>
                  </a:lnTo>
                  <a:lnTo>
                    <a:pt x="57" y="35"/>
                  </a:lnTo>
                  <a:lnTo>
                    <a:pt x="59" y="38"/>
                  </a:lnTo>
                  <a:lnTo>
                    <a:pt x="59" y="38"/>
                  </a:lnTo>
                  <a:lnTo>
                    <a:pt x="59" y="38"/>
                  </a:lnTo>
                  <a:lnTo>
                    <a:pt x="62" y="38"/>
                  </a:lnTo>
                  <a:lnTo>
                    <a:pt x="62" y="38"/>
                  </a:lnTo>
                  <a:lnTo>
                    <a:pt x="62" y="40"/>
                  </a:lnTo>
                  <a:lnTo>
                    <a:pt x="64" y="40"/>
                  </a:lnTo>
                  <a:lnTo>
                    <a:pt x="64" y="42"/>
                  </a:lnTo>
                  <a:lnTo>
                    <a:pt x="64" y="42"/>
                  </a:lnTo>
                  <a:lnTo>
                    <a:pt x="64" y="42"/>
                  </a:lnTo>
                  <a:lnTo>
                    <a:pt x="64" y="44"/>
                  </a:lnTo>
                  <a:lnTo>
                    <a:pt x="64" y="44"/>
                  </a:lnTo>
                  <a:lnTo>
                    <a:pt x="64" y="47"/>
                  </a:lnTo>
                  <a:lnTo>
                    <a:pt x="64" y="51"/>
                  </a:lnTo>
                  <a:lnTo>
                    <a:pt x="64" y="55"/>
                  </a:lnTo>
                  <a:lnTo>
                    <a:pt x="62" y="58"/>
                  </a:lnTo>
                  <a:lnTo>
                    <a:pt x="62" y="58"/>
                  </a:lnTo>
                  <a:lnTo>
                    <a:pt x="62" y="60"/>
                  </a:lnTo>
                  <a:lnTo>
                    <a:pt x="64" y="60"/>
                  </a:lnTo>
                  <a:lnTo>
                    <a:pt x="64" y="60"/>
                  </a:lnTo>
                  <a:lnTo>
                    <a:pt x="64" y="60"/>
                  </a:lnTo>
                  <a:lnTo>
                    <a:pt x="64" y="60"/>
                  </a:lnTo>
                  <a:lnTo>
                    <a:pt x="64" y="60"/>
                  </a:lnTo>
                  <a:lnTo>
                    <a:pt x="68" y="60"/>
                  </a:lnTo>
                  <a:lnTo>
                    <a:pt x="68" y="60"/>
                  </a:lnTo>
                  <a:lnTo>
                    <a:pt x="68" y="60"/>
                  </a:lnTo>
                  <a:lnTo>
                    <a:pt x="68" y="62"/>
                  </a:lnTo>
                  <a:lnTo>
                    <a:pt x="70" y="62"/>
                  </a:lnTo>
                  <a:lnTo>
                    <a:pt x="70" y="62"/>
                  </a:lnTo>
                  <a:lnTo>
                    <a:pt x="70" y="62"/>
                  </a:lnTo>
                  <a:lnTo>
                    <a:pt x="70" y="62"/>
                  </a:lnTo>
                  <a:lnTo>
                    <a:pt x="70" y="66"/>
                  </a:lnTo>
                  <a:lnTo>
                    <a:pt x="70" y="69"/>
                  </a:lnTo>
                  <a:lnTo>
                    <a:pt x="70" y="69"/>
                  </a:lnTo>
                  <a:lnTo>
                    <a:pt x="70" y="69"/>
                  </a:lnTo>
                  <a:lnTo>
                    <a:pt x="70" y="71"/>
                  </a:lnTo>
                  <a:lnTo>
                    <a:pt x="70" y="71"/>
                  </a:lnTo>
                  <a:lnTo>
                    <a:pt x="70" y="71"/>
                  </a:lnTo>
                  <a:lnTo>
                    <a:pt x="68" y="71"/>
                  </a:lnTo>
                  <a:lnTo>
                    <a:pt x="68" y="71"/>
                  </a:lnTo>
                  <a:lnTo>
                    <a:pt x="68" y="73"/>
                  </a:lnTo>
                  <a:lnTo>
                    <a:pt x="66" y="73"/>
                  </a:lnTo>
                  <a:lnTo>
                    <a:pt x="57" y="73"/>
                  </a:lnTo>
                  <a:lnTo>
                    <a:pt x="57" y="73"/>
                  </a:lnTo>
                  <a:lnTo>
                    <a:pt x="57" y="73"/>
                  </a:lnTo>
                  <a:lnTo>
                    <a:pt x="57" y="71"/>
                  </a:lnTo>
                  <a:lnTo>
                    <a:pt x="57" y="71"/>
                  </a:lnTo>
                  <a:lnTo>
                    <a:pt x="57" y="71"/>
                  </a:lnTo>
                  <a:lnTo>
                    <a:pt x="57" y="71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53" y="71"/>
                  </a:lnTo>
                  <a:lnTo>
                    <a:pt x="50" y="71"/>
                  </a:lnTo>
                  <a:lnTo>
                    <a:pt x="48" y="71"/>
                  </a:lnTo>
                  <a:lnTo>
                    <a:pt x="48" y="71"/>
                  </a:lnTo>
                  <a:lnTo>
                    <a:pt x="48" y="71"/>
                  </a:lnTo>
                  <a:lnTo>
                    <a:pt x="48" y="73"/>
                  </a:lnTo>
                  <a:lnTo>
                    <a:pt x="48" y="73"/>
                  </a:lnTo>
                  <a:lnTo>
                    <a:pt x="48" y="73"/>
                  </a:lnTo>
                  <a:lnTo>
                    <a:pt x="46" y="73"/>
                  </a:lnTo>
                  <a:lnTo>
                    <a:pt x="46" y="73"/>
                  </a:lnTo>
                  <a:lnTo>
                    <a:pt x="46" y="75"/>
                  </a:lnTo>
                  <a:lnTo>
                    <a:pt x="48" y="75"/>
                  </a:lnTo>
                  <a:lnTo>
                    <a:pt x="48" y="75"/>
                  </a:lnTo>
                  <a:lnTo>
                    <a:pt x="48" y="78"/>
                  </a:lnTo>
                  <a:lnTo>
                    <a:pt x="50" y="78"/>
                  </a:lnTo>
                  <a:lnTo>
                    <a:pt x="50" y="78"/>
                  </a:lnTo>
                  <a:lnTo>
                    <a:pt x="50" y="78"/>
                  </a:lnTo>
                  <a:lnTo>
                    <a:pt x="50" y="78"/>
                  </a:lnTo>
                  <a:lnTo>
                    <a:pt x="53" y="80"/>
                  </a:lnTo>
                  <a:lnTo>
                    <a:pt x="53" y="80"/>
                  </a:lnTo>
                  <a:lnTo>
                    <a:pt x="53" y="80"/>
                  </a:lnTo>
                  <a:lnTo>
                    <a:pt x="53" y="80"/>
                  </a:lnTo>
                  <a:lnTo>
                    <a:pt x="55" y="78"/>
                  </a:lnTo>
                  <a:lnTo>
                    <a:pt x="55" y="78"/>
                  </a:lnTo>
                  <a:lnTo>
                    <a:pt x="55" y="78"/>
                  </a:lnTo>
                  <a:lnTo>
                    <a:pt x="55" y="78"/>
                  </a:lnTo>
                  <a:lnTo>
                    <a:pt x="57" y="78"/>
                  </a:lnTo>
                  <a:lnTo>
                    <a:pt x="57" y="78"/>
                  </a:lnTo>
                  <a:lnTo>
                    <a:pt x="57" y="78"/>
                  </a:lnTo>
                  <a:lnTo>
                    <a:pt x="57" y="78"/>
                  </a:lnTo>
                  <a:lnTo>
                    <a:pt x="57" y="78"/>
                  </a:lnTo>
                  <a:lnTo>
                    <a:pt x="57" y="78"/>
                  </a:lnTo>
                  <a:lnTo>
                    <a:pt x="59" y="80"/>
                  </a:lnTo>
                  <a:lnTo>
                    <a:pt x="59" y="80"/>
                  </a:lnTo>
                  <a:lnTo>
                    <a:pt x="59" y="80"/>
                  </a:lnTo>
                  <a:lnTo>
                    <a:pt x="59" y="80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2" y="82"/>
                  </a:lnTo>
                  <a:lnTo>
                    <a:pt x="62" y="82"/>
                  </a:lnTo>
                  <a:lnTo>
                    <a:pt x="62" y="82"/>
                  </a:lnTo>
                  <a:lnTo>
                    <a:pt x="62" y="82"/>
                  </a:lnTo>
                  <a:lnTo>
                    <a:pt x="62" y="84"/>
                  </a:lnTo>
                  <a:lnTo>
                    <a:pt x="62" y="84"/>
                  </a:lnTo>
                  <a:lnTo>
                    <a:pt x="62" y="84"/>
                  </a:lnTo>
                  <a:lnTo>
                    <a:pt x="62" y="84"/>
                  </a:lnTo>
                  <a:lnTo>
                    <a:pt x="62" y="84"/>
                  </a:lnTo>
                  <a:lnTo>
                    <a:pt x="64" y="84"/>
                  </a:lnTo>
                  <a:lnTo>
                    <a:pt x="62" y="86"/>
                  </a:lnTo>
                  <a:lnTo>
                    <a:pt x="62" y="89"/>
                  </a:lnTo>
                  <a:lnTo>
                    <a:pt x="62" y="89"/>
                  </a:lnTo>
                  <a:lnTo>
                    <a:pt x="62" y="89"/>
                  </a:lnTo>
                  <a:lnTo>
                    <a:pt x="62" y="91"/>
                  </a:lnTo>
                  <a:lnTo>
                    <a:pt x="62" y="91"/>
                  </a:lnTo>
                  <a:lnTo>
                    <a:pt x="62" y="91"/>
                  </a:lnTo>
                  <a:lnTo>
                    <a:pt x="64" y="91"/>
                  </a:lnTo>
                  <a:lnTo>
                    <a:pt x="64" y="91"/>
                  </a:lnTo>
                  <a:lnTo>
                    <a:pt x="68" y="95"/>
                  </a:lnTo>
                  <a:lnTo>
                    <a:pt x="68" y="95"/>
                  </a:lnTo>
                  <a:lnTo>
                    <a:pt x="68" y="97"/>
                  </a:lnTo>
                  <a:lnTo>
                    <a:pt x="68" y="97"/>
                  </a:lnTo>
                  <a:lnTo>
                    <a:pt x="70" y="100"/>
                  </a:lnTo>
                  <a:lnTo>
                    <a:pt x="70" y="102"/>
                  </a:lnTo>
                  <a:lnTo>
                    <a:pt x="70" y="104"/>
                  </a:lnTo>
                  <a:lnTo>
                    <a:pt x="68" y="106"/>
                  </a:lnTo>
                  <a:lnTo>
                    <a:pt x="68" y="106"/>
                  </a:lnTo>
                  <a:lnTo>
                    <a:pt x="68" y="106"/>
                  </a:lnTo>
                  <a:lnTo>
                    <a:pt x="70" y="106"/>
                  </a:lnTo>
                  <a:lnTo>
                    <a:pt x="70" y="109"/>
                  </a:lnTo>
                  <a:lnTo>
                    <a:pt x="70" y="109"/>
                  </a:lnTo>
                  <a:lnTo>
                    <a:pt x="70" y="109"/>
                  </a:lnTo>
                  <a:lnTo>
                    <a:pt x="70" y="111"/>
                  </a:lnTo>
                  <a:lnTo>
                    <a:pt x="70" y="113"/>
                  </a:lnTo>
                  <a:lnTo>
                    <a:pt x="70" y="113"/>
                  </a:lnTo>
                  <a:lnTo>
                    <a:pt x="70" y="115"/>
                  </a:lnTo>
                  <a:lnTo>
                    <a:pt x="68" y="117"/>
                  </a:lnTo>
                  <a:lnTo>
                    <a:pt x="68" y="120"/>
                  </a:lnTo>
                  <a:lnTo>
                    <a:pt x="68" y="120"/>
                  </a:lnTo>
                  <a:lnTo>
                    <a:pt x="68" y="120"/>
                  </a:lnTo>
                  <a:lnTo>
                    <a:pt x="68" y="122"/>
                  </a:lnTo>
                  <a:lnTo>
                    <a:pt x="68" y="122"/>
                  </a:lnTo>
                  <a:lnTo>
                    <a:pt x="68" y="122"/>
                  </a:lnTo>
                  <a:lnTo>
                    <a:pt x="68" y="122"/>
                  </a:lnTo>
                  <a:lnTo>
                    <a:pt x="68" y="122"/>
                  </a:lnTo>
                  <a:lnTo>
                    <a:pt x="66" y="124"/>
                  </a:lnTo>
                  <a:lnTo>
                    <a:pt x="66" y="124"/>
                  </a:lnTo>
                  <a:lnTo>
                    <a:pt x="66" y="124"/>
                  </a:lnTo>
                  <a:lnTo>
                    <a:pt x="64" y="124"/>
                  </a:lnTo>
                  <a:lnTo>
                    <a:pt x="64" y="124"/>
                  </a:lnTo>
                  <a:lnTo>
                    <a:pt x="64" y="124"/>
                  </a:lnTo>
                  <a:lnTo>
                    <a:pt x="64" y="124"/>
                  </a:lnTo>
                  <a:lnTo>
                    <a:pt x="62" y="124"/>
                  </a:lnTo>
                  <a:lnTo>
                    <a:pt x="62" y="124"/>
                  </a:lnTo>
                  <a:lnTo>
                    <a:pt x="62" y="124"/>
                  </a:lnTo>
                  <a:lnTo>
                    <a:pt x="62" y="124"/>
                  </a:lnTo>
                  <a:lnTo>
                    <a:pt x="62" y="124"/>
                  </a:lnTo>
                  <a:lnTo>
                    <a:pt x="62" y="126"/>
                  </a:lnTo>
                  <a:lnTo>
                    <a:pt x="62" y="126"/>
                  </a:lnTo>
                  <a:lnTo>
                    <a:pt x="62" y="129"/>
                  </a:lnTo>
                  <a:lnTo>
                    <a:pt x="62" y="129"/>
                  </a:lnTo>
                  <a:lnTo>
                    <a:pt x="62" y="129"/>
                  </a:lnTo>
                  <a:lnTo>
                    <a:pt x="62" y="129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7" y="133"/>
                  </a:lnTo>
                  <a:lnTo>
                    <a:pt x="57" y="133"/>
                  </a:lnTo>
                  <a:lnTo>
                    <a:pt x="57" y="135"/>
                  </a:lnTo>
                  <a:lnTo>
                    <a:pt x="57" y="135"/>
                  </a:lnTo>
                  <a:lnTo>
                    <a:pt x="55" y="135"/>
                  </a:lnTo>
                  <a:lnTo>
                    <a:pt x="53" y="137"/>
                  </a:lnTo>
                  <a:lnTo>
                    <a:pt x="53" y="137"/>
                  </a:lnTo>
                  <a:lnTo>
                    <a:pt x="53" y="140"/>
                  </a:lnTo>
                  <a:lnTo>
                    <a:pt x="50" y="146"/>
                  </a:lnTo>
                  <a:lnTo>
                    <a:pt x="53" y="148"/>
                  </a:lnTo>
                  <a:lnTo>
                    <a:pt x="53" y="148"/>
                  </a:lnTo>
                  <a:lnTo>
                    <a:pt x="50" y="153"/>
                  </a:lnTo>
                  <a:lnTo>
                    <a:pt x="50" y="153"/>
                  </a:lnTo>
                  <a:lnTo>
                    <a:pt x="50" y="153"/>
                  </a:lnTo>
                  <a:lnTo>
                    <a:pt x="48" y="155"/>
                  </a:lnTo>
                  <a:lnTo>
                    <a:pt x="48" y="155"/>
                  </a:lnTo>
                  <a:lnTo>
                    <a:pt x="48" y="157"/>
                  </a:lnTo>
                  <a:lnTo>
                    <a:pt x="46" y="157"/>
                  </a:lnTo>
                  <a:lnTo>
                    <a:pt x="46" y="157"/>
                  </a:lnTo>
                  <a:lnTo>
                    <a:pt x="46" y="157"/>
                  </a:lnTo>
                  <a:lnTo>
                    <a:pt x="46" y="157"/>
                  </a:lnTo>
                  <a:lnTo>
                    <a:pt x="44" y="157"/>
                  </a:lnTo>
                  <a:lnTo>
                    <a:pt x="44" y="157"/>
                  </a:lnTo>
                  <a:lnTo>
                    <a:pt x="44" y="157"/>
                  </a:lnTo>
                  <a:lnTo>
                    <a:pt x="44" y="157"/>
                  </a:lnTo>
                  <a:lnTo>
                    <a:pt x="44" y="160"/>
                  </a:lnTo>
                  <a:lnTo>
                    <a:pt x="42" y="160"/>
                  </a:lnTo>
                  <a:lnTo>
                    <a:pt x="42" y="160"/>
                  </a:lnTo>
                  <a:lnTo>
                    <a:pt x="42" y="160"/>
                  </a:lnTo>
                  <a:lnTo>
                    <a:pt x="42" y="162"/>
                  </a:lnTo>
                  <a:lnTo>
                    <a:pt x="42" y="164"/>
                  </a:lnTo>
                  <a:lnTo>
                    <a:pt x="42" y="164"/>
                  </a:lnTo>
                  <a:lnTo>
                    <a:pt x="42" y="164"/>
                  </a:lnTo>
                  <a:lnTo>
                    <a:pt x="39" y="168"/>
                  </a:lnTo>
                  <a:lnTo>
                    <a:pt x="39" y="171"/>
                  </a:lnTo>
                  <a:lnTo>
                    <a:pt x="39" y="173"/>
                  </a:lnTo>
                  <a:lnTo>
                    <a:pt x="39" y="173"/>
                  </a:lnTo>
                  <a:lnTo>
                    <a:pt x="39" y="173"/>
                  </a:lnTo>
                  <a:lnTo>
                    <a:pt x="37" y="177"/>
                  </a:lnTo>
                  <a:lnTo>
                    <a:pt x="37" y="177"/>
                  </a:lnTo>
                  <a:lnTo>
                    <a:pt x="37" y="179"/>
                  </a:lnTo>
                  <a:lnTo>
                    <a:pt x="35" y="179"/>
                  </a:lnTo>
                  <a:lnTo>
                    <a:pt x="35" y="179"/>
                  </a:lnTo>
                  <a:lnTo>
                    <a:pt x="33" y="179"/>
                  </a:lnTo>
                  <a:lnTo>
                    <a:pt x="13" y="179"/>
                  </a:lnTo>
                  <a:lnTo>
                    <a:pt x="11" y="179"/>
                  </a:lnTo>
                  <a:lnTo>
                    <a:pt x="11" y="179"/>
                  </a:lnTo>
                  <a:lnTo>
                    <a:pt x="11" y="179"/>
                  </a:lnTo>
                  <a:lnTo>
                    <a:pt x="11" y="182"/>
                  </a:lnTo>
                  <a:lnTo>
                    <a:pt x="8" y="182"/>
                  </a:lnTo>
                  <a:lnTo>
                    <a:pt x="8" y="182"/>
                  </a:lnTo>
                  <a:lnTo>
                    <a:pt x="8" y="186"/>
                  </a:lnTo>
                  <a:lnTo>
                    <a:pt x="8" y="186"/>
                  </a:lnTo>
                  <a:lnTo>
                    <a:pt x="6" y="186"/>
                  </a:lnTo>
                  <a:lnTo>
                    <a:pt x="4" y="188"/>
                  </a:lnTo>
                  <a:lnTo>
                    <a:pt x="4" y="188"/>
                  </a:lnTo>
                  <a:lnTo>
                    <a:pt x="4" y="188"/>
                  </a:lnTo>
                  <a:lnTo>
                    <a:pt x="2" y="191"/>
                  </a:lnTo>
                  <a:lnTo>
                    <a:pt x="2" y="191"/>
                  </a:lnTo>
                  <a:lnTo>
                    <a:pt x="2" y="191"/>
                  </a:lnTo>
                  <a:lnTo>
                    <a:pt x="2" y="191"/>
                  </a:lnTo>
                  <a:lnTo>
                    <a:pt x="2" y="193"/>
                  </a:lnTo>
                  <a:lnTo>
                    <a:pt x="2" y="193"/>
                  </a:lnTo>
                  <a:lnTo>
                    <a:pt x="2" y="193"/>
                  </a:lnTo>
                  <a:lnTo>
                    <a:pt x="4" y="195"/>
                  </a:lnTo>
                  <a:lnTo>
                    <a:pt x="4" y="195"/>
                  </a:lnTo>
                  <a:lnTo>
                    <a:pt x="4" y="195"/>
                  </a:lnTo>
                  <a:lnTo>
                    <a:pt x="6" y="197"/>
                  </a:lnTo>
                  <a:lnTo>
                    <a:pt x="6" y="199"/>
                  </a:lnTo>
                  <a:lnTo>
                    <a:pt x="6" y="202"/>
                  </a:lnTo>
                  <a:lnTo>
                    <a:pt x="6" y="204"/>
                  </a:lnTo>
                  <a:lnTo>
                    <a:pt x="6" y="204"/>
                  </a:lnTo>
                  <a:lnTo>
                    <a:pt x="6" y="204"/>
                  </a:lnTo>
                  <a:lnTo>
                    <a:pt x="6" y="206"/>
                  </a:lnTo>
                  <a:lnTo>
                    <a:pt x="6" y="206"/>
                  </a:lnTo>
                  <a:lnTo>
                    <a:pt x="4" y="206"/>
                  </a:lnTo>
                  <a:lnTo>
                    <a:pt x="4" y="206"/>
                  </a:lnTo>
                  <a:lnTo>
                    <a:pt x="4" y="206"/>
                  </a:lnTo>
                  <a:lnTo>
                    <a:pt x="4" y="211"/>
                  </a:lnTo>
                  <a:lnTo>
                    <a:pt x="4" y="211"/>
                  </a:lnTo>
                  <a:lnTo>
                    <a:pt x="2" y="213"/>
                  </a:lnTo>
                  <a:lnTo>
                    <a:pt x="2" y="213"/>
                  </a:lnTo>
                  <a:lnTo>
                    <a:pt x="2" y="213"/>
                  </a:lnTo>
                  <a:lnTo>
                    <a:pt x="2" y="213"/>
                  </a:lnTo>
                  <a:lnTo>
                    <a:pt x="2" y="213"/>
                  </a:lnTo>
                  <a:lnTo>
                    <a:pt x="4" y="213"/>
                  </a:lnTo>
                  <a:lnTo>
                    <a:pt x="4" y="213"/>
                  </a:lnTo>
                  <a:lnTo>
                    <a:pt x="4" y="213"/>
                  </a:lnTo>
                  <a:lnTo>
                    <a:pt x="4" y="213"/>
                  </a:lnTo>
                  <a:lnTo>
                    <a:pt x="4" y="213"/>
                  </a:lnTo>
                  <a:lnTo>
                    <a:pt x="6" y="213"/>
                  </a:lnTo>
                  <a:lnTo>
                    <a:pt x="6" y="213"/>
                  </a:lnTo>
                  <a:lnTo>
                    <a:pt x="6" y="213"/>
                  </a:lnTo>
                  <a:lnTo>
                    <a:pt x="4" y="215"/>
                  </a:lnTo>
                  <a:lnTo>
                    <a:pt x="4" y="217"/>
                  </a:lnTo>
                  <a:lnTo>
                    <a:pt x="2" y="219"/>
                  </a:lnTo>
                  <a:lnTo>
                    <a:pt x="2" y="222"/>
                  </a:lnTo>
                  <a:lnTo>
                    <a:pt x="0" y="222"/>
                  </a:lnTo>
                  <a:lnTo>
                    <a:pt x="0" y="222"/>
                  </a:lnTo>
                  <a:lnTo>
                    <a:pt x="0" y="222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2" y="224"/>
                  </a:lnTo>
                  <a:lnTo>
                    <a:pt x="6" y="226"/>
                  </a:lnTo>
                  <a:lnTo>
                    <a:pt x="8" y="226"/>
                  </a:lnTo>
                  <a:lnTo>
                    <a:pt x="11" y="226"/>
                  </a:lnTo>
                  <a:lnTo>
                    <a:pt x="11" y="226"/>
                  </a:lnTo>
                  <a:lnTo>
                    <a:pt x="11" y="228"/>
                  </a:lnTo>
                  <a:lnTo>
                    <a:pt x="11" y="228"/>
                  </a:lnTo>
                  <a:lnTo>
                    <a:pt x="11" y="228"/>
                  </a:lnTo>
                  <a:lnTo>
                    <a:pt x="11" y="230"/>
                  </a:lnTo>
                  <a:lnTo>
                    <a:pt x="11" y="230"/>
                  </a:lnTo>
                  <a:lnTo>
                    <a:pt x="11" y="230"/>
                  </a:lnTo>
                  <a:lnTo>
                    <a:pt x="11" y="230"/>
                  </a:lnTo>
                  <a:lnTo>
                    <a:pt x="13" y="230"/>
                  </a:lnTo>
                  <a:lnTo>
                    <a:pt x="13" y="230"/>
                  </a:lnTo>
                  <a:lnTo>
                    <a:pt x="13" y="233"/>
                  </a:lnTo>
                  <a:lnTo>
                    <a:pt x="11" y="233"/>
                  </a:lnTo>
                  <a:lnTo>
                    <a:pt x="11" y="233"/>
                  </a:lnTo>
                  <a:lnTo>
                    <a:pt x="11" y="235"/>
                  </a:lnTo>
                  <a:lnTo>
                    <a:pt x="11" y="235"/>
                  </a:lnTo>
                  <a:lnTo>
                    <a:pt x="11" y="235"/>
                  </a:lnTo>
                  <a:lnTo>
                    <a:pt x="11" y="235"/>
                  </a:lnTo>
                  <a:lnTo>
                    <a:pt x="11" y="237"/>
                  </a:lnTo>
                  <a:lnTo>
                    <a:pt x="13" y="237"/>
                  </a:lnTo>
                  <a:lnTo>
                    <a:pt x="13" y="239"/>
                  </a:lnTo>
                  <a:lnTo>
                    <a:pt x="13" y="239"/>
                  </a:lnTo>
                  <a:lnTo>
                    <a:pt x="13" y="239"/>
                  </a:lnTo>
                  <a:lnTo>
                    <a:pt x="13" y="242"/>
                  </a:lnTo>
                  <a:lnTo>
                    <a:pt x="13" y="242"/>
                  </a:lnTo>
                  <a:lnTo>
                    <a:pt x="13" y="242"/>
                  </a:lnTo>
                  <a:lnTo>
                    <a:pt x="11" y="244"/>
                  </a:lnTo>
                  <a:lnTo>
                    <a:pt x="11" y="244"/>
                  </a:lnTo>
                  <a:lnTo>
                    <a:pt x="11" y="244"/>
                  </a:lnTo>
                  <a:lnTo>
                    <a:pt x="11" y="244"/>
                  </a:lnTo>
                  <a:lnTo>
                    <a:pt x="11" y="244"/>
                  </a:lnTo>
                  <a:lnTo>
                    <a:pt x="11" y="246"/>
                  </a:lnTo>
                  <a:lnTo>
                    <a:pt x="11" y="246"/>
                  </a:lnTo>
                  <a:lnTo>
                    <a:pt x="11" y="248"/>
                  </a:lnTo>
                  <a:lnTo>
                    <a:pt x="11" y="248"/>
                  </a:lnTo>
                  <a:lnTo>
                    <a:pt x="11" y="248"/>
                  </a:lnTo>
                  <a:lnTo>
                    <a:pt x="13" y="248"/>
                  </a:lnTo>
                  <a:lnTo>
                    <a:pt x="13" y="248"/>
                  </a:lnTo>
                  <a:lnTo>
                    <a:pt x="13" y="250"/>
                  </a:lnTo>
                  <a:lnTo>
                    <a:pt x="13" y="250"/>
                  </a:lnTo>
                  <a:lnTo>
                    <a:pt x="13" y="250"/>
                  </a:lnTo>
                  <a:lnTo>
                    <a:pt x="13" y="250"/>
                  </a:lnTo>
                  <a:lnTo>
                    <a:pt x="13" y="250"/>
                  </a:lnTo>
                  <a:lnTo>
                    <a:pt x="13" y="250"/>
                  </a:lnTo>
                  <a:lnTo>
                    <a:pt x="13" y="250"/>
                  </a:lnTo>
                  <a:lnTo>
                    <a:pt x="15" y="250"/>
                  </a:lnTo>
                  <a:lnTo>
                    <a:pt x="15" y="250"/>
                  </a:lnTo>
                  <a:lnTo>
                    <a:pt x="15" y="250"/>
                  </a:lnTo>
                  <a:lnTo>
                    <a:pt x="17" y="250"/>
                  </a:lnTo>
                  <a:lnTo>
                    <a:pt x="17" y="253"/>
                  </a:lnTo>
                  <a:lnTo>
                    <a:pt x="19" y="253"/>
                  </a:lnTo>
                  <a:lnTo>
                    <a:pt x="19" y="253"/>
                  </a:lnTo>
                  <a:lnTo>
                    <a:pt x="22" y="253"/>
                  </a:lnTo>
                  <a:lnTo>
                    <a:pt x="22" y="255"/>
                  </a:lnTo>
                  <a:lnTo>
                    <a:pt x="24" y="255"/>
                  </a:lnTo>
                  <a:lnTo>
                    <a:pt x="24" y="255"/>
                  </a:lnTo>
                  <a:lnTo>
                    <a:pt x="24" y="255"/>
                  </a:lnTo>
                  <a:lnTo>
                    <a:pt x="24" y="255"/>
                  </a:lnTo>
                  <a:lnTo>
                    <a:pt x="26" y="255"/>
                  </a:lnTo>
                  <a:lnTo>
                    <a:pt x="26" y="255"/>
                  </a:lnTo>
                  <a:lnTo>
                    <a:pt x="26" y="255"/>
                  </a:lnTo>
                  <a:lnTo>
                    <a:pt x="26" y="255"/>
                  </a:lnTo>
                  <a:lnTo>
                    <a:pt x="28" y="255"/>
                  </a:lnTo>
                  <a:lnTo>
                    <a:pt x="28" y="255"/>
                  </a:lnTo>
                  <a:lnTo>
                    <a:pt x="28" y="255"/>
                  </a:lnTo>
                  <a:lnTo>
                    <a:pt x="28" y="255"/>
                  </a:lnTo>
                  <a:lnTo>
                    <a:pt x="31" y="257"/>
                  </a:lnTo>
                  <a:lnTo>
                    <a:pt x="31" y="257"/>
                  </a:lnTo>
                  <a:lnTo>
                    <a:pt x="33" y="257"/>
                  </a:lnTo>
                  <a:lnTo>
                    <a:pt x="33" y="257"/>
                  </a:lnTo>
                  <a:lnTo>
                    <a:pt x="33" y="257"/>
                  </a:lnTo>
                  <a:lnTo>
                    <a:pt x="33" y="257"/>
                  </a:lnTo>
                  <a:lnTo>
                    <a:pt x="35" y="257"/>
                  </a:lnTo>
                  <a:lnTo>
                    <a:pt x="35" y="257"/>
                  </a:lnTo>
                  <a:lnTo>
                    <a:pt x="35" y="257"/>
                  </a:lnTo>
                  <a:lnTo>
                    <a:pt x="37" y="257"/>
                  </a:lnTo>
                  <a:lnTo>
                    <a:pt x="42" y="257"/>
                  </a:lnTo>
                  <a:lnTo>
                    <a:pt x="42" y="257"/>
                  </a:lnTo>
                  <a:lnTo>
                    <a:pt x="42" y="257"/>
                  </a:lnTo>
                  <a:lnTo>
                    <a:pt x="42" y="257"/>
                  </a:lnTo>
                  <a:lnTo>
                    <a:pt x="42" y="259"/>
                  </a:lnTo>
                  <a:lnTo>
                    <a:pt x="44" y="259"/>
                  </a:lnTo>
                  <a:lnTo>
                    <a:pt x="46" y="259"/>
                  </a:lnTo>
                  <a:lnTo>
                    <a:pt x="46" y="259"/>
                  </a:lnTo>
                  <a:lnTo>
                    <a:pt x="46" y="259"/>
                  </a:lnTo>
                  <a:lnTo>
                    <a:pt x="48" y="259"/>
                  </a:lnTo>
                  <a:lnTo>
                    <a:pt x="53" y="259"/>
                  </a:lnTo>
                  <a:lnTo>
                    <a:pt x="57" y="257"/>
                  </a:lnTo>
                  <a:lnTo>
                    <a:pt x="59" y="257"/>
                  </a:lnTo>
                  <a:lnTo>
                    <a:pt x="59" y="259"/>
                  </a:lnTo>
                  <a:lnTo>
                    <a:pt x="62" y="259"/>
                  </a:lnTo>
                  <a:lnTo>
                    <a:pt x="62" y="259"/>
                  </a:lnTo>
                  <a:lnTo>
                    <a:pt x="66" y="261"/>
                  </a:lnTo>
                  <a:lnTo>
                    <a:pt x="66" y="261"/>
                  </a:lnTo>
                  <a:lnTo>
                    <a:pt x="66" y="261"/>
                  </a:lnTo>
                  <a:lnTo>
                    <a:pt x="66" y="261"/>
                  </a:lnTo>
                  <a:lnTo>
                    <a:pt x="68" y="264"/>
                  </a:lnTo>
                  <a:lnTo>
                    <a:pt x="68" y="264"/>
                  </a:lnTo>
                  <a:lnTo>
                    <a:pt x="68" y="259"/>
                  </a:lnTo>
                  <a:lnTo>
                    <a:pt x="70" y="257"/>
                  </a:lnTo>
                  <a:lnTo>
                    <a:pt x="75" y="248"/>
                  </a:lnTo>
                  <a:lnTo>
                    <a:pt x="77" y="248"/>
                  </a:lnTo>
                  <a:lnTo>
                    <a:pt x="77" y="246"/>
                  </a:lnTo>
                  <a:lnTo>
                    <a:pt x="77" y="246"/>
                  </a:lnTo>
                  <a:lnTo>
                    <a:pt x="79" y="244"/>
                  </a:lnTo>
                  <a:lnTo>
                    <a:pt x="79" y="244"/>
                  </a:lnTo>
                  <a:lnTo>
                    <a:pt x="79" y="242"/>
                  </a:lnTo>
                  <a:lnTo>
                    <a:pt x="79" y="239"/>
                  </a:lnTo>
                  <a:lnTo>
                    <a:pt x="79" y="235"/>
                  </a:lnTo>
                  <a:lnTo>
                    <a:pt x="79" y="235"/>
                  </a:lnTo>
                  <a:lnTo>
                    <a:pt x="81" y="233"/>
                  </a:lnTo>
                  <a:lnTo>
                    <a:pt x="81" y="233"/>
                  </a:lnTo>
                  <a:lnTo>
                    <a:pt x="81" y="233"/>
                  </a:lnTo>
                  <a:lnTo>
                    <a:pt x="81" y="230"/>
                  </a:lnTo>
                  <a:lnTo>
                    <a:pt x="84" y="230"/>
                  </a:lnTo>
                  <a:lnTo>
                    <a:pt x="84" y="228"/>
                  </a:lnTo>
                  <a:lnTo>
                    <a:pt x="86" y="228"/>
                  </a:lnTo>
                  <a:lnTo>
                    <a:pt x="88" y="226"/>
                  </a:lnTo>
                  <a:lnTo>
                    <a:pt x="90" y="226"/>
                  </a:lnTo>
                  <a:lnTo>
                    <a:pt x="90" y="226"/>
                  </a:lnTo>
                  <a:lnTo>
                    <a:pt x="90" y="226"/>
                  </a:lnTo>
                  <a:lnTo>
                    <a:pt x="90" y="228"/>
                  </a:lnTo>
                  <a:lnTo>
                    <a:pt x="93" y="228"/>
                  </a:lnTo>
                  <a:lnTo>
                    <a:pt x="93" y="228"/>
                  </a:lnTo>
                  <a:lnTo>
                    <a:pt x="93" y="228"/>
                  </a:lnTo>
                  <a:lnTo>
                    <a:pt x="93" y="226"/>
                  </a:lnTo>
                  <a:lnTo>
                    <a:pt x="95" y="226"/>
                  </a:lnTo>
                  <a:lnTo>
                    <a:pt x="97" y="222"/>
                  </a:lnTo>
                  <a:lnTo>
                    <a:pt x="97" y="222"/>
                  </a:lnTo>
                  <a:lnTo>
                    <a:pt x="99" y="219"/>
                  </a:lnTo>
                  <a:lnTo>
                    <a:pt x="99" y="219"/>
                  </a:lnTo>
                  <a:lnTo>
                    <a:pt x="101" y="215"/>
                  </a:lnTo>
                  <a:lnTo>
                    <a:pt x="104" y="213"/>
                  </a:lnTo>
                  <a:lnTo>
                    <a:pt x="106" y="211"/>
                  </a:lnTo>
                  <a:lnTo>
                    <a:pt x="106" y="213"/>
                  </a:lnTo>
                  <a:lnTo>
                    <a:pt x="108" y="211"/>
                  </a:lnTo>
                  <a:lnTo>
                    <a:pt x="108" y="208"/>
                  </a:lnTo>
                  <a:lnTo>
                    <a:pt x="113" y="202"/>
                  </a:lnTo>
                  <a:lnTo>
                    <a:pt x="113" y="199"/>
                  </a:lnTo>
                  <a:lnTo>
                    <a:pt x="115" y="195"/>
                  </a:lnTo>
                  <a:lnTo>
                    <a:pt x="115" y="193"/>
                  </a:lnTo>
                  <a:lnTo>
                    <a:pt x="117" y="191"/>
                  </a:lnTo>
                  <a:lnTo>
                    <a:pt x="117" y="188"/>
                  </a:lnTo>
                  <a:lnTo>
                    <a:pt x="119" y="188"/>
                  </a:lnTo>
                  <a:lnTo>
                    <a:pt x="117" y="188"/>
                  </a:lnTo>
                  <a:lnTo>
                    <a:pt x="117" y="188"/>
                  </a:lnTo>
                  <a:lnTo>
                    <a:pt x="115" y="188"/>
                  </a:lnTo>
                  <a:lnTo>
                    <a:pt x="115" y="191"/>
                  </a:lnTo>
                  <a:lnTo>
                    <a:pt x="115" y="188"/>
                  </a:lnTo>
                  <a:lnTo>
                    <a:pt x="113" y="188"/>
                  </a:lnTo>
                  <a:lnTo>
                    <a:pt x="110" y="188"/>
                  </a:lnTo>
                  <a:lnTo>
                    <a:pt x="110" y="186"/>
                  </a:lnTo>
                  <a:lnTo>
                    <a:pt x="113" y="186"/>
                  </a:lnTo>
                  <a:lnTo>
                    <a:pt x="110" y="184"/>
                  </a:lnTo>
                  <a:lnTo>
                    <a:pt x="110" y="184"/>
                  </a:lnTo>
                  <a:lnTo>
                    <a:pt x="110" y="184"/>
                  </a:lnTo>
                  <a:lnTo>
                    <a:pt x="110" y="184"/>
                  </a:lnTo>
                  <a:lnTo>
                    <a:pt x="113" y="184"/>
                  </a:lnTo>
                  <a:lnTo>
                    <a:pt x="113" y="184"/>
                  </a:lnTo>
                  <a:lnTo>
                    <a:pt x="113" y="182"/>
                  </a:lnTo>
                  <a:lnTo>
                    <a:pt x="110" y="182"/>
                  </a:lnTo>
                  <a:lnTo>
                    <a:pt x="113" y="182"/>
                  </a:lnTo>
                  <a:lnTo>
                    <a:pt x="115" y="182"/>
                  </a:lnTo>
                  <a:lnTo>
                    <a:pt x="117" y="182"/>
                  </a:lnTo>
                  <a:lnTo>
                    <a:pt x="117" y="182"/>
                  </a:lnTo>
                  <a:lnTo>
                    <a:pt x="117" y="184"/>
                  </a:lnTo>
                  <a:lnTo>
                    <a:pt x="117" y="186"/>
                  </a:lnTo>
                  <a:lnTo>
                    <a:pt x="117" y="184"/>
                  </a:lnTo>
                  <a:lnTo>
                    <a:pt x="117" y="184"/>
                  </a:lnTo>
                  <a:lnTo>
                    <a:pt x="119" y="184"/>
                  </a:lnTo>
                  <a:lnTo>
                    <a:pt x="119" y="184"/>
                  </a:lnTo>
                  <a:lnTo>
                    <a:pt x="119" y="184"/>
                  </a:lnTo>
                  <a:lnTo>
                    <a:pt x="119" y="184"/>
                  </a:lnTo>
                  <a:lnTo>
                    <a:pt x="121" y="184"/>
                  </a:lnTo>
                  <a:lnTo>
                    <a:pt x="121" y="184"/>
                  </a:lnTo>
                  <a:lnTo>
                    <a:pt x="121" y="184"/>
                  </a:lnTo>
                  <a:lnTo>
                    <a:pt x="124" y="179"/>
                  </a:lnTo>
                  <a:lnTo>
                    <a:pt x="124" y="179"/>
                  </a:lnTo>
                  <a:lnTo>
                    <a:pt x="124" y="177"/>
                  </a:lnTo>
                  <a:lnTo>
                    <a:pt x="126" y="173"/>
                  </a:lnTo>
                  <a:lnTo>
                    <a:pt x="126" y="171"/>
                  </a:lnTo>
                  <a:lnTo>
                    <a:pt x="126" y="171"/>
                  </a:lnTo>
                  <a:lnTo>
                    <a:pt x="126" y="171"/>
                  </a:lnTo>
                  <a:lnTo>
                    <a:pt x="126" y="168"/>
                  </a:lnTo>
                  <a:lnTo>
                    <a:pt x="126" y="168"/>
                  </a:lnTo>
                  <a:lnTo>
                    <a:pt x="126" y="166"/>
                  </a:lnTo>
                  <a:lnTo>
                    <a:pt x="126" y="166"/>
                  </a:lnTo>
                  <a:lnTo>
                    <a:pt x="126" y="166"/>
                  </a:lnTo>
                  <a:lnTo>
                    <a:pt x="126" y="166"/>
                  </a:lnTo>
                  <a:lnTo>
                    <a:pt x="128" y="166"/>
                  </a:lnTo>
                  <a:lnTo>
                    <a:pt x="128" y="162"/>
                  </a:lnTo>
                  <a:lnTo>
                    <a:pt x="128" y="160"/>
                  </a:lnTo>
                  <a:lnTo>
                    <a:pt x="126" y="160"/>
                  </a:lnTo>
                  <a:lnTo>
                    <a:pt x="128" y="160"/>
                  </a:lnTo>
                  <a:lnTo>
                    <a:pt x="130" y="157"/>
                  </a:lnTo>
                  <a:lnTo>
                    <a:pt x="132" y="157"/>
                  </a:lnTo>
                  <a:lnTo>
                    <a:pt x="132" y="155"/>
                  </a:lnTo>
                  <a:lnTo>
                    <a:pt x="137" y="144"/>
                  </a:lnTo>
                  <a:lnTo>
                    <a:pt x="137" y="144"/>
                  </a:lnTo>
                  <a:lnTo>
                    <a:pt x="141" y="140"/>
                  </a:lnTo>
                  <a:lnTo>
                    <a:pt x="150" y="137"/>
                  </a:lnTo>
                  <a:lnTo>
                    <a:pt x="152" y="135"/>
                  </a:lnTo>
                  <a:lnTo>
                    <a:pt x="155" y="133"/>
                  </a:lnTo>
                  <a:lnTo>
                    <a:pt x="159" y="117"/>
                  </a:lnTo>
                  <a:lnTo>
                    <a:pt x="159" y="115"/>
                  </a:lnTo>
                  <a:lnTo>
                    <a:pt x="161" y="104"/>
                  </a:lnTo>
                  <a:lnTo>
                    <a:pt x="159" y="93"/>
                  </a:lnTo>
                  <a:lnTo>
                    <a:pt x="157" y="78"/>
                  </a:lnTo>
                  <a:lnTo>
                    <a:pt x="157" y="62"/>
                  </a:lnTo>
                  <a:lnTo>
                    <a:pt x="159" y="49"/>
                  </a:lnTo>
                  <a:lnTo>
                    <a:pt x="161" y="33"/>
                  </a:lnTo>
                  <a:close/>
                  <a:moveTo>
                    <a:pt x="954" y="204"/>
                  </a:moveTo>
                  <a:lnTo>
                    <a:pt x="954" y="204"/>
                  </a:lnTo>
                  <a:lnTo>
                    <a:pt x="954" y="204"/>
                  </a:lnTo>
                  <a:lnTo>
                    <a:pt x="954" y="204"/>
                  </a:lnTo>
                  <a:lnTo>
                    <a:pt x="954" y="204"/>
                  </a:lnTo>
                  <a:lnTo>
                    <a:pt x="954" y="204"/>
                  </a:lnTo>
                  <a:lnTo>
                    <a:pt x="954" y="204"/>
                  </a:lnTo>
                  <a:lnTo>
                    <a:pt x="954" y="204"/>
                  </a:lnTo>
                  <a:lnTo>
                    <a:pt x="954" y="204"/>
                  </a:lnTo>
                  <a:close/>
                </a:path>
              </a:pathLst>
            </a:custGeom>
            <a:solidFill>
              <a:srgbClr val="D6D9ED"/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5">
              <a:extLst>
                <a:ext uri="{FF2B5EF4-FFF2-40B4-BE49-F238E27FC236}">
                  <a16:creationId xmlns:a16="http://schemas.microsoft.com/office/drawing/2014/main" id="{238C28F2-258E-493B-808F-2D6C034723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9" y="2084"/>
              <a:ext cx="73" cy="42"/>
            </a:xfrm>
            <a:custGeom>
              <a:avLst/>
              <a:gdLst>
                <a:gd name="T0" fmla="*/ 71 w 73"/>
                <a:gd name="T1" fmla="*/ 40 h 42"/>
                <a:gd name="T2" fmla="*/ 68 w 73"/>
                <a:gd name="T3" fmla="*/ 38 h 42"/>
                <a:gd name="T4" fmla="*/ 68 w 73"/>
                <a:gd name="T5" fmla="*/ 38 h 42"/>
                <a:gd name="T6" fmla="*/ 68 w 73"/>
                <a:gd name="T7" fmla="*/ 36 h 42"/>
                <a:gd name="T8" fmla="*/ 68 w 73"/>
                <a:gd name="T9" fmla="*/ 34 h 42"/>
                <a:gd name="T10" fmla="*/ 68 w 73"/>
                <a:gd name="T11" fmla="*/ 31 h 42"/>
                <a:gd name="T12" fmla="*/ 68 w 73"/>
                <a:gd name="T13" fmla="*/ 29 h 42"/>
                <a:gd name="T14" fmla="*/ 68 w 73"/>
                <a:gd name="T15" fmla="*/ 25 h 42"/>
                <a:gd name="T16" fmla="*/ 71 w 73"/>
                <a:gd name="T17" fmla="*/ 22 h 42"/>
                <a:gd name="T18" fmla="*/ 71 w 73"/>
                <a:gd name="T19" fmla="*/ 16 h 42"/>
                <a:gd name="T20" fmla="*/ 71 w 73"/>
                <a:gd name="T21" fmla="*/ 16 h 42"/>
                <a:gd name="T22" fmla="*/ 71 w 73"/>
                <a:gd name="T23" fmla="*/ 14 h 42"/>
                <a:gd name="T24" fmla="*/ 71 w 73"/>
                <a:gd name="T25" fmla="*/ 9 h 42"/>
                <a:gd name="T26" fmla="*/ 71 w 73"/>
                <a:gd name="T27" fmla="*/ 7 h 42"/>
                <a:gd name="T28" fmla="*/ 71 w 73"/>
                <a:gd name="T29" fmla="*/ 7 h 42"/>
                <a:gd name="T30" fmla="*/ 68 w 73"/>
                <a:gd name="T31" fmla="*/ 5 h 42"/>
                <a:gd name="T32" fmla="*/ 66 w 73"/>
                <a:gd name="T33" fmla="*/ 5 h 42"/>
                <a:gd name="T34" fmla="*/ 64 w 73"/>
                <a:gd name="T35" fmla="*/ 2 h 42"/>
                <a:gd name="T36" fmla="*/ 64 w 73"/>
                <a:gd name="T37" fmla="*/ 2 h 42"/>
                <a:gd name="T38" fmla="*/ 64 w 73"/>
                <a:gd name="T39" fmla="*/ 0 h 42"/>
                <a:gd name="T40" fmla="*/ 37 w 73"/>
                <a:gd name="T41" fmla="*/ 0 h 42"/>
                <a:gd name="T42" fmla="*/ 9 w 73"/>
                <a:gd name="T43" fmla="*/ 0 h 42"/>
                <a:gd name="T44" fmla="*/ 6 w 73"/>
                <a:gd name="T45" fmla="*/ 2 h 42"/>
                <a:gd name="T46" fmla="*/ 4 w 73"/>
                <a:gd name="T47" fmla="*/ 11 h 42"/>
                <a:gd name="T48" fmla="*/ 4 w 73"/>
                <a:gd name="T49" fmla="*/ 11 h 42"/>
                <a:gd name="T50" fmla="*/ 4 w 73"/>
                <a:gd name="T51" fmla="*/ 11 h 42"/>
                <a:gd name="T52" fmla="*/ 4 w 73"/>
                <a:gd name="T53" fmla="*/ 16 h 42"/>
                <a:gd name="T54" fmla="*/ 4 w 73"/>
                <a:gd name="T55" fmla="*/ 16 h 42"/>
                <a:gd name="T56" fmla="*/ 6 w 73"/>
                <a:gd name="T57" fmla="*/ 18 h 42"/>
                <a:gd name="T58" fmla="*/ 4 w 73"/>
                <a:gd name="T59" fmla="*/ 22 h 42"/>
                <a:gd name="T60" fmla="*/ 4 w 73"/>
                <a:gd name="T61" fmla="*/ 22 h 42"/>
                <a:gd name="T62" fmla="*/ 2 w 73"/>
                <a:gd name="T63" fmla="*/ 25 h 42"/>
                <a:gd name="T64" fmla="*/ 0 w 73"/>
                <a:gd name="T65" fmla="*/ 25 h 42"/>
                <a:gd name="T66" fmla="*/ 0 w 73"/>
                <a:gd name="T67" fmla="*/ 27 h 42"/>
                <a:gd name="T68" fmla="*/ 2 w 73"/>
                <a:gd name="T69" fmla="*/ 34 h 42"/>
                <a:gd name="T70" fmla="*/ 2 w 73"/>
                <a:gd name="T71" fmla="*/ 34 h 42"/>
                <a:gd name="T72" fmla="*/ 4 w 73"/>
                <a:gd name="T73" fmla="*/ 36 h 42"/>
                <a:gd name="T74" fmla="*/ 2 w 73"/>
                <a:gd name="T75" fmla="*/ 38 h 42"/>
                <a:gd name="T76" fmla="*/ 2 w 73"/>
                <a:gd name="T77" fmla="*/ 40 h 42"/>
                <a:gd name="T78" fmla="*/ 2 w 73"/>
                <a:gd name="T79" fmla="*/ 40 h 42"/>
                <a:gd name="T80" fmla="*/ 6 w 73"/>
                <a:gd name="T81" fmla="*/ 42 h 42"/>
                <a:gd name="T82" fmla="*/ 51 w 73"/>
                <a:gd name="T83" fmla="*/ 42 h 42"/>
                <a:gd name="T84" fmla="*/ 71 w 73"/>
                <a:gd name="T85" fmla="*/ 4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3" h="42">
                  <a:moveTo>
                    <a:pt x="71" y="40"/>
                  </a:moveTo>
                  <a:lnTo>
                    <a:pt x="71" y="40"/>
                  </a:lnTo>
                  <a:lnTo>
                    <a:pt x="68" y="38"/>
                  </a:lnTo>
                  <a:lnTo>
                    <a:pt x="68" y="38"/>
                  </a:lnTo>
                  <a:lnTo>
                    <a:pt x="68" y="38"/>
                  </a:lnTo>
                  <a:lnTo>
                    <a:pt x="68" y="38"/>
                  </a:lnTo>
                  <a:lnTo>
                    <a:pt x="68" y="38"/>
                  </a:lnTo>
                  <a:lnTo>
                    <a:pt x="68" y="36"/>
                  </a:lnTo>
                  <a:lnTo>
                    <a:pt x="68" y="36"/>
                  </a:lnTo>
                  <a:lnTo>
                    <a:pt x="68" y="34"/>
                  </a:lnTo>
                  <a:lnTo>
                    <a:pt x="68" y="31"/>
                  </a:lnTo>
                  <a:lnTo>
                    <a:pt x="68" y="31"/>
                  </a:lnTo>
                  <a:lnTo>
                    <a:pt x="68" y="31"/>
                  </a:lnTo>
                  <a:lnTo>
                    <a:pt x="68" y="29"/>
                  </a:lnTo>
                  <a:lnTo>
                    <a:pt x="68" y="27"/>
                  </a:lnTo>
                  <a:lnTo>
                    <a:pt x="68" y="25"/>
                  </a:lnTo>
                  <a:lnTo>
                    <a:pt x="71" y="25"/>
                  </a:lnTo>
                  <a:lnTo>
                    <a:pt x="71" y="22"/>
                  </a:lnTo>
                  <a:lnTo>
                    <a:pt x="71" y="20"/>
                  </a:lnTo>
                  <a:lnTo>
                    <a:pt x="71" y="16"/>
                  </a:lnTo>
                  <a:lnTo>
                    <a:pt x="71" y="16"/>
                  </a:lnTo>
                  <a:lnTo>
                    <a:pt x="71" y="16"/>
                  </a:lnTo>
                  <a:lnTo>
                    <a:pt x="71" y="14"/>
                  </a:lnTo>
                  <a:lnTo>
                    <a:pt x="71" y="14"/>
                  </a:lnTo>
                  <a:lnTo>
                    <a:pt x="71" y="9"/>
                  </a:lnTo>
                  <a:lnTo>
                    <a:pt x="71" y="9"/>
                  </a:lnTo>
                  <a:lnTo>
                    <a:pt x="71" y="7"/>
                  </a:lnTo>
                  <a:lnTo>
                    <a:pt x="71" y="7"/>
                  </a:lnTo>
                  <a:lnTo>
                    <a:pt x="71" y="7"/>
                  </a:lnTo>
                  <a:lnTo>
                    <a:pt x="71" y="7"/>
                  </a:lnTo>
                  <a:lnTo>
                    <a:pt x="71" y="7"/>
                  </a:lnTo>
                  <a:lnTo>
                    <a:pt x="68" y="5"/>
                  </a:lnTo>
                  <a:lnTo>
                    <a:pt x="66" y="5"/>
                  </a:lnTo>
                  <a:lnTo>
                    <a:pt x="66" y="5"/>
                  </a:lnTo>
                  <a:lnTo>
                    <a:pt x="64" y="5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37" y="0"/>
                  </a:lnTo>
                  <a:lnTo>
                    <a:pt x="17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4" y="9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4" y="18"/>
                  </a:lnTo>
                  <a:lnTo>
                    <a:pt x="6" y="18"/>
                  </a:lnTo>
                  <a:lnTo>
                    <a:pt x="4" y="20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2" y="25"/>
                  </a:lnTo>
                  <a:lnTo>
                    <a:pt x="2" y="25"/>
                  </a:lnTo>
                  <a:lnTo>
                    <a:pt x="2" y="25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2" y="31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4" y="34"/>
                  </a:lnTo>
                  <a:lnTo>
                    <a:pt x="4" y="36"/>
                  </a:lnTo>
                  <a:lnTo>
                    <a:pt x="4" y="36"/>
                  </a:lnTo>
                  <a:lnTo>
                    <a:pt x="2" y="38"/>
                  </a:lnTo>
                  <a:lnTo>
                    <a:pt x="2" y="38"/>
                  </a:lnTo>
                  <a:lnTo>
                    <a:pt x="2" y="40"/>
                  </a:lnTo>
                  <a:lnTo>
                    <a:pt x="2" y="40"/>
                  </a:lnTo>
                  <a:lnTo>
                    <a:pt x="2" y="40"/>
                  </a:lnTo>
                  <a:lnTo>
                    <a:pt x="2" y="40"/>
                  </a:lnTo>
                  <a:lnTo>
                    <a:pt x="6" y="42"/>
                  </a:lnTo>
                  <a:lnTo>
                    <a:pt x="31" y="42"/>
                  </a:lnTo>
                  <a:lnTo>
                    <a:pt x="51" y="42"/>
                  </a:lnTo>
                  <a:lnTo>
                    <a:pt x="73" y="42"/>
                  </a:lnTo>
                  <a:lnTo>
                    <a:pt x="71" y="40"/>
                  </a:lnTo>
                  <a:close/>
                </a:path>
              </a:pathLst>
            </a:custGeom>
            <a:gradFill>
              <a:gsLst>
                <a:gs pos="5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path path="circle">
                <a:fillToRect r="100000" b="100000"/>
              </a:path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4" name="Freeform 26">
              <a:extLst>
                <a:ext uri="{FF2B5EF4-FFF2-40B4-BE49-F238E27FC236}">
                  <a16:creationId xmlns:a16="http://schemas.microsoft.com/office/drawing/2014/main" id="{019FE54D-2DB9-4669-A851-6AC4FFD2FC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0" y="1142"/>
              <a:ext cx="310" cy="373"/>
            </a:xfrm>
            <a:custGeom>
              <a:avLst/>
              <a:gdLst>
                <a:gd name="T0" fmla="*/ 285 w 310"/>
                <a:gd name="T1" fmla="*/ 136 h 373"/>
                <a:gd name="T2" fmla="*/ 265 w 310"/>
                <a:gd name="T3" fmla="*/ 118 h 373"/>
                <a:gd name="T4" fmla="*/ 230 w 310"/>
                <a:gd name="T5" fmla="*/ 85 h 373"/>
                <a:gd name="T6" fmla="*/ 219 w 310"/>
                <a:gd name="T7" fmla="*/ 67 h 373"/>
                <a:gd name="T8" fmla="*/ 199 w 310"/>
                <a:gd name="T9" fmla="*/ 60 h 373"/>
                <a:gd name="T10" fmla="*/ 183 w 310"/>
                <a:gd name="T11" fmla="*/ 47 h 373"/>
                <a:gd name="T12" fmla="*/ 170 w 310"/>
                <a:gd name="T13" fmla="*/ 40 h 373"/>
                <a:gd name="T14" fmla="*/ 161 w 310"/>
                <a:gd name="T15" fmla="*/ 34 h 373"/>
                <a:gd name="T16" fmla="*/ 152 w 310"/>
                <a:gd name="T17" fmla="*/ 29 h 373"/>
                <a:gd name="T18" fmla="*/ 135 w 310"/>
                <a:gd name="T19" fmla="*/ 20 h 373"/>
                <a:gd name="T20" fmla="*/ 128 w 310"/>
                <a:gd name="T21" fmla="*/ 20 h 373"/>
                <a:gd name="T22" fmla="*/ 117 w 310"/>
                <a:gd name="T23" fmla="*/ 9 h 373"/>
                <a:gd name="T24" fmla="*/ 99 w 310"/>
                <a:gd name="T25" fmla="*/ 5 h 373"/>
                <a:gd name="T26" fmla="*/ 73 w 310"/>
                <a:gd name="T27" fmla="*/ 3 h 373"/>
                <a:gd name="T28" fmla="*/ 53 w 310"/>
                <a:gd name="T29" fmla="*/ 5 h 373"/>
                <a:gd name="T30" fmla="*/ 42 w 310"/>
                <a:gd name="T31" fmla="*/ 7 h 373"/>
                <a:gd name="T32" fmla="*/ 28 w 310"/>
                <a:gd name="T33" fmla="*/ 9 h 373"/>
                <a:gd name="T34" fmla="*/ 11 w 310"/>
                <a:gd name="T35" fmla="*/ 9 h 373"/>
                <a:gd name="T36" fmla="*/ 15 w 310"/>
                <a:gd name="T37" fmla="*/ 14 h 373"/>
                <a:gd name="T38" fmla="*/ 2 w 310"/>
                <a:gd name="T39" fmla="*/ 40 h 373"/>
                <a:gd name="T40" fmla="*/ 6 w 310"/>
                <a:gd name="T41" fmla="*/ 60 h 373"/>
                <a:gd name="T42" fmla="*/ 15 w 310"/>
                <a:gd name="T43" fmla="*/ 80 h 373"/>
                <a:gd name="T44" fmla="*/ 26 w 310"/>
                <a:gd name="T45" fmla="*/ 107 h 373"/>
                <a:gd name="T46" fmla="*/ 17 w 310"/>
                <a:gd name="T47" fmla="*/ 129 h 373"/>
                <a:gd name="T48" fmla="*/ 19 w 310"/>
                <a:gd name="T49" fmla="*/ 147 h 373"/>
                <a:gd name="T50" fmla="*/ 26 w 310"/>
                <a:gd name="T51" fmla="*/ 167 h 373"/>
                <a:gd name="T52" fmla="*/ 28 w 310"/>
                <a:gd name="T53" fmla="*/ 184 h 373"/>
                <a:gd name="T54" fmla="*/ 37 w 310"/>
                <a:gd name="T55" fmla="*/ 195 h 373"/>
                <a:gd name="T56" fmla="*/ 42 w 310"/>
                <a:gd name="T57" fmla="*/ 233 h 373"/>
                <a:gd name="T58" fmla="*/ 48 w 310"/>
                <a:gd name="T59" fmla="*/ 257 h 373"/>
                <a:gd name="T60" fmla="*/ 55 w 310"/>
                <a:gd name="T61" fmla="*/ 277 h 373"/>
                <a:gd name="T62" fmla="*/ 73 w 310"/>
                <a:gd name="T63" fmla="*/ 291 h 373"/>
                <a:gd name="T64" fmla="*/ 77 w 310"/>
                <a:gd name="T65" fmla="*/ 295 h 373"/>
                <a:gd name="T66" fmla="*/ 64 w 310"/>
                <a:gd name="T67" fmla="*/ 326 h 373"/>
                <a:gd name="T68" fmla="*/ 86 w 310"/>
                <a:gd name="T69" fmla="*/ 339 h 373"/>
                <a:gd name="T70" fmla="*/ 110 w 310"/>
                <a:gd name="T71" fmla="*/ 337 h 373"/>
                <a:gd name="T72" fmla="*/ 141 w 310"/>
                <a:gd name="T73" fmla="*/ 346 h 373"/>
                <a:gd name="T74" fmla="*/ 155 w 310"/>
                <a:gd name="T75" fmla="*/ 351 h 373"/>
                <a:gd name="T76" fmla="*/ 168 w 310"/>
                <a:gd name="T77" fmla="*/ 362 h 373"/>
                <a:gd name="T78" fmla="*/ 175 w 310"/>
                <a:gd name="T79" fmla="*/ 373 h 373"/>
                <a:gd name="T80" fmla="*/ 181 w 310"/>
                <a:gd name="T81" fmla="*/ 373 h 373"/>
                <a:gd name="T82" fmla="*/ 190 w 310"/>
                <a:gd name="T83" fmla="*/ 362 h 373"/>
                <a:gd name="T84" fmla="*/ 192 w 310"/>
                <a:gd name="T85" fmla="*/ 362 h 373"/>
                <a:gd name="T86" fmla="*/ 199 w 310"/>
                <a:gd name="T87" fmla="*/ 357 h 373"/>
                <a:gd name="T88" fmla="*/ 203 w 310"/>
                <a:gd name="T89" fmla="*/ 353 h 373"/>
                <a:gd name="T90" fmla="*/ 208 w 310"/>
                <a:gd name="T91" fmla="*/ 344 h 373"/>
                <a:gd name="T92" fmla="*/ 214 w 310"/>
                <a:gd name="T93" fmla="*/ 333 h 373"/>
                <a:gd name="T94" fmla="*/ 210 w 310"/>
                <a:gd name="T95" fmla="*/ 326 h 373"/>
                <a:gd name="T96" fmla="*/ 203 w 310"/>
                <a:gd name="T97" fmla="*/ 322 h 373"/>
                <a:gd name="T98" fmla="*/ 203 w 310"/>
                <a:gd name="T99" fmla="*/ 311 h 373"/>
                <a:gd name="T100" fmla="*/ 201 w 310"/>
                <a:gd name="T101" fmla="*/ 302 h 373"/>
                <a:gd name="T102" fmla="*/ 208 w 310"/>
                <a:gd name="T103" fmla="*/ 293 h 373"/>
                <a:gd name="T104" fmla="*/ 208 w 310"/>
                <a:gd name="T105" fmla="*/ 284 h 373"/>
                <a:gd name="T106" fmla="*/ 212 w 310"/>
                <a:gd name="T107" fmla="*/ 266 h 373"/>
                <a:gd name="T108" fmla="*/ 210 w 310"/>
                <a:gd name="T109" fmla="*/ 262 h 373"/>
                <a:gd name="T110" fmla="*/ 214 w 310"/>
                <a:gd name="T111" fmla="*/ 253 h 373"/>
                <a:gd name="T112" fmla="*/ 221 w 310"/>
                <a:gd name="T113" fmla="*/ 242 h 373"/>
                <a:gd name="T114" fmla="*/ 230 w 310"/>
                <a:gd name="T115" fmla="*/ 242 h 373"/>
                <a:gd name="T116" fmla="*/ 245 w 310"/>
                <a:gd name="T117" fmla="*/ 226 h 373"/>
                <a:gd name="T118" fmla="*/ 248 w 310"/>
                <a:gd name="T119" fmla="*/ 213 h 373"/>
                <a:gd name="T120" fmla="*/ 274 w 310"/>
                <a:gd name="T121" fmla="*/ 167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0" h="373">
                  <a:moveTo>
                    <a:pt x="308" y="144"/>
                  </a:moveTo>
                  <a:lnTo>
                    <a:pt x="305" y="142"/>
                  </a:lnTo>
                  <a:lnTo>
                    <a:pt x="303" y="140"/>
                  </a:lnTo>
                  <a:lnTo>
                    <a:pt x="296" y="138"/>
                  </a:lnTo>
                  <a:lnTo>
                    <a:pt x="292" y="136"/>
                  </a:lnTo>
                  <a:lnTo>
                    <a:pt x="290" y="136"/>
                  </a:lnTo>
                  <a:lnTo>
                    <a:pt x="290" y="136"/>
                  </a:lnTo>
                  <a:lnTo>
                    <a:pt x="288" y="136"/>
                  </a:lnTo>
                  <a:lnTo>
                    <a:pt x="285" y="136"/>
                  </a:lnTo>
                  <a:lnTo>
                    <a:pt x="283" y="133"/>
                  </a:lnTo>
                  <a:lnTo>
                    <a:pt x="279" y="131"/>
                  </a:lnTo>
                  <a:lnTo>
                    <a:pt x="276" y="129"/>
                  </a:lnTo>
                  <a:lnTo>
                    <a:pt x="274" y="127"/>
                  </a:lnTo>
                  <a:lnTo>
                    <a:pt x="270" y="118"/>
                  </a:lnTo>
                  <a:lnTo>
                    <a:pt x="270" y="118"/>
                  </a:lnTo>
                  <a:lnTo>
                    <a:pt x="268" y="118"/>
                  </a:lnTo>
                  <a:lnTo>
                    <a:pt x="265" y="118"/>
                  </a:lnTo>
                  <a:lnTo>
                    <a:pt x="265" y="118"/>
                  </a:lnTo>
                  <a:lnTo>
                    <a:pt x="259" y="113"/>
                  </a:lnTo>
                  <a:lnTo>
                    <a:pt x="259" y="111"/>
                  </a:lnTo>
                  <a:lnTo>
                    <a:pt x="252" y="107"/>
                  </a:lnTo>
                  <a:lnTo>
                    <a:pt x="245" y="102"/>
                  </a:lnTo>
                  <a:lnTo>
                    <a:pt x="241" y="94"/>
                  </a:lnTo>
                  <a:lnTo>
                    <a:pt x="234" y="87"/>
                  </a:lnTo>
                  <a:lnTo>
                    <a:pt x="234" y="87"/>
                  </a:lnTo>
                  <a:lnTo>
                    <a:pt x="232" y="85"/>
                  </a:lnTo>
                  <a:lnTo>
                    <a:pt x="230" y="85"/>
                  </a:lnTo>
                  <a:lnTo>
                    <a:pt x="226" y="80"/>
                  </a:lnTo>
                  <a:lnTo>
                    <a:pt x="226" y="80"/>
                  </a:lnTo>
                  <a:lnTo>
                    <a:pt x="226" y="78"/>
                  </a:lnTo>
                  <a:lnTo>
                    <a:pt x="223" y="76"/>
                  </a:lnTo>
                  <a:lnTo>
                    <a:pt x="223" y="76"/>
                  </a:lnTo>
                  <a:lnTo>
                    <a:pt x="221" y="71"/>
                  </a:lnTo>
                  <a:lnTo>
                    <a:pt x="221" y="69"/>
                  </a:lnTo>
                  <a:lnTo>
                    <a:pt x="219" y="69"/>
                  </a:lnTo>
                  <a:lnTo>
                    <a:pt x="219" y="67"/>
                  </a:lnTo>
                  <a:lnTo>
                    <a:pt x="217" y="69"/>
                  </a:lnTo>
                  <a:lnTo>
                    <a:pt x="214" y="69"/>
                  </a:lnTo>
                  <a:lnTo>
                    <a:pt x="210" y="67"/>
                  </a:lnTo>
                  <a:lnTo>
                    <a:pt x="206" y="67"/>
                  </a:lnTo>
                  <a:lnTo>
                    <a:pt x="206" y="65"/>
                  </a:lnTo>
                  <a:lnTo>
                    <a:pt x="203" y="62"/>
                  </a:lnTo>
                  <a:lnTo>
                    <a:pt x="201" y="62"/>
                  </a:lnTo>
                  <a:lnTo>
                    <a:pt x="201" y="62"/>
                  </a:lnTo>
                  <a:lnTo>
                    <a:pt x="199" y="60"/>
                  </a:lnTo>
                  <a:lnTo>
                    <a:pt x="197" y="58"/>
                  </a:lnTo>
                  <a:lnTo>
                    <a:pt x="195" y="56"/>
                  </a:lnTo>
                  <a:lnTo>
                    <a:pt x="190" y="56"/>
                  </a:lnTo>
                  <a:lnTo>
                    <a:pt x="190" y="56"/>
                  </a:lnTo>
                  <a:lnTo>
                    <a:pt x="190" y="54"/>
                  </a:lnTo>
                  <a:lnTo>
                    <a:pt x="188" y="54"/>
                  </a:lnTo>
                  <a:lnTo>
                    <a:pt x="186" y="54"/>
                  </a:lnTo>
                  <a:lnTo>
                    <a:pt x="186" y="49"/>
                  </a:lnTo>
                  <a:lnTo>
                    <a:pt x="183" y="47"/>
                  </a:lnTo>
                  <a:lnTo>
                    <a:pt x="181" y="45"/>
                  </a:lnTo>
                  <a:lnTo>
                    <a:pt x="181" y="45"/>
                  </a:lnTo>
                  <a:lnTo>
                    <a:pt x="179" y="45"/>
                  </a:lnTo>
                  <a:lnTo>
                    <a:pt x="177" y="45"/>
                  </a:lnTo>
                  <a:lnTo>
                    <a:pt x="175" y="45"/>
                  </a:lnTo>
                  <a:lnTo>
                    <a:pt x="175" y="43"/>
                  </a:lnTo>
                  <a:lnTo>
                    <a:pt x="172" y="43"/>
                  </a:lnTo>
                  <a:lnTo>
                    <a:pt x="172" y="40"/>
                  </a:lnTo>
                  <a:lnTo>
                    <a:pt x="170" y="40"/>
                  </a:lnTo>
                  <a:lnTo>
                    <a:pt x="170" y="40"/>
                  </a:lnTo>
                  <a:lnTo>
                    <a:pt x="168" y="40"/>
                  </a:lnTo>
                  <a:lnTo>
                    <a:pt x="168" y="40"/>
                  </a:lnTo>
                  <a:lnTo>
                    <a:pt x="166" y="38"/>
                  </a:lnTo>
                  <a:lnTo>
                    <a:pt x="161" y="36"/>
                  </a:lnTo>
                  <a:lnTo>
                    <a:pt x="161" y="36"/>
                  </a:lnTo>
                  <a:lnTo>
                    <a:pt x="161" y="34"/>
                  </a:lnTo>
                  <a:lnTo>
                    <a:pt x="161" y="34"/>
                  </a:lnTo>
                  <a:lnTo>
                    <a:pt x="161" y="34"/>
                  </a:lnTo>
                  <a:lnTo>
                    <a:pt x="159" y="34"/>
                  </a:lnTo>
                  <a:lnTo>
                    <a:pt x="159" y="34"/>
                  </a:lnTo>
                  <a:lnTo>
                    <a:pt x="157" y="31"/>
                  </a:lnTo>
                  <a:lnTo>
                    <a:pt x="155" y="31"/>
                  </a:lnTo>
                  <a:lnTo>
                    <a:pt x="155" y="31"/>
                  </a:lnTo>
                  <a:lnTo>
                    <a:pt x="155" y="31"/>
                  </a:lnTo>
                  <a:lnTo>
                    <a:pt x="155" y="29"/>
                  </a:lnTo>
                  <a:lnTo>
                    <a:pt x="152" y="29"/>
                  </a:lnTo>
                  <a:lnTo>
                    <a:pt x="152" y="29"/>
                  </a:lnTo>
                  <a:lnTo>
                    <a:pt x="152" y="29"/>
                  </a:lnTo>
                  <a:lnTo>
                    <a:pt x="152" y="29"/>
                  </a:lnTo>
                  <a:lnTo>
                    <a:pt x="146" y="27"/>
                  </a:lnTo>
                  <a:lnTo>
                    <a:pt x="144" y="27"/>
                  </a:lnTo>
                  <a:lnTo>
                    <a:pt x="139" y="23"/>
                  </a:lnTo>
                  <a:lnTo>
                    <a:pt x="135" y="20"/>
                  </a:lnTo>
                  <a:lnTo>
                    <a:pt x="135" y="20"/>
                  </a:lnTo>
                  <a:lnTo>
                    <a:pt x="135" y="20"/>
                  </a:lnTo>
                  <a:lnTo>
                    <a:pt x="135" y="20"/>
                  </a:lnTo>
                  <a:lnTo>
                    <a:pt x="135" y="20"/>
                  </a:lnTo>
                  <a:lnTo>
                    <a:pt x="132" y="20"/>
                  </a:lnTo>
                  <a:lnTo>
                    <a:pt x="130" y="18"/>
                  </a:lnTo>
                  <a:lnTo>
                    <a:pt x="130" y="18"/>
                  </a:lnTo>
                  <a:lnTo>
                    <a:pt x="128" y="18"/>
                  </a:lnTo>
                  <a:lnTo>
                    <a:pt x="128" y="20"/>
                  </a:lnTo>
                  <a:lnTo>
                    <a:pt x="128" y="20"/>
                  </a:lnTo>
                  <a:lnTo>
                    <a:pt x="128" y="20"/>
                  </a:lnTo>
                  <a:lnTo>
                    <a:pt x="128" y="20"/>
                  </a:lnTo>
                  <a:lnTo>
                    <a:pt x="126" y="18"/>
                  </a:lnTo>
                  <a:lnTo>
                    <a:pt x="128" y="18"/>
                  </a:lnTo>
                  <a:lnTo>
                    <a:pt x="126" y="16"/>
                  </a:lnTo>
                  <a:lnTo>
                    <a:pt x="124" y="16"/>
                  </a:lnTo>
                  <a:lnTo>
                    <a:pt x="124" y="16"/>
                  </a:lnTo>
                  <a:lnTo>
                    <a:pt x="121" y="16"/>
                  </a:lnTo>
                  <a:lnTo>
                    <a:pt x="121" y="14"/>
                  </a:lnTo>
                  <a:lnTo>
                    <a:pt x="117" y="12"/>
                  </a:lnTo>
                  <a:lnTo>
                    <a:pt x="117" y="9"/>
                  </a:lnTo>
                  <a:lnTo>
                    <a:pt x="115" y="9"/>
                  </a:lnTo>
                  <a:lnTo>
                    <a:pt x="108" y="5"/>
                  </a:lnTo>
                  <a:lnTo>
                    <a:pt x="106" y="5"/>
                  </a:lnTo>
                  <a:lnTo>
                    <a:pt x="104" y="5"/>
                  </a:lnTo>
                  <a:lnTo>
                    <a:pt x="101" y="5"/>
                  </a:lnTo>
                  <a:lnTo>
                    <a:pt x="101" y="5"/>
                  </a:lnTo>
                  <a:lnTo>
                    <a:pt x="99" y="5"/>
                  </a:lnTo>
                  <a:lnTo>
                    <a:pt x="99" y="5"/>
                  </a:lnTo>
                  <a:lnTo>
                    <a:pt x="99" y="5"/>
                  </a:lnTo>
                  <a:lnTo>
                    <a:pt x="97" y="5"/>
                  </a:lnTo>
                  <a:lnTo>
                    <a:pt x="97" y="5"/>
                  </a:lnTo>
                  <a:lnTo>
                    <a:pt x="97" y="5"/>
                  </a:lnTo>
                  <a:lnTo>
                    <a:pt x="95" y="5"/>
                  </a:lnTo>
                  <a:lnTo>
                    <a:pt x="95" y="5"/>
                  </a:lnTo>
                  <a:lnTo>
                    <a:pt x="93" y="3"/>
                  </a:lnTo>
                  <a:lnTo>
                    <a:pt x="86" y="3"/>
                  </a:lnTo>
                  <a:lnTo>
                    <a:pt x="77" y="3"/>
                  </a:lnTo>
                  <a:lnTo>
                    <a:pt x="73" y="3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68" y="3"/>
                  </a:lnTo>
                  <a:lnTo>
                    <a:pt x="64" y="5"/>
                  </a:lnTo>
                  <a:lnTo>
                    <a:pt x="53" y="5"/>
                  </a:lnTo>
                  <a:lnTo>
                    <a:pt x="50" y="5"/>
                  </a:lnTo>
                  <a:lnTo>
                    <a:pt x="46" y="7"/>
                  </a:lnTo>
                  <a:lnTo>
                    <a:pt x="46" y="7"/>
                  </a:lnTo>
                  <a:lnTo>
                    <a:pt x="46" y="7"/>
                  </a:lnTo>
                  <a:lnTo>
                    <a:pt x="46" y="7"/>
                  </a:lnTo>
                  <a:lnTo>
                    <a:pt x="44" y="7"/>
                  </a:lnTo>
                  <a:lnTo>
                    <a:pt x="42" y="7"/>
                  </a:lnTo>
                  <a:lnTo>
                    <a:pt x="42" y="7"/>
                  </a:lnTo>
                  <a:lnTo>
                    <a:pt x="42" y="7"/>
                  </a:lnTo>
                  <a:lnTo>
                    <a:pt x="42" y="7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7" y="7"/>
                  </a:lnTo>
                  <a:lnTo>
                    <a:pt x="28" y="7"/>
                  </a:lnTo>
                  <a:lnTo>
                    <a:pt x="26" y="7"/>
                  </a:lnTo>
                  <a:lnTo>
                    <a:pt x="26" y="7"/>
                  </a:lnTo>
                  <a:lnTo>
                    <a:pt x="26" y="9"/>
                  </a:lnTo>
                  <a:lnTo>
                    <a:pt x="28" y="9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6" y="9"/>
                  </a:lnTo>
                  <a:lnTo>
                    <a:pt x="24" y="9"/>
                  </a:lnTo>
                  <a:lnTo>
                    <a:pt x="22" y="7"/>
                  </a:lnTo>
                  <a:lnTo>
                    <a:pt x="19" y="7"/>
                  </a:lnTo>
                  <a:lnTo>
                    <a:pt x="15" y="7"/>
                  </a:lnTo>
                  <a:lnTo>
                    <a:pt x="13" y="7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3" y="9"/>
                  </a:lnTo>
                  <a:lnTo>
                    <a:pt x="13" y="9"/>
                  </a:lnTo>
                  <a:lnTo>
                    <a:pt x="13" y="12"/>
                  </a:lnTo>
                  <a:lnTo>
                    <a:pt x="15" y="12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5" y="23"/>
                  </a:lnTo>
                  <a:lnTo>
                    <a:pt x="15" y="23"/>
                  </a:lnTo>
                  <a:lnTo>
                    <a:pt x="6" y="36"/>
                  </a:lnTo>
                  <a:lnTo>
                    <a:pt x="4" y="38"/>
                  </a:lnTo>
                  <a:lnTo>
                    <a:pt x="2" y="40"/>
                  </a:lnTo>
                  <a:lnTo>
                    <a:pt x="2" y="43"/>
                  </a:lnTo>
                  <a:lnTo>
                    <a:pt x="2" y="45"/>
                  </a:lnTo>
                  <a:lnTo>
                    <a:pt x="0" y="47"/>
                  </a:lnTo>
                  <a:lnTo>
                    <a:pt x="0" y="49"/>
                  </a:lnTo>
                  <a:lnTo>
                    <a:pt x="2" y="51"/>
                  </a:lnTo>
                  <a:lnTo>
                    <a:pt x="2" y="54"/>
                  </a:lnTo>
                  <a:lnTo>
                    <a:pt x="4" y="56"/>
                  </a:lnTo>
                  <a:lnTo>
                    <a:pt x="6" y="58"/>
                  </a:lnTo>
                  <a:lnTo>
                    <a:pt x="6" y="60"/>
                  </a:lnTo>
                  <a:lnTo>
                    <a:pt x="6" y="62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8" y="69"/>
                  </a:lnTo>
                  <a:lnTo>
                    <a:pt x="11" y="71"/>
                  </a:lnTo>
                  <a:lnTo>
                    <a:pt x="11" y="74"/>
                  </a:lnTo>
                  <a:lnTo>
                    <a:pt x="13" y="76"/>
                  </a:lnTo>
                  <a:lnTo>
                    <a:pt x="13" y="78"/>
                  </a:lnTo>
                  <a:lnTo>
                    <a:pt x="15" y="80"/>
                  </a:lnTo>
                  <a:lnTo>
                    <a:pt x="15" y="85"/>
                  </a:lnTo>
                  <a:lnTo>
                    <a:pt x="15" y="87"/>
                  </a:lnTo>
                  <a:lnTo>
                    <a:pt x="17" y="94"/>
                  </a:lnTo>
                  <a:lnTo>
                    <a:pt x="19" y="98"/>
                  </a:lnTo>
                  <a:lnTo>
                    <a:pt x="19" y="98"/>
                  </a:lnTo>
                  <a:lnTo>
                    <a:pt x="22" y="100"/>
                  </a:lnTo>
                  <a:lnTo>
                    <a:pt x="24" y="102"/>
                  </a:lnTo>
                  <a:lnTo>
                    <a:pt x="24" y="102"/>
                  </a:lnTo>
                  <a:lnTo>
                    <a:pt x="26" y="107"/>
                  </a:lnTo>
                  <a:lnTo>
                    <a:pt x="28" y="109"/>
                  </a:lnTo>
                  <a:lnTo>
                    <a:pt x="28" y="113"/>
                  </a:lnTo>
                  <a:lnTo>
                    <a:pt x="26" y="116"/>
                  </a:lnTo>
                  <a:lnTo>
                    <a:pt x="24" y="120"/>
                  </a:lnTo>
                  <a:lnTo>
                    <a:pt x="24" y="120"/>
                  </a:lnTo>
                  <a:lnTo>
                    <a:pt x="22" y="122"/>
                  </a:lnTo>
                  <a:lnTo>
                    <a:pt x="19" y="125"/>
                  </a:lnTo>
                  <a:lnTo>
                    <a:pt x="17" y="127"/>
                  </a:lnTo>
                  <a:lnTo>
                    <a:pt x="17" y="129"/>
                  </a:lnTo>
                  <a:lnTo>
                    <a:pt x="17" y="131"/>
                  </a:lnTo>
                  <a:lnTo>
                    <a:pt x="15" y="133"/>
                  </a:lnTo>
                  <a:lnTo>
                    <a:pt x="15" y="136"/>
                  </a:lnTo>
                  <a:lnTo>
                    <a:pt x="17" y="136"/>
                  </a:lnTo>
                  <a:lnTo>
                    <a:pt x="17" y="138"/>
                  </a:lnTo>
                  <a:lnTo>
                    <a:pt x="17" y="140"/>
                  </a:lnTo>
                  <a:lnTo>
                    <a:pt x="17" y="142"/>
                  </a:lnTo>
                  <a:lnTo>
                    <a:pt x="17" y="144"/>
                  </a:lnTo>
                  <a:lnTo>
                    <a:pt x="19" y="147"/>
                  </a:lnTo>
                  <a:lnTo>
                    <a:pt x="19" y="147"/>
                  </a:lnTo>
                  <a:lnTo>
                    <a:pt x="19" y="149"/>
                  </a:lnTo>
                  <a:lnTo>
                    <a:pt x="19" y="153"/>
                  </a:lnTo>
                  <a:lnTo>
                    <a:pt x="19" y="158"/>
                  </a:lnTo>
                  <a:lnTo>
                    <a:pt x="19" y="158"/>
                  </a:lnTo>
                  <a:lnTo>
                    <a:pt x="22" y="160"/>
                  </a:lnTo>
                  <a:lnTo>
                    <a:pt x="24" y="162"/>
                  </a:lnTo>
                  <a:lnTo>
                    <a:pt x="24" y="164"/>
                  </a:lnTo>
                  <a:lnTo>
                    <a:pt x="26" y="167"/>
                  </a:lnTo>
                  <a:lnTo>
                    <a:pt x="26" y="167"/>
                  </a:lnTo>
                  <a:lnTo>
                    <a:pt x="26" y="169"/>
                  </a:lnTo>
                  <a:lnTo>
                    <a:pt x="26" y="171"/>
                  </a:lnTo>
                  <a:lnTo>
                    <a:pt x="28" y="173"/>
                  </a:lnTo>
                  <a:lnTo>
                    <a:pt x="28" y="175"/>
                  </a:lnTo>
                  <a:lnTo>
                    <a:pt x="31" y="178"/>
                  </a:lnTo>
                  <a:lnTo>
                    <a:pt x="28" y="180"/>
                  </a:lnTo>
                  <a:lnTo>
                    <a:pt x="28" y="182"/>
                  </a:lnTo>
                  <a:lnTo>
                    <a:pt x="28" y="184"/>
                  </a:lnTo>
                  <a:lnTo>
                    <a:pt x="28" y="187"/>
                  </a:lnTo>
                  <a:lnTo>
                    <a:pt x="31" y="189"/>
                  </a:lnTo>
                  <a:lnTo>
                    <a:pt x="33" y="189"/>
                  </a:lnTo>
                  <a:lnTo>
                    <a:pt x="33" y="191"/>
                  </a:lnTo>
                  <a:lnTo>
                    <a:pt x="35" y="191"/>
                  </a:lnTo>
                  <a:lnTo>
                    <a:pt x="37" y="193"/>
                  </a:lnTo>
                  <a:lnTo>
                    <a:pt x="37" y="193"/>
                  </a:lnTo>
                  <a:lnTo>
                    <a:pt x="37" y="195"/>
                  </a:lnTo>
                  <a:lnTo>
                    <a:pt x="37" y="195"/>
                  </a:lnTo>
                  <a:lnTo>
                    <a:pt x="37" y="200"/>
                  </a:lnTo>
                  <a:lnTo>
                    <a:pt x="39" y="207"/>
                  </a:lnTo>
                  <a:lnTo>
                    <a:pt x="39" y="209"/>
                  </a:lnTo>
                  <a:lnTo>
                    <a:pt x="39" y="213"/>
                  </a:lnTo>
                  <a:lnTo>
                    <a:pt x="39" y="215"/>
                  </a:lnTo>
                  <a:lnTo>
                    <a:pt x="39" y="220"/>
                  </a:lnTo>
                  <a:lnTo>
                    <a:pt x="42" y="229"/>
                  </a:lnTo>
                  <a:lnTo>
                    <a:pt x="42" y="233"/>
                  </a:lnTo>
                  <a:lnTo>
                    <a:pt x="42" y="233"/>
                  </a:lnTo>
                  <a:lnTo>
                    <a:pt x="42" y="235"/>
                  </a:lnTo>
                  <a:lnTo>
                    <a:pt x="42" y="235"/>
                  </a:lnTo>
                  <a:lnTo>
                    <a:pt x="42" y="238"/>
                  </a:lnTo>
                  <a:lnTo>
                    <a:pt x="42" y="238"/>
                  </a:lnTo>
                  <a:lnTo>
                    <a:pt x="44" y="240"/>
                  </a:lnTo>
                  <a:lnTo>
                    <a:pt x="44" y="242"/>
                  </a:lnTo>
                  <a:lnTo>
                    <a:pt x="48" y="255"/>
                  </a:lnTo>
                  <a:lnTo>
                    <a:pt x="48" y="255"/>
                  </a:lnTo>
                  <a:lnTo>
                    <a:pt x="48" y="257"/>
                  </a:lnTo>
                  <a:lnTo>
                    <a:pt x="48" y="257"/>
                  </a:lnTo>
                  <a:lnTo>
                    <a:pt x="48" y="260"/>
                  </a:lnTo>
                  <a:lnTo>
                    <a:pt x="48" y="262"/>
                  </a:lnTo>
                  <a:lnTo>
                    <a:pt x="48" y="264"/>
                  </a:lnTo>
                  <a:lnTo>
                    <a:pt x="48" y="264"/>
                  </a:lnTo>
                  <a:lnTo>
                    <a:pt x="50" y="271"/>
                  </a:lnTo>
                  <a:lnTo>
                    <a:pt x="50" y="273"/>
                  </a:lnTo>
                  <a:lnTo>
                    <a:pt x="53" y="275"/>
                  </a:lnTo>
                  <a:lnTo>
                    <a:pt x="55" y="277"/>
                  </a:lnTo>
                  <a:lnTo>
                    <a:pt x="55" y="280"/>
                  </a:lnTo>
                  <a:lnTo>
                    <a:pt x="55" y="284"/>
                  </a:lnTo>
                  <a:lnTo>
                    <a:pt x="55" y="284"/>
                  </a:lnTo>
                  <a:lnTo>
                    <a:pt x="55" y="284"/>
                  </a:lnTo>
                  <a:lnTo>
                    <a:pt x="55" y="286"/>
                  </a:lnTo>
                  <a:lnTo>
                    <a:pt x="59" y="286"/>
                  </a:lnTo>
                  <a:lnTo>
                    <a:pt x="62" y="289"/>
                  </a:lnTo>
                  <a:lnTo>
                    <a:pt x="62" y="289"/>
                  </a:lnTo>
                  <a:lnTo>
                    <a:pt x="73" y="291"/>
                  </a:lnTo>
                  <a:lnTo>
                    <a:pt x="73" y="291"/>
                  </a:lnTo>
                  <a:lnTo>
                    <a:pt x="73" y="291"/>
                  </a:lnTo>
                  <a:lnTo>
                    <a:pt x="75" y="293"/>
                  </a:lnTo>
                  <a:lnTo>
                    <a:pt x="75" y="293"/>
                  </a:lnTo>
                  <a:lnTo>
                    <a:pt x="75" y="295"/>
                  </a:lnTo>
                  <a:lnTo>
                    <a:pt x="75" y="295"/>
                  </a:lnTo>
                  <a:lnTo>
                    <a:pt x="77" y="295"/>
                  </a:lnTo>
                  <a:lnTo>
                    <a:pt x="77" y="295"/>
                  </a:lnTo>
                  <a:lnTo>
                    <a:pt x="77" y="295"/>
                  </a:lnTo>
                  <a:lnTo>
                    <a:pt x="77" y="297"/>
                  </a:lnTo>
                  <a:lnTo>
                    <a:pt x="77" y="297"/>
                  </a:lnTo>
                  <a:lnTo>
                    <a:pt x="77" y="300"/>
                  </a:lnTo>
                  <a:lnTo>
                    <a:pt x="75" y="302"/>
                  </a:lnTo>
                  <a:lnTo>
                    <a:pt x="75" y="302"/>
                  </a:lnTo>
                  <a:lnTo>
                    <a:pt x="70" y="308"/>
                  </a:lnTo>
                  <a:lnTo>
                    <a:pt x="70" y="311"/>
                  </a:lnTo>
                  <a:lnTo>
                    <a:pt x="64" y="324"/>
                  </a:lnTo>
                  <a:lnTo>
                    <a:pt x="64" y="326"/>
                  </a:lnTo>
                  <a:lnTo>
                    <a:pt x="64" y="326"/>
                  </a:lnTo>
                  <a:lnTo>
                    <a:pt x="66" y="328"/>
                  </a:lnTo>
                  <a:lnTo>
                    <a:pt x="66" y="331"/>
                  </a:lnTo>
                  <a:lnTo>
                    <a:pt x="66" y="331"/>
                  </a:lnTo>
                  <a:lnTo>
                    <a:pt x="68" y="331"/>
                  </a:lnTo>
                  <a:lnTo>
                    <a:pt x="68" y="333"/>
                  </a:lnTo>
                  <a:lnTo>
                    <a:pt x="68" y="333"/>
                  </a:lnTo>
                  <a:lnTo>
                    <a:pt x="68" y="337"/>
                  </a:lnTo>
                  <a:lnTo>
                    <a:pt x="86" y="339"/>
                  </a:lnTo>
                  <a:lnTo>
                    <a:pt x="86" y="339"/>
                  </a:lnTo>
                  <a:lnTo>
                    <a:pt x="86" y="339"/>
                  </a:lnTo>
                  <a:lnTo>
                    <a:pt x="88" y="339"/>
                  </a:lnTo>
                  <a:lnTo>
                    <a:pt x="95" y="339"/>
                  </a:lnTo>
                  <a:lnTo>
                    <a:pt x="97" y="339"/>
                  </a:lnTo>
                  <a:lnTo>
                    <a:pt x="101" y="339"/>
                  </a:lnTo>
                  <a:lnTo>
                    <a:pt x="104" y="339"/>
                  </a:lnTo>
                  <a:lnTo>
                    <a:pt x="106" y="337"/>
                  </a:lnTo>
                  <a:lnTo>
                    <a:pt x="110" y="337"/>
                  </a:lnTo>
                  <a:lnTo>
                    <a:pt x="113" y="335"/>
                  </a:lnTo>
                  <a:lnTo>
                    <a:pt x="119" y="335"/>
                  </a:lnTo>
                  <a:lnTo>
                    <a:pt x="132" y="337"/>
                  </a:lnTo>
                  <a:lnTo>
                    <a:pt x="135" y="337"/>
                  </a:lnTo>
                  <a:lnTo>
                    <a:pt x="139" y="342"/>
                  </a:lnTo>
                  <a:lnTo>
                    <a:pt x="139" y="344"/>
                  </a:lnTo>
                  <a:lnTo>
                    <a:pt x="141" y="344"/>
                  </a:lnTo>
                  <a:lnTo>
                    <a:pt x="141" y="344"/>
                  </a:lnTo>
                  <a:lnTo>
                    <a:pt x="141" y="346"/>
                  </a:lnTo>
                  <a:lnTo>
                    <a:pt x="146" y="346"/>
                  </a:lnTo>
                  <a:lnTo>
                    <a:pt x="146" y="346"/>
                  </a:lnTo>
                  <a:lnTo>
                    <a:pt x="146" y="346"/>
                  </a:lnTo>
                  <a:lnTo>
                    <a:pt x="150" y="348"/>
                  </a:lnTo>
                  <a:lnTo>
                    <a:pt x="152" y="348"/>
                  </a:lnTo>
                  <a:lnTo>
                    <a:pt x="152" y="351"/>
                  </a:lnTo>
                  <a:lnTo>
                    <a:pt x="155" y="351"/>
                  </a:lnTo>
                  <a:lnTo>
                    <a:pt x="155" y="351"/>
                  </a:lnTo>
                  <a:lnTo>
                    <a:pt x="155" y="351"/>
                  </a:lnTo>
                  <a:lnTo>
                    <a:pt x="157" y="351"/>
                  </a:lnTo>
                  <a:lnTo>
                    <a:pt x="157" y="353"/>
                  </a:lnTo>
                  <a:lnTo>
                    <a:pt x="157" y="355"/>
                  </a:lnTo>
                  <a:lnTo>
                    <a:pt x="157" y="355"/>
                  </a:lnTo>
                  <a:lnTo>
                    <a:pt x="161" y="359"/>
                  </a:lnTo>
                  <a:lnTo>
                    <a:pt x="161" y="359"/>
                  </a:lnTo>
                  <a:lnTo>
                    <a:pt x="166" y="362"/>
                  </a:lnTo>
                  <a:lnTo>
                    <a:pt x="168" y="362"/>
                  </a:lnTo>
                  <a:lnTo>
                    <a:pt x="168" y="362"/>
                  </a:lnTo>
                  <a:lnTo>
                    <a:pt x="168" y="362"/>
                  </a:lnTo>
                  <a:lnTo>
                    <a:pt x="170" y="364"/>
                  </a:lnTo>
                  <a:lnTo>
                    <a:pt x="172" y="364"/>
                  </a:lnTo>
                  <a:lnTo>
                    <a:pt x="172" y="364"/>
                  </a:lnTo>
                  <a:lnTo>
                    <a:pt x="172" y="366"/>
                  </a:lnTo>
                  <a:lnTo>
                    <a:pt x="172" y="366"/>
                  </a:lnTo>
                  <a:lnTo>
                    <a:pt x="175" y="371"/>
                  </a:lnTo>
                  <a:lnTo>
                    <a:pt x="175" y="373"/>
                  </a:lnTo>
                  <a:lnTo>
                    <a:pt x="175" y="373"/>
                  </a:lnTo>
                  <a:lnTo>
                    <a:pt x="175" y="373"/>
                  </a:lnTo>
                  <a:lnTo>
                    <a:pt x="175" y="373"/>
                  </a:lnTo>
                  <a:lnTo>
                    <a:pt x="177" y="373"/>
                  </a:lnTo>
                  <a:lnTo>
                    <a:pt x="179" y="371"/>
                  </a:lnTo>
                  <a:lnTo>
                    <a:pt x="179" y="371"/>
                  </a:lnTo>
                  <a:lnTo>
                    <a:pt x="181" y="371"/>
                  </a:lnTo>
                  <a:lnTo>
                    <a:pt x="181" y="371"/>
                  </a:lnTo>
                  <a:lnTo>
                    <a:pt x="181" y="373"/>
                  </a:lnTo>
                  <a:lnTo>
                    <a:pt x="181" y="373"/>
                  </a:lnTo>
                  <a:lnTo>
                    <a:pt x="183" y="373"/>
                  </a:lnTo>
                  <a:lnTo>
                    <a:pt x="183" y="373"/>
                  </a:lnTo>
                  <a:lnTo>
                    <a:pt x="183" y="371"/>
                  </a:lnTo>
                  <a:lnTo>
                    <a:pt x="186" y="368"/>
                  </a:lnTo>
                  <a:lnTo>
                    <a:pt x="186" y="368"/>
                  </a:lnTo>
                  <a:lnTo>
                    <a:pt x="186" y="366"/>
                  </a:lnTo>
                  <a:lnTo>
                    <a:pt x="188" y="364"/>
                  </a:lnTo>
                  <a:lnTo>
                    <a:pt x="188" y="364"/>
                  </a:lnTo>
                  <a:lnTo>
                    <a:pt x="190" y="362"/>
                  </a:lnTo>
                  <a:lnTo>
                    <a:pt x="190" y="362"/>
                  </a:lnTo>
                  <a:lnTo>
                    <a:pt x="190" y="362"/>
                  </a:lnTo>
                  <a:lnTo>
                    <a:pt x="190" y="362"/>
                  </a:lnTo>
                  <a:lnTo>
                    <a:pt x="192" y="362"/>
                  </a:lnTo>
                  <a:lnTo>
                    <a:pt x="192" y="362"/>
                  </a:lnTo>
                  <a:lnTo>
                    <a:pt x="192" y="362"/>
                  </a:lnTo>
                  <a:lnTo>
                    <a:pt x="192" y="362"/>
                  </a:lnTo>
                  <a:lnTo>
                    <a:pt x="192" y="362"/>
                  </a:lnTo>
                  <a:lnTo>
                    <a:pt x="192" y="362"/>
                  </a:lnTo>
                  <a:lnTo>
                    <a:pt x="192" y="359"/>
                  </a:lnTo>
                  <a:lnTo>
                    <a:pt x="192" y="359"/>
                  </a:lnTo>
                  <a:lnTo>
                    <a:pt x="192" y="359"/>
                  </a:lnTo>
                  <a:lnTo>
                    <a:pt x="195" y="359"/>
                  </a:lnTo>
                  <a:lnTo>
                    <a:pt x="195" y="359"/>
                  </a:lnTo>
                  <a:lnTo>
                    <a:pt x="195" y="357"/>
                  </a:lnTo>
                  <a:lnTo>
                    <a:pt x="197" y="357"/>
                  </a:lnTo>
                  <a:lnTo>
                    <a:pt x="197" y="357"/>
                  </a:lnTo>
                  <a:lnTo>
                    <a:pt x="199" y="357"/>
                  </a:lnTo>
                  <a:lnTo>
                    <a:pt x="199" y="357"/>
                  </a:lnTo>
                  <a:lnTo>
                    <a:pt x="199" y="357"/>
                  </a:lnTo>
                  <a:lnTo>
                    <a:pt x="199" y="357"/>
                  </a:lnTo>
                  <a:lnTo>
                    <a:pt x="199" y="357"/>
                  </a:lnTo>
                  <a:lnTo>
                    <a:pt x="201" y="355"/>
                  </a:lnTo>
                  <a:lnTo>
                    <a:pt x="203" y="355"/>
                  </a:lnTo>
                  <a:lnTo>
                    <a:pt x="201" y="355"/>
                  </a:lnTo>
                  <a:lnTo>
                    <a:pt x="201" y="353"/>
                  </a:lnTo>
                  <a:lnTo>
                    <a:pt x="203" y="353"/>
                  </a:lnTo>
                  <a:lnTo>
                    <a:pt x="203" y="353"/>
                  </a:lnTo>
                  <a:lnTo>
                    <a:pt x="206" y="351"/>
                  </a:lnTo>
                  <a:lnTo>
                    <a:pt x="206" y="351"/>
                  </a:lnTo>
                  <a:lnTo>
                    <a:pt x="208" y="348"/>
                  </a:lnTo>
                  <a:lnTo>
                    <a:pt x="208" y="348"/>
                  </a:lnTo>
                  <a:lnTo>
                    <a:pt x="208" y="346"/>
                  </a:lnTo>
                  <a:lnTo>
                    <a:pt x="208" y="346"/>
                  </a:lnTo>
                  <a:lnTo>
                    <a:pt x="208" y="344"/>
                  </a:lnTo>
                  <a:lnTo>
                    <a:pt x="208" y="344"/>
                  </a:lnTo>
                  <a:lnTo>
                    <a:pt x="208" y="344"/>
                  </a:lnTo>
                  <a:lnTo>
                    <a:pt x="210" y="342"/>
                  </a:lnTo>
                  <a:lnTo>
                    <a:pt x="210" y="342"/>
                  </a:lnTo>
                  <a:lnTo>
                    <a:pt x="212" y="339"/>
                  </a:lnTo>
                  <a:lnTo>
                    <a:pt x="212" y="337"/>
                  </a:lnTo>
                  <a:lnTo>
                    <a:pt x="214" y="335"/>
                  </a:lnTo>
                  <a:lnTo>
                    <a:pt x="214" y="335"/>
                  </a:lnTo>
                  <a:lnTo>
                    <a:pt x="214" y="335"/>
                  </a:lnTo>
                  <a:lnTo>
                    <a:pt x="214" y="333"/>
                  </a:lnTo>
                  <a:lnTo>
                    <a:pt x="214" y="333"/>
                  </a:lnTo>
                  <a:lnTo>
                    <a:pt x="214" y="331"/>
                  </a:lnTo>
                  <a:lnTo>
                    <a:pt x="214" y="328"/>
                  </a:lnTo>
                  <a:lnTo>
                    <a:pt x="214" y="328"/>
                  </a:lnTo>
                  <a:lnTo>
                    <a:pt x="214" y="326"/>
                  </a:lnTo>
                  <a:lnTo>
                    <a:pt x="212" y="326"/>
                  </a:lnTo>
                  <a:lnTo>
                    <a:pt x="212" y="326"/>
                  </a:lnTo>
                  <a:lnTo>
                    <a:pt x="210" y="326"/>
                  </a:lnTo>
                  <a:lnTo>
                    <a:pt x="210" y="326"/>
                  </a:lnTo>
                  <a:lnTo>
                    <a:pt x="210" y="326"/>
                  </a:lnTo>
                  <a:lnTo>
                    <a:pt x="208" y="324"/>
                  </a:lnTo>
                  <a:lnTo>
                    <a:pt x="208" y="324"/>
                  </a:lnTo>
                  <a:lnTo>
                    <a:pt x="208" y="324"/>
                  </a:lnTo>
                  <a:lnTo>
                    <a:pt x="208" y="322"/>
                  </a:lnTo>
                  <a:lnTo>
                    <a:pt x="206" y="322"/>
                  </a:lnTo>
                  <a:lnTo>
                    <a:pt x="206" y="322"/>
                  </a:lnTo>
                  <a:lnTo>
                    <a:pt x="206" y="322"/>
                  </a:lnTo>
                  <a:lnTo>
                    <a:pt x="203" y="322"/>
                  </a:lnTo>
                  <a:lnTo>
                    <a:pt x="203" y="320"/>
                  </a:lnTo>
                  <a:lnTo>
                    <a:pt x="206" y="317"/>
                  </a:lnTo>
                  <a:lnTo>
                    <a:pt x="206" y="317"/>
                  </a:lnTo>
                  <a:lnTo>
                    <a:pt x="206" y="315"/>
                  </a:lnTo>
                  <a:lnTo>
                    <a:pt x="203" y="315"/>
                  </a:lnTo>
                  <a:lnTo>
                    <a:pt x="203" y="313"/>
                  </a:lnTo>
                  <a:lnTo>
                    <a:pt x="203" y="313"/>
                  </a:lnTo>
                  <a:lnTo>
                    <a:pt x="203" y="311"/>
                  </a:lnTo>
                  <a:lnTo>
                    <a:pt x="203" y="311"/>
                  </a:lnTo>
                  <a:lnTo>
                    <a:pt x="201" y="311"/>
                  </a:lnTo>
                  <a:lnTo>
                    <a:pt x="201" y="311"/>
                  </a:lnTo>
                  <a:lnTo>
                    <a:pt x="201" y="311"/>
                  </a:lnTo>
                  <a:lnTo>
                    <a:pt x="199" y="308"/>
                  </a:lnTo>
                  <a:lnTo>
                    <a:pt x="199" y="308"/>
                  </a:lnTo>
                  <a:lnTo>
                    <a:pt x="199" y="306"/>
                  </a:lnTo>
                  <a:lnTo>
                    <a:pt x="199" y="306"/>
                  </a:lnTo>
                  <a:lnTo>
                    <a:pt x="199" y="304"/>
                  </a:lnTo>
                  <a:lnTo>
                    <a:pt x="201" y="302"/>
                  </a:lnTo>
                  <a:lnTo>
                    <a:pt x="201" y="302"/>
                  </a:lnTo>
                  <a:lnTo>
                    <a:pt x="203" y="300"/>
                  </a:lnTo>
                  <a:lnTo>
                    <a:pt x="203" y="300"/>
                  </a:lnTo>
                  <a:lnTo>
                    <a:pt x="206" y="297"/>
                  </a:lnTo>
                  <a:lnTo>
                    <a:pt x="206" y="297"/>
                  </a:lnTo>
                  <a:lnTo>
                    <a:pt x="208" y="295"/>
                  </a:lnTo>
                  <a:lnTo>
                    <a:pt x="208" y="293"/>
                  </a:lnTo>
                  <a:lnTo>
                    <a:pt x="208" y="293"/>
                  </a:lnTo>
                  <a:lnTo>
                    <a:pt x="208" y="293"/>
                  </a:lnTo>
                  <a:lnTo>
                    <a:pt x="208" y="291"/>
                  </a:lnTo>
                  <a:lnTo>
                    <a:pt x="208" y="291"/>
                  </a:lnTo>
                  <a:lnTo>
                    <a:pt x="208" y="289"/>
                  </a:lnTo>
                  <a:lnTo>
                    <a:pt x="208" y="289"/>
                  </a:lnTo>
                  <a:lnTo>
                    <a:pt x="206" y="289"/>
                  </a:lnTo>
                  <a:lnTo>
                    <a:pt x="206" y="289"/>
                  </a:lnTo>
                  <a:lnTo>
                    <a:pt x="206" y="286"/>
                  </a:lnTo>
                  <a:lnTo>
                    <a:pt x="206" y="286"/>
                  </a:lnTo>
                  <a:lnTo>
                    <a:pt x="208" y="284"/>
                  </a:lnTo>
                  <a:lnTo>
                    <a:pt x="212" y="271"/>
                  </a:lnTo>
                  <a:lnTo>
                    <a:pt x="212" y="269"/>
                  </a:lnTo>
                  <a:lnTo>
                    <a:pt x="214" y="269"/>
                  </a:lnTo>
                  <a:lnTo>
                    <a:pt x="214" y="266"/>
                  </a:lnTo>
                  <a:lnTo>
                    <a:pt x="214" y="266"/>
                  </a:lnTo>
                  <a:lnTo>
                    <a:pt x="214" y="264"/>
                  </a:lnTo>
                  <a:lnTo>
                    <a:pt x="214" y="266"/>
                  </a:lnTo>
                  <a:lnTo>
                    <a:pt x="212" y="266"/>
                  </a:lnTo>
                  <a:lnTo>
                    <a:pt x="212" y="266"/>
                  </a:lnTo>
                  <a:lnTo>
                    <a:pt x="210" y="266"/>
                  </a:lnTo>
                  <a:lnTo>
                    <a:pt x="210" y="266"/>
                  </a:lnTo>
                  <a:lnTo>
                    <a:pt x="210" y="266"/>
                  </a:lnTo>
                  <a:lnTo>
                    <a:pt x="210" y="264"/>
                  </a:lnTo>
                  <a:lnTo>
                    <a:pt x="210" y="264"/>
                  </a:lnTo>
                  <a:lnTo>
                    <a:pt x="210" y="264"/>
                  </a:lnTo>
                  <a:lnTo>
                    <a:pt x="210" y="264"/>
                  </a:lnTo>
                  <a:lnTo>
                    <a:pt x="210" y="262"/>
                  </a:lnTo>
                  <a:lnTo>
                    <a:pt x="210" y="262"/>
                  </a:lnTo>
                  <a:lnTo>
                    <a:pt x="210" y="260"/>
                  </a:lnTo>
                  <a:lnTo>
                    <a:pt x="210" y="260"/>
                  </a:lnTo>
                  <a:lnTo>
                    <a:pt x="210" y="257"/>
                  </a:lnTo>
                  <a:lnTo>
                    <a:pt x="210" y="255"/>
                  </a:lnTo>
                  <a:lnTo>
                    <a:pt x="212" y="255"/>
                  </a:lnTo>
                  <a:lnTo>
                    <a:pt x="212" y="255"/>
                  </a:lnTo>
                  <a:lnTo>
                    <a:pt x="212" y="255"/>
                  </a:lnTo>
                  <a:lnTo>
                    <a:pt x="214" y="253"/>
                  </a:lnTo>
                  <a:lnTo>
                    <a:pt x="214" y="253"/>
                  </a:lnTo>
                  <a:lnTo>
                    <a:pt x="214" y="251"/>
                  </a:lnTo>
                  <a:lnTo>
                    <a:pt x="214" y="251"/>
                  </a:lnTo>
                  <a:lnTo>
                    <a:pt x="217" y="249"/>
                  </a:lnTo>
                  <a:lnTo>
                    <a:pt x="217" y="249"/>
                  </a:lnTo>
                  <a:lnTo>
                    <a:pt x="217" y="249"/>
                  </a:lnTo>
                  <a:lnTo>
                    <a:pt x="217" y="246"/>
                  </a:lnTo>
                  <a:lnTo>
                    <a:pt x="217" y="246"/>
                  </a:lnTo>
                  <a:lnTo>
                    <a:pt x="219" y="244"/>
                  </a:lnTo>
                  <a:lnTo>
                    <a:pt x="221" y="242"/>
                  </a:lnTo>
                  <a:lnTo>
                    <a:pt x="221" y="242"/>
                  </a:lnTo>
                  <a:lnTo>
                    <a:pt x="223" y="240"/>
                  </a:lnTo>
                  <a:lnTo>
                    <a:pt x="223" y="240"/>
                  </a:lnTo>
                  <a:lnTo>
                    <a:pt x="223" y="242"/>
                  </a:lnTo>
                  <a:lnTo>
                    <a:pt x="226" y="242"/>
                  </a:lnTo>
                  <a:lnTo>
                    <a:pt x="226" y="242"/>
                  </a:lnTo>
                  <a:lnTo>
                    <a:pt x="228" y="242"/>
                  </a:lnTo>
                  <a:lnTo>
                    <a:pt x="228" y="242"/>
                  </a:lnTo>
                  <a:lnTo>
                    <a:pt x="230" y="242"/>
                  </a:lnTo>
                  <a:lnTo>
                    <a:pt x="232" y="242"/>
                  </a:lnTo>
                  <a:lnTo>
                    <a:pt x="232" y="240"/>
                  </a:lnTo>
                  <a:lnTo>
                    <a:pt x="234" y="240"/>
                  </a:lnTo>
                  <a:lnTo>
                    <a:pt x="234" y="240"/>
                  </a:lnTo>
                  <a:lnTo>
                    <a:pt x="234" y="238"/>
                  </a:lnTo>
                  <a:lnTo>
                    <a:pt x="234" y="238"/>
                  </a:lnTo>
                  <a:lnTo>
                    <a:pt x="243" y="229"/>
                  </a:lnTo>
                  <a:lnTo>
                    <a:pt x="245" y="226"/>
                  </a:lnTo>
                  <a:lnTo>
                    <a:pt x="245" y="226"/>
                  </a:lnTo>
                  <a:lnTo>
                    <a:pt x="245" y="224"/>
                  </a:lnTo>
                  <a:lnTo>
                    <a:pt x="245" y="224"/>
                  </a:lnTo>
                  <a:lnTo>
                    <a:pt x="245" y="224"/>
                  </a:lnTo>
                  <a:lnTo>
                    <a:pt x="245" y="220"/>
                  </a:lnTo>
                  <a:lnTo>
                    <a:pt x="248" y="218"/>
                  </a:lnTo>
                  <a:lnTo>
                    <a:pt x="248" y="218"/>
                  </a:lnTo>
                  <a:lnTo>
                    <a:pt x="248" y="215"/>
                  </a:lnTo>
                  <a:lnTo>
                    <a:pt x="248" y="215"/>
                  </a:lnTo>
                  <a:lnTo>
                    <a:pt x="248" y="213"/>
                  </a:lnTo>
                  <a:lnTo>
                    <a:pt x="250" y="209"/>
                  </a:lnTo>
                  <a:lnTo>
                    <a:pt x="252" y="207"/>
                  </a:lnTo>
                  <a:lnTo>
                    <a:pt x="252" y="207"/>
                  </a:lnTo>
                  <a:lnTo>
                    <a:pt x="254" y="204"/>
                  </a:lnTo>
                  <a:lnTo>
                    <a:pt x="259" y="198"/>
                  </a:lnTo>
                  <a:lnTo>
                    <a:pt x="261" y="198"/>
                  </a:lnTo>
                  <a:lnTo>
                    <a:pt x="268" y="180"/>
                  </a:lnTo>
                  <a:lnTo>
                    <a:pt x="274" y="169"/>
                  </a:lnTo>
                  <a:lnTo>
                    <a:pt x="274" y="167"/>
                  </a:lnTo>
                  <a:lnTo>
                    <a:pt x="283" y="160"/>
                  </a:lnTo>
                  <a:lnTo>
                    <a:pt x="285" y="160"/>
                  </a:lnTo>
                  <a:lnTo>
                    <a:pt x="288" y="158"/>
                  </a:lnTo>
                  <a:lnTo>
                    <a:pt x="310" y="151"/>
                  </a:lnTo>
                  <a:lnTo>
                    <a:pt x="308" y="144"/>
                  </a:lnTo>
                  <a:close/>
                </a:path>
              </a:pathLst>
            </a:custGeom>
            <a:solidFill>
              <a:srgbClr val="D6D9ED"/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9AE9831F-FE02-4163-8853-E990C04AB4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5" y="1563"/>
              <a:ext cx="676" cy="736"/>
            </a:xfrm>
            <a:custGeom>
              <a:avLst/>
              <a:gdLst>
                <a:gd name="T0" fmla="*/ 585 w 676"/>
                <a:gd name="T1" fmla="*/ 333 h 736"/>
                <a:gd name="T2" fmla="*/ 634 w 676"/>
                <a:gd name="T3" fmla="*/ 215 h 736"/>
                <a:gd name="T4" fmla="*/ 612 w 676"/>
                <a:gd name="T5" fmla="*/ 176 h 736"/>
                <a:gd name="T6" fmla="*/ 643 w 676"/>
                <a:gd name="T7" fmla="*/ 147 h 736"/>
                <a:gd name="T8" fmla="*/ 629 w 676"/>
                <a:gd name="T9" fmla="*/ 85 h 736"/>
                <a:gd name="T10" fmla="*/ 607 w 676"/>
                <a:gd name="T11" fmla="*/ 51 h 736"/>
                <a:gd name="T12" fmla="*/ 585 w 676"/>
                <a:gd name="T13" fmla="*/ 29 h 736"/>
                <a:gd name="T14" fmla="*/ 538 w 676"/>
                <a:gd name="T15" fmla="*/ 9 h 736"/>
                <a:gd name="T16" fmla="*/ 479 w 676"/>
                <a:gd name="T17" fmla="*/ 40 h 736"/>
                <a:gd name="T18" fmla="*/ 432 w 676"/>
                <a:gd name="T19" fmla="*/ 71 h 736"/>
                <a:gd name="T20" fmla="*/ 425 w 676"/>
                <a:gd name="T21" fmla="*/ 51 h 736"/>
                <a:gd name="T22" fmla="*/ 412 w 676"/>
                <a:gd name="T23" fmla="*/ 25 h 736"/>
                <a:gd name="T24" fmla="*/ 390 w 676"/>
                <a:gd name="T25" fmla="*/ 16 h 736"/>
                <a:gd name="T26" fmla="*/ 363 w 676"/>
                <a:gd name="T27" fmla="*/ 34 h 736"/>
                <a:gd name="T28" fmla="*/ 344 w 676"/>
                <a:gd name="T29" fmla="*/ 54 h 736"/>
                <a:gd name="T30" fmla="*/ 315 w 676"/>
                <a:gd name="T31" fmla="*/ 60 h 736"/>
                <a:gd name="T32" fmla="*/ 293 w 676"/>
                <a:gd name="T33" fmla="*/ 71 h 736"/>
                <a:gd name="T34" fmla="*/ 266 w 676"/>
                <a:gd name="T35" fmla="*/ 74 h 736"/>
                <a:gd name="T36" fmla="*/ 246 w 676"/>
                <a:gd name="T37" fmla="*/ 67 h 736"/>
                <a:gd name="T38" fmla="*/ 224 w 676"/>
                <a:gd name="T39" fmla="*/ 63 h 736"/>
                <a:gd name="T40" fmla="*/ 204 w 676"/>
                <a:gd name="T41" fmla="*/ 78 h 736"/>
                <a:gd name="T42" fmla="*/ 206 w 676"/>
                <a:gd name="T43" fmla="*/ 122 h 736"/>
                <a:gd name="T44" fmla="*/ 171 w 676"/>
                <a:gd name="T45" fmla="*/ 156 h 736"/>
                <a:gd name="T46" fmla="*/ 131 w 676"/>
                <a:gd name="T47" fmla="*/ 173 h 736"/>
                <a:gd name="T48" fmla="*/ 82 w 676"/>
                <a:gd name="T49" fmla="*/ 153 h 736"/>
                <a:gd name="T50" fmla="*/ 36 w 676"/>
                <a:gd name="T51" fmla="*/ 153 h 736"/>
                <a:gd name="T52" fmla="*/ 16 w 676"/>
                <a:gd name="T53" fmla="*/ 182 h 736"/>
                <a:gd name="T54" fmla="*/ 27 w 676"/>
                <a:gd name="T55" fmla="*/ 224 h 736"/>
                <a:gd name="T56" fmla="*/ 33 w 676"/>
                <a:gd name="T57" fmla="*/ 249 h 736"/>
                <a:gd name="T58" fmla="*/ 29 w 676"/>
                <a:gd name="T59" fmla="*/ 295 h 736"/>
                <a:gd name="T60" fmla="*/ 36 w 676"/>
                <a:gd name="T61" fmla="*/ 353 h 736"/>
                <a:gd name="T62" fmla="*/ 44 w 676"/>
                <a:gd name="T63" fmla="*/ 433 h 736"/>
                <a:gd name="T64" fmla="*/ 44 w 676"/>
                <a:gd name="T65" fmla="*/ 484 h 736"/>
                <a:gd name="T66" fmla="*/ 53 w 676"/>
                <a:gd name="T67" fmla="*/ 495 h 736"/>
                <a:gd name="T68" fmla="*/ 89 w 676"/>
                <a:gd name="T69" fmla="*/ 475 h 736"/>
                <a:gd name="T70" fmla="*/ 126 w 676"/>
                <a:gd name="T71" fmla="*/ 448 h 736"/>
                <a:gd name="T72" fmla="*/ 171 w 676"/>
                <a:gd name="T73" fmla="*/ 426 h 736"/>
                <a:gd name="T74" fmla="*/ 195 w 676"/>
                <a:gd name="T75" fmla="*/ 430 h 736"/>
                <a:gd name="T76" fmla="*/ 197 w 676"/>
                <a:gd name="T77" fmla="*/ 457 h 736"/>
                <a:gd name="T78" fmla="*/ 253 w 676"/>
                <a:gd name="T79" fmla="*/ 457 h 736"/>
                <a:gd name="T80" fmla="*/ 299 w 676"/>
                <a:gd name="T81" fmla="*/ 484 h 736"/>
                <a:gd name="T82" fmla="*/ 341 w 676"/>
                <a:gd name="T83" fmla="*/ 497 h 736"/>
                <a:gd name="T84" fmla="*/ 414 w 676"/>
                <a:gd name="T85" fmla="*/ 535 h 736"/>
                <a:gd name="T86" fmla="*/ 445 w 676"/>
                <a:gd name="T87" fmla="*/ 543 h 736"/>
                <a:gd name="T88" fmla="*/ 479 w 676"/>
                <a:gd name="T89" fmla="*/ 555 h 736"/>
                <a:gd name="T90" fmla="*/ 488 w 676"/>
                <a:gd name="T91" fmla="*/ 581 h 736"/>
                <a:gd name="T92" fmla="*/ 463 w 676"/>
                <a:gd name="T93" fmla="*/ 621 h 736"/>
                <a:gd name="T94" fmla="*/ 441 w 676"/>
                <a:gd name="T95" fmla="*/ 654 h 736"/>
                <a:gd name="T96" fmla="*/ 443 w 676"/>
                <a:gd name="T97" fmla="*/ 668 h 736"/>
                <a:gd name="T98" fmla="*/ 454 w 676"/>
                <a:gd name="T99" fmla="*/ 685 h 736"/>
                <a:gd name="T100" fmla="*/ 534 w 676"/>
                <a:gd name="T101" fmla="*/ 703 h 736"/>
                <a:gd name="T102" fmla="*/ 554 w 676"/>
                <a:gd name="T103" fmla="*/ 581 h 736"/>
                <a:gd name="T104" fmla="*/ 554 w 676"/>
                <a:gd name="T105" fmla="*/ 468 h 736"/>
                <a:gd name="T106" fmla="*/ 556 w 676"/>
                <a:gd name="T107" fmla="*/ 402 h 736"/>
                <a:gd name="T108" fmla="*/ 550 w 676"/>
                <a:gd name="T109" fmla="*/ 417 h 736"/>
                <a:gd name="T110" fmla="*/ 547 w 676"/>
                <a:gd name="T111" fmla="*/ 391 h 736"/>
                <a:gd name="T112" fmla="*/ 556 w 676"/>
                <a:gd name="T113" fmla="*/ 379 h 736"/>
                <a:gd name="T114" fmla="*/ 558 w 676"/>
                <a:gd name="T115" fmla="*/ 362 h 736"/>
                <a:gd name="T116" fmla="*/ 574 w 676"/>
                <a:gd name="T117" fmla="*/ 324 h 736"/>
                <a:gd name="T118" fmla="*/ 565 w 676"/>
                <a:gd name="T119" fmla="*/ 306 h 736"/>
                <a:gd name="T120" fmla="*/ 583 w 676"/>
                <a:gd name="T121" fmla="*/ 311 h 736"/>
                <a:gd name="T122" fmla="*/ 603 w 676"/>
                <a:gd name="T123" fmla="*/ 331 h 736"/>
                <a:gd name="T124" fmla="*/ 563 w 676"/>
                <a:gd name="T125" fmla="*/ 384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76" h="736">
                  <a:moveTo>
                    <a:pt x="583" y="328"/>
                  </a:moveTo>
                  <a:lnTo>
                    <a:pt x="583" y="326"/>
                  </a:lnTo>
                  <a:lnTo>
                    <a:pt x="583" y="326"/>
                  </a:lnTo>
                  <a:lnTo>
                    <a:pt x="578" y="324"/>
                  </a:lnTo>
                  <a:lnTo>
                    <a:pt x="578" y="324"/>
                  </a:lnTo>
                  <a:lnTo>
                    <a:pt x="578" y="326"/>
                  </a:lnTo>
                  <a:lnTo>
                    <a:pt x="578" y="326"/>
                  </a:lnTo>
                  <a:lnTo>
                    <a:pt x="581" y="328"/>
                  </a:lnTo>
                  <a:lnTo>
                    <a:pt x="581" y="328"/>
                  </a:lnTo>
                  <a:lnTo>
                    <a:pt x="578" y="328"/>
                  </a:lnTo>
                  <a:lnTo>
                    <a:pt x="578" y="328"/>
                  </a:lnTo>
                  <a:lnTo>
                    <a:pt x="578" y="328"/>
                  </a:lnTo>
                  <a:lnTo>
                    <a:pt x="578" y="328"/>
                  </a:lnTo>
                  <a:lnTo>
                    <a:pt x="578" y="328"/>
                  </a:lnTo>
                  <a:lnTo>
                    <a:pt x="578" y="328"/>
                  </a:lnTo>
                  <a:lnTo>
                    <a:pt x="578" y="331"/>
                  </a:lnTo>
                  <a:lnTo>
                    <a:pt x="581" y="331"/>
                  </a:lnTo>
                  <a:lnTo>
                    <a:pt x="581" y="331"/>
                  </a:lnTo>
                  <a:lnTo>
                    <a:pt x="576" y="335"/>
                  </a:lnTo>
                  <a:lnTo>
                    <a:pt x="574" y="335"/>
                  </a:lnTo>
                  <a:lnTo>
                    <a:pt x="572" y="337"/>
                  </a:lnTo>
                  <a:lnTo>
                    <a:pt x="572" y="337"/>
                  </a:lnTo>
                  <a:lnTo>
                    <a:pt x="570" y="340"/>
                  </a:lnTo>
                  <a:lnTo>
                    <a:pt x="572" y="342"/>
                  </a:lnTo>
                  <a:lnTo>
                    <a:pt x="572" y="344"/>
                  </a:lnTo>
                  <a:lnTo>
                    <a:pt x="572" y="344"/>
                  </a:lnTo>
                  <a:lnTo>
                    <a:pt x="572" y="342"/>
                  </a:lnTo>
                  <a:lnTo>
                    <a:pt x="572" y="342"/>
                  </a:lnTo>
                  <a:lnTo>
                    <a:pt x="574" y="342"/>
                  </a:lnTo>
                  <a:lnTo>
                    <a:pt x="574" y="342"/>
                  </a:lnTo>
                  <a:lnTo>
                    <a:pt x="574" y="340"/>
                  </a:lnTo>
                  <a:lnTo>
                    <a:pt x="576" y="340"/>
                  </a:lnTo>
                  <a:lnTo>
                    <a:pt x="578" y="337"/>
                  </a:lnTo>
                  <a:lnTo>
                    <a:pt x="581" y="335"/>
                  </a:lnTo>
                  <a:lnTo>
                    <a:pt x="583" y="333"/>
                  </a:lnTo>
                  <a:lnTo>
                    <a:pt x="585" y="333"/>
                  </a:lnTo>
                  <a:lnTo>
                    <a:pt x="585" y="333"/>
                  </a:lnTo>
                  <a:lnTo>
                    <a:pt x="585" y="331"/>
                  </a:lnTo>
                  <a:lnTo>
                    <a:pt x="583" y="328"/>
                  </a:lnTo>
                  <a:close/>
                  <a:moveTo>
                    <a:pt x="674" y="218"/>
                  </a:moveTo>
                  <a:lnTo>
                    <a:pt x="674" y="220"/>
                  </a:lnTo>
                  <a:lnTo>
                    <a:pt x="674" y="220"/>
                  </a:lnTo>
                  <a:lnTo>
                    <a:pt x="671" y="222"/>
                  </a:lnTo>
                  <a:lnTo>
                    <a:pt x="671" y="222"/>
                  </a:lnTo>
                  <a:lnTo>
                    <a:pt x="669" y="222"/>
                  </a:lnTo>
                  <a:lnTo>
                    <a:pt x="667" y="222"/>
                  </a:lnTo>
                  <a:lnTo>
                    <a:pt x="667" y="222"/>
                  </a:lnTo>
                  <a:lnTo>
                    <a:pt x="663" y="224"/>
                  </a:lnTo>
                  <a:lnTo>
                    <a:pt x="660" y="224"/>
                  </a:lnTo>
                  <a:lnTo>
                    <a:pt x="656" y="222"/>
                  </a:lnTo>
                  <a:lnTo>
                    <a:pt x="654" y="224"/>
                  </a:lnTo>
                  <a:lnTo>
                    <a:pt x="654" y="227"/>
                  </a:lnTo>
                  <a:lnTo>
                    <a:pt x="654" y="227"/>
                  </a:lnTo>
                  <a:lnTo>
                    <a:pt x="651" y="227"/>
                  </a:lnTo>
                  <a:lnTo>
                    <a:pt x="651" y="227"/>
                  </a:lnTo>
                  <a:lnTo>
                    <a:pt x="647" y="224"/>
                  </a:lnTo>
                  <a:lnTo>
                    <a:pt x="647" y="224"/>
                  </a:lnTo>
                  <a:lnTo>
                    <a:pt x="645" y="222"/>
                  </a:lnTo>
                  <a:lnTo>
                    <a:pt x="643" y="222"/>
                  </a:lnTo>
                  <a:lnTo>
                    <a:pt x="640" y="220"/>
                  </a:lnTo>
                  <a:lnTo>
                    <a:pt x="640" y="218"/>
                  </a:lnTo>
                  <a:lnTo>
                    <a:pt x="640" y="218"/>
                  </a:lnTo>
                  <a:lnTo>
                    <a:pt x="638" y="215"/>
                  </a:lnTo>
                  <a:lnTo>
                    <a:pt x="638" y="215"/>
                  </a:lnTo>
                  <a:lnTo>
                    <a:pt x="638" y="215"/>
                  </a:lnTo>
                  <a:lnTo>
                    <a:pt x="636" y="215"/>
                  </a:lnTo>
                  <a:lnTo>
                    <a:pt x="636" y="213"/>
                  </a:lnTo>
                  <a:lnTo>
                    <a:pt x="636" y="215"/>
                  </a:lnTo>
                  <a:lnTo>
                    <a:pt x="636" y="215"/>
                  </a:lnTo>
                  <a:lnTo>
                    <a:pt x="634" y="215"/>
                  </a:lnTo>
                  <a:lnTo>
                    <a:pt x="634" y="215"/>
                  </a:lnTo>
                  <a:lnTo>
                    <a:pt x="634" y="215"/>
                  </a:lnTo>
                  <a:lnTo>
                    <a:pt x="632" y="213"/>
                  </a:lnTo>
                  <a:lnTo>
                    <a:pt x="629" y="213"/>
                  </a:lnTo>
                  <a:lnTo>
                    <a:pt x="629" y="213"/>
                  </a:lnTo>
                  <a:lnTo>
                    <a:pt x="629" y="211"/>
                  </a:lnTo>
                  <a:lnTo>
                    <a:pt x="629" y="211"/>
                  </a:lnTo>
                  <a:lnTo>
                    <a:pt x="629" y="211"/>
                  </a:lnTo>
                  <a:lnTo>
                    <a:pt x="629" y="209"/>
                  </a:lnTo>
                  <a:lnTo>
                    <a:pt x="629" y="209"/>
                  </a:lnTo>
                  <a:lnTo>
                    <a:pt x="629" y="207"/>
                  </a:lnTo>
                  <a:lnTo>
                    <a:pt x="629" y="204"/>
                  </a:lnTo>
                  <a:lnTo>
                    <a:pt x="629" y="202"/>
                  </a:lnTo>
                  <a:lnTo>
                    <a:pt x="629" y="202"/>
                  </a:lnTo>
                  <a:lnTo>
                    <a:pt x="629" y="200"/>
                  </a:lnTo>
                  <a:lnTo>
                    <a:pt x="629" y="200"/>
                  </a:lnTo>
                  <a:lnTo>
                    <a:pt x="629" y="200"/>
                  </a:lnTo>
                  <a:lnTo>
                    <a:pt x="629" y="200"/>
                  </a:lnTo>
                  <a:lnTo>
                    <a:pt x="627" y="198"/>
                  </a:lnTo>
                  <a:lnTo>
                    <a:pt x="625" y="198"/>
                  </a:lnTo>
                  <a:lnTo>
                    <a:pt x="625" y="195"/>
                  </a:lnTo>
                  <a:lnTo>
                    <a:pt x="623" y="195"/>
                  </a:lnTo>
                  <a:lnTo>
                    <a:pt x="623" y="193"/>
                  </a:lnTo>
                  <a:lnTo>
                    <a:pt x="623" y="191"/>
                  </a:lnTo>
                  <a:lnTo>
                    <a:pt x="623" y="189"/>
                  </a:lnTo>
                  <a:lnTo>
                    <a:pt x="620" y="187"/>
                  </a:lnTo>
                  <a:lnTo>
                    <a:pt x="620" y="187"/>
                  </a:lnTo>
                  <a:lnTo>
                    <a:pt x="620" y="187"/>
                  </a:lnTo>
                  <a:lnTo>
                    <a:pt x="618" y="184"/>
                  </a:lnTo>
                  <a:lnTo>
                    <a:pt x="618" y="184"/>
                  </a:lnTo>
                  <a:lnTo>
                    <a:pt x="618" y="184"/>
                  </a:lnTo>
                  <a:lnTo>
                    <a:pt x="616" y="182"/>
                  </a:lnTo>
                  <a:lnTo>
                    <a:pt x="616" y="182"/>
                  </a:lnTo>
                  <a:lnTo>
                    <a:pt x="616" y="180"/>
                  </a:lnTo>
                  <a:lnTo>
                    <a:pt x="614" y="178"/>
                  </a:lnTo>
                  <a:lnTo>
                    <a:pt x="614" y="178"/>
                  </a:lnTo>
                  <a:lnTo>
                    <a:pt x="612" y="176"/>
                  </a:lnTo>
                  <a:lnTo>
                    <a:pt x="612" y="176"/>
                  </a:lnTo>
                  <a:lnTo>
                    <a:pt x="612" y="176"/>
                  </a:lnTo>
                  <a:lnTo>
                    <a:pt x="612" y="173"/>
                  </a:lnTo>
                  <a:lnTo>
                    <a:pt x="612" y="171"/>
                  </a:lnTo>
                  <a:lnTo>
                    <a:pt x="612" y="171"/>
                  </a:lnTo>
                  <a:lnTo>
                    <a:pt x="614" y="167"/>
                  </a:lnTo>
                  <a:lnTo>
                    <a:pt x="614" y="164"/>
                  </a:lnTo>
                  <a:lnTo>
                    <a:pt x="614" y="164"/>
                  </a:lnTo>
                  <a:lnTo>
                    <a:pt x="614" y="164"/>
                  </a:lnTo>
                  <a:lnTo>
                    <a:pt x="614" y="162"/>
                  </a:lnTo>
                  <a:lnTo>
                    <a:pt x="616" y="162"/>
                  </a:lnTo>
                  <a:lnTo>
                    <a:pt x="616" y="162"/>
                  </a:lnTo>
                  <a:lnTo>
                    <a:pt x="618" y="162"/>
                  </a:lnTo>
                  <a:lnTo>
                    <a:pt x="620" y="162"/>
                  </a:lnTo>
                  <a:lnTo>
                    <a:pt x="623" y="162"/>
                  </a:lnTo>
                  <a:lnTo>
                    <a:pt x="623" y="162"/>
                  </a:lnTo>
                  <a:lnTo>
                    <a:pt x="625" y="164"/>
                  </a:lnTo>
                  <a:lnTo>
                    <a:pt x="627" y="167"/>
                  </a:lnTo>
                  <a:lnTo>
                    <a:pt x="629" y="167"/>
                  </a:lnTo>
                  <a:lnTo>
                    <a:pt x="629" y="167"/>
                  </a:lnTo>
                  <a:lnTo>
                    <a:pt x="632" y="167"/>
                  </a:lnTo>
                  <a:lnTo>
                    <a:pt x="638" y="162"/>
                  </a:lnTo>
                  <a:lnTo>
                    <a:pt x="643" y="160"/>
                  </a:lnTo>
                  <a:lnTo>
                    <a:pt x="643" y="160"/>
                  </a:lnTo>
                  <a:lnTo>
                    <a:pt x="645" y="158"/>
                  </a:lnTo>
                  <a:lnTo>
                    <a:pt x="645" y="158"/>
                  </a:lnTo>
                  <a:lnTo>
                    <a:pt x="645" y="156"/>
                  </a:lnTo>
                  <a:lnTo>
                    <a:pt x="645" y="156"/>
                  </a:lnTo>
                  <a:lnTo>
                    <a:pt x="645" y="156"/>
                  </a:lnTo>
                  <a:lnTo>
                    <a:pt x="645" y="153"/>
                  </a:lnTo>
                  <a:lnTo>
                    <a:pt x="643" y="153"/>
                  </a:lnTo>
                  <a:lnTo>
                    <a:pt x="643" y="153"/>
                  </a:lnTo>
                  <a:lnTo>
                    <a:pt x="643" y="151"/>
                  </a:lnTo>
                  <a:lnTo>
                    <a:pt x="643" y="151"/>
                  </a:lnTo>
                  <a:lnTo>
                    <a:pt x="643" y="151"/>
                  </a:lnTo>
                  <a:lnTo>
                    <a:pt x="643" y="149"/>
                  </a:lnTo>
                  <a:lnTo>
                    <a:pt x="643" y="147"/>
                  </a:lnTo>
                  <a:lnTo>
                    <a:pt x="640" y="142"/>
                  </a:lnTo>
                  <a:lnTo>
                    <a:pt x="640" y="140"/>
                  </a:lnTo>
                  <a:lnTo>
                    <a:pt x="640" y="140"/>
                  </a:lnTo>
                  <a:lnTo>
                    <a:pt x="643" y="138"/>
                  </a:lnTo>
                  <a:lnTo>
                    <a:pt x="643" y="138"/>
                  </a:lnTo>
                  <a:lnTo>
                    <a:pt x="643" y="136"/>
                  </a:lnTo>
                  <a:lnTo>
                    <a:pt x="643" y="136"/>
                  </a:lnTo>
                  <a:lnTo>
                    <a:pt x="645" y="136"/>
                  </a:lnTo>
                  <a:lnTo>
                    <a:pt x="645" y="133"/>
                  </a:lnTo>
                  <a:lnTo>
                    <a:pt x="645" y="125"/>
                  </a:lnTo>
                  <a:lnTo>
                    <a:pt x="645" y="122"/>
                  </a:lnTo>
                  <a:lnTo>
                    <a:pt x="645" y="118"/>
                  </a:lnTo>
                  <a:lnTo>
                    <a:pt x="645" y="118"/>
                  </a:lnTo>
                  <a:lnTo>
                    <a:pt x="645" y="116"/>
                  </a:lnTo>
                  <a:lnTo>
                    <a:pt x="643" y="111"/>
                  </a:lnTo>
                  <a:lnTo>
                    <a:pt x="640" y="111"/>
                  </a:lnTo>
                  <a:lnTo>
                    <a:pt x="640" y="111"/>
                  </a:lnTo>
                  <a:lnTo>
                    <a:pt x="640" y="109"/>
                  </a:lnTo>
                  <a:lnTo>
                    <a:pt x="636" y="107"/>
                  </a:lnTo>
                  <a:lnTo>
                    <a:pt x="636" y="105"/>
                  </a:lnTo>
                  <a:lnTo>
                    <a:pt x="636" y="105"/>
                  </a:lnTo>
                  <a:lnTo>
                    <a:pt x="636" y="105"/>
                  </a:lnTo>
                  <a:lnTo>
                    <a:pt x="636" y="102"/>
                  </a:lnTo>
                  <a:lnTo>
                    <a:pt x="636" y="102"/>
                  </a:lnTo>
                  <a:lnTo>
                    <a:pt x="634" y="102"/>
                  </a:lnTo>
                  <a:lnTo>
                    <a:pt x="634" y="102"/>
                  </a:lnTo>
                  <a:lnTo>
                    <a:pt x="632" y="102"/>
                  </a:lnTo>
                  <a:lnTo>
                    <a:pt x="632" y="100"/>
                  </a:lnTo>
                  <a:lnTo>
                    <a:pt x="629" y="94"/>
                  </a:lnTo>
                  <a:lnTo>
                    <a:pt x="627" y="91"/>
                  </a:lnTo>
                  <a:lnTo>
                    <a:pt x="627" y="91"/>
                  </a:lnTo>
                  <a:lnTo>
                    <a:pt x="627" y="89"/>
                  </a:lnTo>
                  <a:lnTo>
                    <a:pt x="627" y="89"/>
                  </a:lnTo>
                  <a:lnTo>
                    <a:pt x="627" y="89"/>
                  </a:lnTo>
                  <a:lnTo>
                    <a:pt x="627" y="87"/>
                  </a:lnTo>
                  <a:lnTo>
                    <a:pt x="629" y="85"/>
                  </a:lnTo>
                  <a:lnTo>
                    <a:pt x="629" y="85"/>
                  </a:lnTo>
                  <a:lnTo>
                    <a:pt x="629" y="85"/>
                  </a:lnTo>
                  <a:lnTo>
                    <a:pt x="629" y="82"/>
                  </a:lnTo>
                  <a:lnTo>
                    <a:pt x="629" y="82"/>
                  </a:lnTo>
                  <a:lnTo>
                    <a:pt x="627" y="82"/>
                  </a:lnTo>
                  <a:lnTo>
                    <a:pt x="627" y="82"/>
                  </a:lnTo>
                  <a:lnTo>
                    <a:pt x="625" y="82"/>
                  </a:lnTo>
                  <a:lnTo>
                    <a:pt x="625" y="82"/>
                  </a:lnTo>
                  <a:lnTo>
                    <a:pt x="625" y="80"/>
                  </a:lnTo>
                  <a:lnTo>
                    <a:pt x="625" y="80"/>
                  </a:lnTo>
                  <a:lnTo>
                    <a:pt x="627" y="80"/>
                  </a:lnTo>
                  <a:lnTo>
                    <a:pt x="627" y="78"/>
                  </a:lnTo>
                  <a:lnTo>
                    <a:pt x="627" y="78"/>
                  </a:lnTo>
                  <a:lnTo>
                    <a:pt x="627" y="76"/>
                  </a:lnTo>
                  <a:lnTo>
                    <a:pt x="627" y="76"/>
                  </a:lnTo>
                  <a:lnTo>
                    <a:pt x="627" y="76"/>
                  </a:lnTo>
                  <a:lnTo>
                    <a:pt x="629" y="76"/>
                  </a:lnTo>
                  <a:lnTo>
                    <a:pt x="629" y="74"/>
                  </a:lnTo>
                  <a:lnTo>
                    <a:pt x="627" y="74"/>
                  </a:lnTo>
                  <a:lnTo>
                    <a:pt x="627" y="71"/>
                  </a:lnTo>
                  <a:lnTo>
                    <a:pt x="627" y="71"/>
                  </a:lnTo>
                  <a:lnTo>
                    <a:pt x="623" y="69"/>
                  </a:lnTo>
                  <a:lnTo>
                    <a:pt x="623" y="69"/>
                  </a:lnTo>
                  <a:lnTo>
                    <a:pt x="620" y="69"/>
                  </a:lnTo>
                  <a:lnTo>
                    <a:pt x="620" y="69"/>
                  </a:lnTo>
                  <a:lnTo>
                    <a:pt x="618" y="67"/>
                  </a:lnTo>
                  <a:lnTo>
                    <a:pt x="616" y="67"/>
                  </a:lnTo>
                  <a:lnTo>
                    <a:pt x="616" y="67"/>
                  </a:lnTo>
                  <a:lnTo>
                    <a:pt x="614" y="67"/>
                  </a:lnTo>
                  <a:lnTo>
                    <a:pt x="614" y="67"/>
                  </a:lnTo>
                  <a:lnTo>
                    <a:pt x="614" y="67"/>
                  </a:lnTo>
                  <a:lnTo>
                    <a:pt x="614" y="65"/>
                  </a:lnTo>
                  <a:lnTo>
                    <a:pt x="614" y="65"/>
                  </a:lnTo>
                  <a:lnTo>
                    <a:pt x="612" y="60"/>
                  </a:lnTo>
                  <a:lnTo>
                    <a:pt x="612" y="58"/>
                  </a:lnTo>
                  <a:lnTo>
                    <a:pt x="607" y="51"/>
                  </a:lnTo>
                  <a:lnTo>
                    <a:pt x="607" y="49"/>
                  </a:lnTo>
                  <a:lnTo>
                    <a:pt x="607" y="49"/>
                  </a:lnTo>
                  <a:lnTo>
                    <a:pt x="607" y="47"/>
                  </a:lnTo>
                  <a:lnTo>
                    <a:pt x="605" y="45"/>
                  </a:lnTo>
                  <a:lnTo>
                    <a:pt x="605" y="45"/>
                  </a:lnTo>
                  <a:lnTo>
                    <a:pt x="605" y="45"/>
                  </a:lnTo>
                  <a:lnTo>
                    <a:pt x="605" y="43"/>
                  </a:lnTo>
                  <a:lnTo>
                    <a:pt x="607" y="43"/>
                  </a:lnTo>
                  <a:lnTo>
                    <a:pt x="605" y="43"/>
                  </a:lnTo>
                  <a:lnTo>
                    <a:pt x="605" y="40"/>
                  </a:lnTo>
                  <a:lnTo>
                    <a:pt x="607" y="40"/>
                  </a:lnTo>
                  <a:lnTo>
                    <a:pt x="607" y="40"/>
                  </a:lnTo>
                  <a:lnTo>
                    <a:pt x="607" y="38"/>
                  </a:lnTo>
                  <a:lnTo>
                    <a:pt x="607" y="38"/>
                  </a:lnTo>
                  <a:lnTo>
                    <a:pt x="607" y="36"/>
                  </a:lnTo>
                  <a:lnTo>
                    <a:pt x="607" y="36"/>
                  </a:lnTo>
                  <a:lnTo>
                    <a:pt x="607" y="36"/>
                  </a:lnTo>
                  <a:lnTo>
                    <a:pt x="605" y="36"/>
                  </a:lnTo>
                  <a:lnTo>
                    <a:pt x="605" y="36"/>
                  </a:lnTo>
                  <a:lnTo>
                    <a:pt x="605" y="36"/>
                  </a:lnTo>
                  <a:lnTo>
                    <a:pt x="603" y="38"/>
                  </a:lnTo>
                  <a:lnTo>
                    <a:pt x="601" y="38"/>
                  </a:lnTo>
                  <a:lnTo>
                    <a:pt x="598" y="38"/>
                  </a:lnTo>
                  <a:lnTo>
                    <a:pt x="598" y="38"/>
                  </a:lnTo>
                  <a:lnTo>
                    <a:pt x="596" y="36"/>
                  </a:lnTo>
                  <a:lnTo>
                    <a:pt x="594" y="36"/>
                  </a:lnTo>
                  <a:lnTo>
                    <a:pt x="594" y="36"/>
                  </a:lnTo>
                  <a:lnTo>
                    <a:pt x="592" y="34"/>
                  </a:lnTo>
                  <a:lnTo>
                    <a:pt x="592" y="32"/>
                  </a:lnTo>
                  <a:lnTo>
                    <a:pt x="594" y="27"/>
                  </a:lnTo>
                  <a:lnTo>
                    <a:pt x="594" y="25"/>
                  </a:lnTo>
                  <a:lnTo>
                    <a:pt x="594" y="25"/>
                  </a:lnTo>
                  <a:lnTo>
                    <a:pt x="589" y="23"/>
                  </a:lnTo>
                  <a:lnTo>
                    <a:pt x="587" y="23"/>
                  </a:lnTo>
                  <a:lnTo>
                    <a:pt x="585" y="25"/>
                  </a:lnTo>
                  <a:lnTo>
                    <a:pt x="585" y="29"/>
                  </a:lnTo>
                  <a:lnTo>
                    <a:pt x="585" y="32"/>
                  </a:lnTo>
                  <a:lnTo>
                    <a:pt x="585" y="34"/>
                  </a:lnTo>
                  <a:lnTo>
                    <a:pt x="583" y="34"/>
                  </a:lnTo>
                  <a:lnTo>
                    <a:pt x="581" y="34"/>
                  </a:lnTo>
                  <a:lnTo>
                    <a:pt x="581" y="34"/>
                  </a:lnTo>
                  <a:lnTo>
                    <a:pt x="578" y="27"/>
                  </a:lnTo>
                  <a:lnTo>
                    <a:pt x="578" y="25"/>
                  </a:lnTo>
                  <a:lnTo>
                    <a:pt x="576" y="25"/>
                  </a:lnTo>
                  <a:lnTo>
                    <a:pt x="576" y="23"/>
                  </a:lnTo>
                  <a:lnTo>
                    <a:pt x="572" y="23"/>
                  </a:lnTo>
                  <a:lnTo>
                    <a:pt x="572" y="23"/>
                  </a:lnTo>
                  <a:lnTo>
                    <a:pt x="572" y="20"/>
                  </a:lnTo>
                  <a:lnTo>
                    <a:pt x="570" y="20"/>
                  </a:lnTo>
                  <a:lnTo>
                    <a:pt x="567" y="20"/>
                  </a:lnTo>
                  <a:lnTo>
                    <a:pt x="567" y="18"/>
                  </a:lnTo>
                  <a:lnTo>
                    <a:pt x="565" y="18"/>
                  </a:lnTo>
                  <a:lnTo>
                    <a:pt x="565" y="18"/>
                  </a:lnTo>
                  <a:lnTo>
                    <a:pt x="563" y="20"/>
                  </a:lnTo>
                  <a:lnTo>
                    <a:pt x="561" y="20"/>
                  </a:lnTo>
                  <a:lnTo>
                    <a:pt x="558" y="20"/>
                  </a:lnTo>
                  <a:lnTo>
                    <a:pt x="556" y="20"/>
                  </a:lnTo>
                  <a:lnTo>
                    <a:pt x="556" y="18"/>
                  </a:lnTo>
                  <a:lnTo>
                    <a:pt x="554" y="16"/>
                  </a:lnTo>
                  <a:lnTo>
                    <a:pt x="554" y="16"/>
                  </a:lnTo>
                  <a:lnTo>
                    <a:pt x="547" y="14"/>
                  </a:lnTo>
                  <a:lnTo>
                    <a:pt x="545" y="14"/>
                  </a:lnTo>
                  <a:lnTo>
                    <a:pt x="545" y="14"/>
                  </a:lnTo>
                  <a:lnTo>
                    <a:pt x="545" y="14"/>
                  </a:lnTo>
                  <a:lnTo>
                    <a:pt x="543" y="14"/>
                  </a:lnTo>
                  <a:lnTo>
                    <a:pt x="543" y="12"/>
                  </a:lnTo>
                  <a:lnTo>
                    <a:pt x="541" y="12"/>
                  </a:lnTo>
                  <a:lnTo>
                    <a:pt x="541" y="12"/>
                  </a:lnTo>
                  <a:lnTo>
                    <a:pt x="538" y="12"/>
                  </a:lnTo>
                  <a:lnTo>
                    <a:pt x="538" y="12"/>
                  </a:lnTo>
                  <a:lnTo>
                    <a:pt x="538" y="12"/>
                  </a:lnTo>
                  <a:lnTo>
                    <a:pt x="538" y="9"/>
                  </a:lnTo>
                  <a:lnTo>
                    <a:pt x="538" y="9"/>
                  </a:lnTo>
                  <a:lnTo>
                    <a:pt x="536" y="9"/>
                  </a:lnTo>
                  <a:lnTo>
                    <a:pt x="536" y="5"/>
                  </a:lnTo>
                  <a:lnTo>
                    <a:pt x="534" y="3"/>
                  </a:lnTo>
                  <a:lnTo>
                    <a:pt x="532" y="3"/>
                  </a:lnTo>
                  <a:lnTo>
                    <a:pt x="530" y="0"/>
                  </a:lnTo>
                  <a:lnTo>
                    <a:pt x="527" y="0"/>
                  </a:lnTo>
                  <a:lnTo>
                    <a:pt x="525" y="0"/>
                  </a:lnTo>
                  <a:lnTo>
                    <a:pt x="512" y="9"/>
                  </a:lnTo>
                  <a:lnTo>
                    <a:pt x="510" y="9"/>
                  </a:lnTo>
                  <a:lnTo>
                    <a:pt x="507" y="9"/>
                  </a:lnTo>
                  <a:lnTo>
                    <a:pt x="505" y="9"/>
                  </a:lnTo>
                  <a:lnTo>
                    <a:pt x="505" y="12"/>
                  </a:lnTo>
                  <a:lnTo>
                    <a:pt x="505" y="12"/>
                  </a:lnTo>
                  <a:lnTo>
                    <a:pt x="505" y="16"/>
                  </a:lnTo>
                  <a:lnTo>
                    <a:pt x="505" y="18"/>
                  </a:lnTo>
                  <a:lnTo>
                    <a:pt x="505" y="20"/>
                  </a:lnTo>
                  <a:lnTo>
                    <a:pt x="503" y="20"/>
                  </a:lnTo>
                  <a:lnTo>
                    <a:pt x="501" y="20"/>
                  </a:lnTo>
                  <a:lnTo>
                    <a:pt x="501" y="20"/>
                  </a:lnTo>
                  <a:lnTo>
                    <a:pt x="496" y="23"/>
                  </a:lnTo>
                  <a:lnTo>
                    <a:pt x="492" y="23"/>
                  </a:lnTo>
                  <a:lnTo>
                    <a:pt x="490" y="23"/>
                  </a:lnTo>
                  <a:lnTo>
                    <a:pt x="490" y="23"/>
                  </a:lnTo>
                  <a:lnTo>
                    <a:pt x="490" y="25"/>
                  </a:lnTo>
                  <a:lnTo>
                    <a:pt x="490" y="27"/>
                  </a:lnTo>
                  <a:lnTo>
                    <a:pt x="490" y="27"/>
                  </a:lnTo>
                  <a:lnTo>
                    <a:pt x="492" y="29"/>
                  </a:lnTo>
                  <a:lnTo>
                    <a:pt x="492" y="29"/>
                  </a:lnTo>
                  <a:lnTo>
                    <a:pt x="490" y="32"/>
                  </a:lnTo>
                  <a:lnTo>
                    <a:pt x="490" y="34"/>
                  </a:lnTo>
                  <a:lnTo>
                    <a:pt x="490" y="34"/>
                  </a:lnTo>
                  <a:lnTo>
                    <a:pt x="485" y="38"/>
                  </a:lnTo>
                  <a:lnTo>
                    <a:pt x="485" y="38"/>
                  </a:lnTo>
                  <a:lnTo>
                    <a:pt x="481" y="40"/>
                  </a:lnTo>
                  <a:lnTo>
                    <a:pt x="479" y="40"/>
                  </a:lnTo>
                  <a:lnTo>
                    <a:pt x="474" y="43"/>
                  </a:lnTo>
                  <a:lnTo>
                    <a:pt x="474" y="43"/>
                  </a:lnTo>
                  <a:lnTo>
                    <a:pt x="472" y="43"/>
                  </a:lnTo>
                  <a:lnTo>
                    <a:pt x="472" y="43"/>
                  </a:lnTo>
                  <a:lnTo>
                    <a:pt x="472" y="43"/>
                  </a:lnTo>
                  <a:lnTo>
                    <a:pt x="470" y="43"/>
                  </a:lnTo>
                  <a:lnTo>
                    <a:pt x="470" y="43"/>
                  </a:lnTo>
                  <a:lnTo>
                    <a:pt x="470" y="43"/>
                  </a:lnTo>
                  <a:lnTo>
                    <a:pt x="470" y="43"/>
                  </a:lnTo>
                  <a:lnTo>
                    <a:pt x="468" y="40"/>
                  </a:lnTo>
                  <a:lnTo>
                    <a:pt x="468" y="40"/>
                  </a:lnTo>
                  <a:lnTo>
                    <a:pt x="463" y="40"/>
                  </a:lnTo>
                  <a:lnTo>
                    <a:pt x="461" y="43"/>
                  </a:lnTo>
                  <a:lnTo>
                    <a:pt x="459" y="58"/>
                  </a:lnTo>
                  <a:lnTo>
                    <a:pt x="459" y="60"/>
                  </a:lnTo>
                  <a:lnTo>
                    <a:pt x="459" y="63"/>
                  </a:lnTo>
                  <a:lnTo>
                    <a:pt x="457" y="63"/>
                  </a:lnTo>
                  <a:lnTo>
                    <a:pt x="457" y="63"/>
                  </a:lnTo>
                  <a:lnTo>
                    <a:pt x="457" y="63"/>
                  </a:lnTo>
                  <a:lnTo>
                    <a:pt x="454" y="63"/>
                  </a:lnTo>
                  <a:lnTo>
                    <a:pt x="454" y="63"/>
                  </a:lnTo>
                  <a:lnTo>
                    <a:pt x="452" y="63"/>
                  </a:lnTo>
                  <a:lnTo>
                    <a:pt x="452" y="63"/>
                  </a:lnTo>
                  <a:lnTo>
                    <a:pt x="450" y="63"/>
                  </a:lnTo>
                  <a:lnTo>
                    <a:pt x="450" y="65"/>
                  </a:lnTo>
                  <a:lnTo>
                    <a:pt x="448" y="67"/>
                  </a:lnTo>
                  <a:lnTo>
                    <a:pt x="445" y="67"/>
                  </a:lnTo>
                  <a:lnTo>
                    <a:pt x="443" y="67"/>
                  </a:lnTo>
                  <a:lnTo>
                    <a:pt x="443" y="69"/>
                  </a:lnTo>
                  <a:lnTo>
                    <a:pt x="441" y="69"/>
                  </a:lnTo>
                  <a:lnTo>
                    <a:pt x="437" y="71"/>
                  </a:lnTo>
                  <a:lnTo>
                    <a:pt x="437" y="71"/>
                  </a:lnTo>
                  <a:lnTo>
                    <a:pt x="434" y="71"/>
                  </a:lnTo>
                  <a:lnTo>
                    <a:pt x="434" y="71"/>
                  </a:lnTo>
                  <a:lnTo>
                    <a:pt x="432" y="71"/>
                  </a:lnTo>
                  <a:lnTo>
                    <a:pt x="432" y="71"/>
                  </a:lnTo>
                  <a:lnTo>
                    <a:pt x="430" y="69"/>
                  </a:lnTo>
                  <a:lnTo>
                    <a:pt x="430" y="69"/>
                  </a:lnTo>
                  <a:lnTo>
                    <a:pt x="428" y="69"/>
                  </a:lnTo>
                  <a:lnTo>
                    <a:pt x="428" y="69"/>
                  </a:lnTo>
                  <a:lnTo>
                    <a:pt x="425" y="69"/>
                  </a:lnTo>
                  <a:lnTo>
                    <a:pt x="428" y="67"/>
                  </a:lnTo>
                  <a:lnTo>
                    <a:pt x="428" y="67"/>
                  </a:lnTo>
                  <a:lnTo>
                    <a:pt x="428" y="67"/>
                  </a:lnTo>
                  <a:lnTo>
                    <a:pt x="430" y="65"/>
                  </a:lnTo>
                  <a:lnTo>
                    <a:pt x="430" y="65"/>
                  </a:lnTo>
                  <a:lnTo>
                    <a:pt x="430" y="63"/>
                  </a:lnTo>
                  <a:lnTo>
                    <a:pt x="432" y="63"/>
                  </a:lnTo>
                  <a:lnTo>
                    <a:pt x="432" y="60"/>
                  </a:lnTo>
                  <a:lnTo>
                    <a:pt x="432" y="60"/>
                  </a:lnTo>
                  <a:lnTo>
                    <a:pt x="432" y="60"/>
                  </a:lnTo>
                  <a:lnTo>
                    <a:pt x="432" y="60"/>
                  </a:lnTo>
                  <a:lnTo>
                    <a:pt x="432" y="60"/>
                  </a:lnTo>
                  <a:lnTo>
                    <a:pt x="432" y="60"/>
                  </a:lnTo>
                  <a:lnTo>
                    <a:pt x="432" y="58"/>
                  </a:lnTo>
                  <a:lnTo>
                    <a:pt x="432" y="58"/>
                  </a:lnTo>
                  <a:lnTo>
                    <a:pt x="432" y="56"/>
                  </a:lnTo>
                  <a:lnTo>
                    <a:pt x="430" y="56"/>
                  </a:lnTo>
                  <a:lnTo>
                    <a:pt x="430" y="56"/>
                  </a:lnTo>
                  <a:lnTo>
                    <a:pt x="430" y="56"/>
                  </a:lnTo>
                  <a:lnTo>
                    <a:pt x="430" y="54"/>
                  </a:lnTo>
                  <a:lnTo>
                    <a:pt x="430" y="54"/>
                  </a:lnTo>
                  <a:lnTo>
                    <a:pt x="430" y="54"/>
                  </a:lnTo>
                  <a:lnTo>
                    <a:pt x="430" y="54"/>
                  </a:lnTo>
                  <a:lnTo>
                    <a:pt x="430" y="51"/>
                  </a:lnTo>
                  <a:lnTo>
                    <a:pt x="430" y="51"/>
                  </a:lnTo>
                  <a:lnTo>
                    <a:pt x="430" y="51"/>
                  </a:lnTo>
                  <a:lnTo>
                    <a:pt x="430" y="51"/>
                  </a:lnTo>
                  <a:lnTo>
                    <a:pt x="430" y="51"/>
                  </a:lnTo>
                  <a:lnTo>
                    <a:pt x="428" y="51"/>
                  </a:lnTo>
                  <a:lnTo>
                    <a:pt x="425" y="51"/>
                  </a:lnTo>
                  <a:lnTo>
                    <a:pt x="425" y="51"/>
                  </a:lnTo>
                  <a:lnTo>
                    <a:pt x="421" y="47"/>
                  </a:lnTo>
                  <a:lnTo>
                    <a:pt x="421" y="47"/>
                  </a:lnTo>
                  <a:lnTo>
                    <a:pt x="421" y="47"/>
                  </a:lnTo>
                  <a:lnTo>
                    <a:pt x="419" y="47"/>
                  </a:lnTo>
                  <a:lnTo>
                    <a:pt x="419" y="47"/>
                  </a:lnTo>
                  <a:lnTo>
                    <a:pt x="419" y="47"/>
                  </a:lnTo>
                  <a:lnTo>
                    <a:pt x="419" y="47"/>
                  </a:lnTo>
                  <a:lnTo>
                    <a:pt x="419" y="45"/>
                  </a:lnTo>
                  <a:lnTo>
                    <a:pt x="419" y="43"/>
                  </a:lnTo>
                  <a:lnTo>
                    <a:pt x="419" y="43"/>
                  </a:lnTo>
                  <a:lnTo>
                    <a:pt x="419" y="43"/>
                  </a:lnTo>
                  <a:lnTo>
                    <a:pt x="419" y="43"/>
                  </a:lnTo>
                  <a:lnTo>
                    <a:pt x="419" y="40"/>
                  </a:lnTo>
                  <a:lnTo>
                    <a:pt x="417" y="40"/>
                  </a:lnTo>
                  <a:lnTo>
                    <a:pt x="417" y="38"/>
                  </a:lnTo>
                  <a:lnTo>
                    <a:pt x="417" y="38"/>
                  </a:lnTo>
                  <a:lnTo>
                    <a:pt x="417" y="38"/>
                  </a:lnTo>
                  <a:lnTo>
                    <a:pt x="417" y="36"/>
                  </a:lnTo>
                  <a:lnTo>
                    <a:pt x="417" y="34"/>
                  </a:lnTo>
                  <a:lnTo>
                    <a:pt x="417" y="34"/>
                  </a:lnTo>
                  <a:lnTo>
                    <a:pt x="417" y="32"/>
                  </a:lnTo>
                  <a:lnTo>
                    <a:pt x="417" y="32"/>
                  </a:lnTo>
                  <a:lnTo>
                    <a:pt x="417" y="32"/>
                  </a:lnTo>
                  <a:lnTo>
                    <a:pt x="417" y="27"/>
                  </a:lnTo>
                  <a:lnTo>
                    <a:pt x="417" y="27"/>
                  </a:lnTo>
                  <a:lnTo>
                    <a:pt x="417" y="27"/>
                  </a:lnTo>
                  <a:lnTo>
                    <a:pt x="417" y="25"/>
                  </a:lnTo>
                  <a:lnTo>
                    <a:pt x="417" y="25"/>
                  </a:lnTo>
                  <a:lnTo>
                    <a:pt x="417" y="25"/>
                  </a:lnTo>
                  <a:lnTo>
                    <a:pt x="417" y="25"/>
                  </a:lnTo>
                  <a:lnTo>
                    <a:pt x="414" y="23"/>
                  </a:lnTo>
                  <a:lnTo>
                    <a:pt x="414" y="23"/>
                  </a:lnTo>
                  <a:lnTo>
                    <a:pt x="414" y="23"/>
                  </a:lnTo>
                  <a:lnTo>
                    <a:pt x="414" y="23"/>
                  </a:lnTo>
                  <a:lnTo>
                    <a:pt x="414" y="23"/>
                  </a:lnTo>
                  <a:lnTo>
                    <a:pt x="412" y="25"/>
                  </a:lnTo>
                  <a:lnTo>
                    <a:pt x="412" y="25"/>
                  </a:lnTo>
                  <a:lnTo>
                    <a:pt x="412" y="25"/>
                  </a:lnTo>
                  <a:lnTo>
                    <a:pt x="412" y="23"/>
                  </a:lnTo>
                  <a:lnTo>
                    <a:pt x="410" y="23"/>
                  </a:lnTo>
                  <a:lnTo>
                    <a:pt x="410" y="23"/>
                  </a:lnTo>
                  <a:lnTo>
                    <a:pt x="410" y="23"/>
                  </a:lnTo>
                  <a:lnTo>
                    <a:pt x="410" y="23"/>
                  </a:lnTo>
                  <a:lnTo>
                    <a:pt x="410" y="23"/>
                  </a:lnTo>
                  <a:lnTo>
                    <a:pt x="410" y="20"/>
                  </a:lnTo>
                  <a:lnTo>
                    <a:pt x="410" y="20"/>
                  </a:lnTo>
                  <a:lnTo>
                    <a:pt x="410" y="20"/>
                  </a:lnTo>
                  <a:lnTo>
                    <a:pt x="410" y="20"/>
                  </a:lnTo>
                  <a:lnTo>
                    <a:pt x="408" y="20"/>
                  </a:lnTo>
                  <a:lnTo>
                    <a:pt x="408" y="18"/>
                  </a:lnTo>
                  <a:lnTo>
                    <a:pt x="408" y="18"/>
                  </a:lnTo>
                  <a:lnTo>
                    <a:pt x="408" y="20"/>
                  </a:lnTo>
                  <a:lnTo>
                    <a:pt x="406" y="20"/>
                  </a:lnTo>
                  <a:lnTo>
                    <a:pt x="403" y="20"/>
                  </a:lnTo>
                  <a:lnTo>
                    <a:pt x="403" y="20"/>
                  </a:lnTo>
                  <a:lnTo>
                    <a:pt x="403" y="20"/>
                  </a:lnTo>
                  <a:lnTo>
                    <a:pt x="401" y="20"/>
                  </a:lnTo>
                  <a:lnTo>
                    <a:pt x="401" y="20"/>
                  </a:lnTo>
                  <a:lnTo>
                    <a:pt x="401" y="18"/>
                  </a:lnTo>
                  <a:lnTo>
                    <a:pt x="401" y="18"/>
                  </a:lnTo>
                  <a:lnTo>
                    <a:pt x="401" y="18"/>
                  </a:lnTo>
                  <a:lnTo>
                    <a:pt x="401" y="16"/>
                  </a:lnTo>
                  <a:lnTo>
                    <a:pt x="401" y="16"/>
                  </a:lnTo>
                  <a:lnTo>
                    <a:pt x="401" y="16"/>
                  </a:lnTo>
                  <a:lnTo>
                    <a:pt x="401" y="16"/>
                  </a:lnTo>
                  <a:lnTo>
                    <a:pt x="401" y="16"/>
                  </a:lnTo>
                  <a:lnTo>
                    <a:pt x="401" y="16"/>
                  </a:lnTo>
                  <a:lnTo>
                    <a:pt x="399" y="14"/>
                  </a:lnTo>
                  <a:lnTo>
                    <a:pt x="399" y="14"/>
                  </a:lnTo>
                  <a:lnTo>
                    <a:pt x="397" y="14"/>
                  </a:lnTo>
                  <a:lnTo>
                    <a:pt x="392" y="14"/>
                  </a:lnTo>
                  <a:lnTo>
                    <a:pt x="390" y="16"/>
                  </a:lnTo>
                  <a:lnTo>
                    <a:pt x="390" y="16"/>
                  </a:lnTo>
                  <a:lnTo>
                    <a:pt x="390" y="16"/>
                  </a:lnTo>
                  <a:lnTo>
                    <a:pt x="388" y="16"/>
                  </a:lnTo>
                  <a:lnTo>
                    <a:pt x="388" y="16"/>
                  </a:lnTo>
                  <a:lnTo>
                    <a:pt x="388" y="16"/>
                  </a:lnTo>
                  <a:lnTo>
                    <a:pt x="386" y="16"/>
                  </a:lnTo>
                  <a:lnTo>
                    <a:pt x="386" y="16"/>
                  </a:lnTo>
                  <a:lnTo>
                    <a:pt x="383" y="16"/>
                  </a:lnTo>
                  <a:lnTo>
                    <a:pt x="381" y="14"/>
                  </a:lnTo>
                  <a:lnTo>
                    <a:pt x="381" y="16"/>
                  </a:lnTo>
                  <a:lnTo>
                    <a:pt x="379" y="20"/>
                  </a:lnTo>
                  <a:lnTo>
                    <a:pt x="379" y="20"/>
                  </a:lnTo>
                  <a:lnTo>
                    <a:pt x="379" y="20"/>
                  </a:lnTo>
                  <a:lnTo>
                    <a:pt x="379" y="23"/>
                  </a:lnTo>
                  <a:lnTo>
                    <a:pt x="377" y="23"/>
                  </a:lnTo>
                  <a:lnTo>
                    <a:pt x="377" y="23"/>
                  </a:lnTo>
                  <a:lnTo>
                    <a:pt x="377" y="23"/>
                  </a:lnTo>
                  <a:lnTo>
                    <a:pt x="375" y="27"/>
                  </a:lnTo>
                  <a:lnTo>
                    <a:pt x="375" y="27"/>
                  </a:lnTo>
                  <a:lnTo>
                    <a:pt x="372" y="29"/>
                  </a:lnTo>
                  <a:lnTo>
                    <a:pt x="372" y="32"/>
                  </a:lnTo>
                  <a:lnTo>
                    <a:pt x="372" y="32"/>
                  </a:lnTo>
                  <a:lnTo>
                    <a:pt x="372" y="32"/>
                  </a:lnTo>
                  <a:lnTo>
                    <a:pt x="370" y="32"/>
                  </a:lnTo>
                  <a:lnTo>
                    <a:pt x="370" y="34"/>
                  </a:lnTo>
                  <a:lnTo>
                    <a:pt x="368" y="34"/>
                  </a:lnTo>
                  <a:lnTo>
                    <a:pt x="368" y="34"/>
                  </a:lnTo>
                  <a:lnTo>
                    <a:pt x="368" y="34"/>
                  </a:lnTo>
                  <a:lnTo>
                    <a:pt x="368" y="34"/>
                  </a:lnTo>
                  <a:lnTo>
                    <a:pt x="366" y="34"/>
                  </a:lnTo>
                  <a:lnTo>
                    <a:pt x="366" y="34"/>
                  </a:lnTo>
                  <a:lnTo>
                    <a:pt x="366" y="34"/>
                  </a:lnTo>
                  <a:lnTo>
                    <a:pt x="366" y="34"/>
                  </a:lnTo>
                  <a:lnTo>
                    <a:pt x="363" y="34"/>
                  </a:lnTo>
                  <a:lnTo>
                    <a:pt x="363" y="34"/>
                  </a:lnTo>
                  <a:lnTo>
                    <a:pt x="363" y="34"/>
                  </a:lnTo>
                  <a:lnTo>
                    <a:pt x="363" y="34"/>
                  </a:lnTo>
                  <a:lnTo>
                    <a:pt x="361" y="34"/>
                  </a:lnTo>
                  <a:lnTo>
                    <a:pt x="359" y="34"/>
                  </a:lnTo>
                  <a:lnTo>
                    <a:pt x="357" y="34"/>
                  </a:lnTo>
                  <a:lnTo>
                    <a:pt x="357" y="34"/>
                  </a:lnTo>
                  <a:lnTo>
                    <a:pt x="355" y="34"/>
                  </a:lnTo>
                  <a:lnTo>
                    <a:pt x="355" y="34"/>
                  </a:lnTo>
                  <a:lnTo>
                    <a:pt x="355" y="36"/>
                  </a:lnTo>
                  <a:lnTo>
                    <a:pt x="355" y="36"/>
                  </a:lnTo>
                  <a:lnTo>
                    <a:pt x="355" y="36"/>
                  </a:lnTo>
                  <a:lnTo>
                    <a:pt x="355" y="36"/>
                  </a:lnTo>
                  <a:lnTo>
                    <a:pt x="355" y="36"/>
                  </a:lnTo>
                  <a:lnTo>
                    <a:pt x="355" y="40"/>
                  </a:lnTo>
                  <a:lnTo>
                    <a:pt x="355" y="45"/>
                  </a:lnTo>
                  <a:lnTo>
                    <a:pt x="355" y="45"/>
                  </a:lnTo>
                  <a:lnTo>
                    <a:pt x="355" y="45"/>
                  </a:lnTo>
                  <a:lnTo>
                    <a:pt x="355" y="47"/>
                  </a:lnTo>
                  <a:lnTo>
                    <a:pt x="355" y="47"/>
                  </a:lnTo>
                  <a:lnTo>
                    <a:pt x="355" y="47"/>
                  </a:lnTo>
                  <a:lnTo>
                    <a:pt x="355" y="47"/>
                  </a:lnTo>
                  <a:lnTo>
                    <a:pt x="355" y="47"/>
                  </a:lnTo>
                  <a:lnTo>
                    <a:pt x="350" y="49"/>
                  </a:lnTo>
                  <a:lnTo>
                    <a:pt x="350" y="49"/>
                  </a:lnTo>
                  <a:lnTo>
                    <a:pt x="350" y="49"/>
                  </a:lnTo>
                  <a:lnTo>
                    <a:pt x="350" y="49"/>
                  </a:lnTo>
                  <a:lnTo>
                    <a:pt x="350" y="49"/>
                  </a:lnTo>
                  <a:lnTo>
                    <a:pt x="348" y="54"/>
                  </a:lnTo>
                  <a:lnTo>
                    <a:pt x="348" y="54"/>
                  </a:lnTo>
                  <a:lnTo>
                    <a:pt x="346" y="54"/>
                  </a:lnTo>
                  <a:lnTo>
                    <a:pt x="346" y="54"/>
                  </a:lnTo>
                  <a:lnTo>
                    <a:pt x="346" y="54"/>
                  </a:lnTo>
                  <a:lnTo>
                    <a:pt x="346" y="56"/>
                  </a:lnTo>
                  <a:lnTo>
                    <a:pt x="346" y="54"/>
                  </a:lnTo>
                  <a:lnTo>
                    <a:pt x="344" y="54"/>
                  </a:lnTo>
                  <a:lnTo>
                    <a:pt x="344" y="54"/>
                  </a:lnTo>
                  <a:lnTo>
                    <a:pt x="344" y="54"/>
                  </a:lnTo>
                  <a:lnTo>
                    <a:pt x="344" y="54"/>
                  </a:lnTo>
                  <a:lnTo>
                    <a:pt x="344" y="51"/>
                  </a:lnTo>
                  <a:lnTo>
                    <a:pt x="344" y="51"/>
                  </a:lnTo>
                  <a:lnTo>
                    <a:pt x="344" y="51"/>
                  </a:lnTo>
                  <a:lnTo>
                    <a:pt x="341" y="51"/>
                  </a:lnTo>
                  <a:lnTo>
                    <a:pt x="341" y="51"/>
                  </a:lnTo>
                  <a:lnTo>
                    <a:pt x="341" y="51"/>
                  </a:lnTo>
                  <a:lnTo>
                    <a:pt x="341" y="51"/>
                  </a:lnTo>
                  <a:lnTo>
                    <a:pt x="339" y="51"/>
                  </a:lnTo>
                  <a:lnTo>
                    <a:pt x="339" y="51"/>
                  </a:lnTo>
                  <a:lnTo>
                    <a:pt x="339" y="51"/>
                  </a:lnTo>
                  <a:lnTo>
                    <a:pt x="339" y="51"/>
                  </a:lnTo>
                  <a:lnTo>
                    <a:pt x="339" y="51"/>
                  </a:lnTo>
                  <a:lnTo>
                    <a:pt x="337" y="51"/>
                  </a:lnTo>
                  <a:lnTo>
                    <a:pt x="337" y="51"/>
                  </a:lnTo>
                  <a:lnTo>
                    <a:pt x="337" y="51"/>
                  </a:lnTo>
                  <a:lnTo>
                    <a:pt x="337" y="51"/>
                  </a:lnTo>
                  <a:lnTo>
                    <a:pt x="335" y="51"/>
                  </a:lnTo>
                  <a:lnTo>
                    <a:pt x="335" y="51"/>
                  </a:lnTo>
                  <a:lnTo>
                    <a:pt x="335" y="51"/>
                  </a:lnTo>
                  <a:lnTo>
                    <a:pt x="335" y="51"/>
                  </a:lnTo>
                  <a:lnTo>
                    <a:pt x="332" y="51"/>
                  </a:lnTo>
                  <a:lnTo>
                    <a:pt x="332" y="51"/>
                  </a:lnTo>
                  <a:lnTo>
                    <a:pt x="332" y="51"/>
                  </a:lnTo>
                  <a:lnTo>
                    <a:pt x="332" y="51"/>
                  </a:lnTo>
                  <a:lnTo>
                    <a:pt x="330" y="51"/>
                  </a:lnTo>
                  <a:lnTo>
                    <a:pt x="330" y="51"/>
                  </a:lnTo>
                  <a:lnTo>
                    <a:pt x="330" y="51"/>
                  </a:lnTo>
                  <a:lnTo>
                    <a:pt x="330" y="54"/>
                  </a:lnTo>
                  <a:lnTo>
                    <a:pt x="328" y="56"/>
                  </a:lnTo>
                  <a:lnTo>
                    <a:pt x="328" y="56"/>
                  </a:lnTo>
                  <a:lnTo>
                    <a:pt x="326" y="56"/>
                  </a:lnTo>
                  <a:lnTo>
                    <a:pt x="326" y="58"/>
                  </a:lnTo>
                  <a:lnTo>
                    <a:pt x="324" y="58"/>
                  </a:lnTo>
                  <a:lnTo>
                    <a:pt x="315" y="60"/>
                  </a:lnTo>
                  <a:lnTo>
                    <a:pt x="315" y="60"/>
                  </a:lnTo>
                  <a:lnTo>
                    <a:pt x="315" y="60"/>
                  </a:lnTo>
                  <a:lnTo>
                    <a:pt x="312" y="58"/>
                  </a:lnTo>
                  <a:lnTo>
                    <a:pt x="312" y="58"/>
                  </a:lnTo>
                  <a:lnTo>
                    <a:pt x="312" y="58"/>
                  </a:lnTo>
                  <a:lnTo>
                    <a:pt x="312" y="58"/>
                  </a:lnTo>
                  <a:lnTo>
                    <a:pt x="310" y="60"/>
                  </a:lnTo>
                  <a:lnTo>
                    <a:pt x="310" y="60"/>
                  </a:lnTo>
                  <a:lnTo>
                    <a:pt x="310" y="60"/>
                  </a:lnTo>
                  <a:lnTo>
                    <a:pt x="310" y="60"/>
                  </a:lnTo>
                  <a:lnTo>
                    <a:pt x="308" y="63"/>
                  </a:lnTo>
                  <a:lnTo>
                    <a:pt x="308" y="63"/>
                  </a:lnTo>
                  <a:lnTo>
                    <a:pt x="308" y="63"/>
                  </a:lnTo>
                  <a:lnTo>
                    <a:pt x="308" y="65"/>
                  </a:lnTo>
                  <a:lnTo>
                    <a:pt x="308" y="65"/>
                  </a:lnTo>
                  <a:lnTo>
                    <a:pt x="308" y="65"/>
                  </a:lnTo>
                  <a:lnTo>
                    <a:pt x="306" y="65"/>
                  </a:lnTo>
                  <a:lnTo>
                    <a:pt x="304" y="65"/>
                  </a:lnTo>
                  <a:lnTo>
                    <a:pt x="304" y="65"/>
                  </a:lnTo>
                  <a:lnTo>
                    <a:pt x="304" y="65"/>
                  </a:lnTo>
                  <a:lnTo>
                    <a:pt x="304" y="67"/>
                  </a:lnTo>
                  <a:lnTo>
                    <a:pt x="304" y="67"/>
                  </a:lnTo>
                  <a:lnTo>
                    <a:pt x="301" y="69"/>
                  </a:lnTo>
                  <a:lnTo>
                    <a:pt x="301" y="71"/>
                  </a:lnTo>
                  <a:lnTo>
                    <a:pt x="299" y="71"/>
                  </a:lnTo>
                  <a:lnTo>
                    <a:pt x="299" y="71"/>
                  </a:lnTo>
                  <a:lnTo>
                    <a:pt x="299" y="71"/>
                  </a:lnTo>
                  <a:lnTo>
                    <a:pt x="299" y="71"/>
                  </a:lnTo>
                  <a:lnTo>
                    <a:pt x="299" y="74"/>
                  </a:lnTo>
                  <a:lnTo>
                    <a:pt x="299" y="74"/>
                  </a:lnTo>
                  <a:lnTo>
                    <a:pt x="299" y="74"/>
                  </a:lnTo>
                  <a:lnTo>
                    <a:pt x="299" y="74"/>
                  </a:lnTo>
                  <a:lnTo>
                    <a:pt x="295" y="71"/>
                  </a:lnTo>
                  <a:lnTo>
                    <a:pt x="295" y="71"/>
                  </a:lnTo>
                  <a:lnTo>
                    <a:pt x="293" y="71"/>
                  </a:lnTo>
                  <a:lnTo>
                    <a:pt x="293" y="71"/>
                  </a:lnTo>
                  <a:lnTo>
                    <a:pt x="293" y="71"/>
                  </a:lnTo>
                  <a:lnTo>
                    <a:pt x="293" y="71"/>
                  </a:lnTo>
                  <a:lnTo>
                    <a:pt x="293" y="74"/>
                  </a:lnTo>
                  <a:lnTo>
                    <a:pt x="293" y="74"/>
                  </a:lnTo>
                  <a:lnTo>
                    <a:pt x="290" y="76"/>
                  </a:lnTo>
                  <a:lnTo>
                    <a:pt x="290" y="76"/>
                  </a:lnTo>
                  <a:lnTo>
                    <a:pt x="290" y="78"/>
                  </a:lnTo>
                  <a:lnTo>
                    <a:pt x="290" y="78"/>
                  </a:lnTo>
                  <a:lnTo>
                    <a:pt x="290" y="78"/>
                  </a:lnTo>
                  <a:lnTo>
                    <a:pt x="288" y="78"/>
                  </a:lnTo>
                  <a:lnTo>
                    <a:pt x="288" y="78"/>
                  </a:lnTo>
                  <a:lnTo>
                    <a:pt x="288" y="78"/>
                  </a:lnTo>
                  <a:lnTo>
                    <a:pt x="288" y="76"/>
                  </a:lnTo>
                  <a:lnTo>
                    <a:pt x="286" y="76"/>
                  </a:lnTo>
                  <a:lnTo>
                    <a:pt x="286" y="76"/>
                  </a:lnTo>
                  <a:lnTo>
                    <a:pt x="286" y="76"/>
                  </a:lnTo>
                  <a:lnTo>
                    <a:pt x="281" y="74"/>
                  </a:lnTo>
                  <a:lnTo>
                    <a:pt x="279" y="74"/>
                  </a:lnTo>
                  <a:lnTo>
                    <a:pt x="277" y="76"/>
                  </a:lnTo>
                  <a:lnTo>
                    <a:pt x="277" y="76"/>
                  </a:lnTo>
                  <a:lnTo>
                    <a:pt x="275" y="76"/>
                  </a:lnTo>
                  <a:lnTo>
                    <a:pt x="275" y="76"/>
                  </a:lnTo>
                  <a:lnTo>
                    <a:pt x="275" y="76"/>
                  </a:lnTo>
                  <a:lnTo>
                    <a:pt x="275" y="76"/>
                  </a:lnTo>
                  <a:lnTo>
                    <a:pt x="273" y="76"/>
                  </a:lnTo>
                  <a:lnTo>
                    <a:pt x="273" y="76"/>
                  </a:lnTo>
                  <a:lnTo>
                    <a:pt x="273" y="76"/>
                  </a:lnTo>
                  <a:lnTo>
                    <a:pt x="268" y="76"/>
                  </a:lnTo>
                  <a:lnTo>
                    <a:pt x="268" y="74"/>
                  </a:lnTo>
                  <a:lnTo>
                    <a:pt x="268" y="74"/>
                  </a:lnTo>
                  <a:lnTo>
                    <a:pt x="266" y="74"/>
                  </a:lnTo>
                  <a:lnTo>
                    <a:pt x="266" y="74"/>
                  </a:lnTo>
                  <a:lnTo>
                    <a:pt x="266" y="74"/>
                  </a:lnTo>
                  <a:lnTo>
                    <a:pt x="266" y="74"/>
                  </a:lnTo>
                  <a:lnTo>
                    <a:pt x="266" y="74"/>
                  </a:lnTo>
                  <a:lnTo>
                    <a:pt x="266" y="74"/>
                  </a:lnTo>
                  <a:lnTo>
                    <a:pt x="266" y="74"/>
                  </a:lnTo>
                  <a:lnTo>
                    <a:pt x="266" y="71"/>
                  </a:lnTo>
                  <a:lnTo>
                    <a:pt x="266" y="71"/>
                  </a:lnTo>
                  <a:lnTo>
                    <a:pt x="266" y="71"/>
                  </a:lnTo>
                  <a:lnTo>
                    <a:pt x="266" y="69"/>
                  </a:lnTo>
                  <a:lnTo>
                    <a:pt x="266" y="69"/>
                  </a:lnTo>
                  <a:lnTo>
                    <a:pt x="266" y="69"/>
                  </a:lnTo>
                  <a:lnTo>
                    <a:pt x="266" y="69"/>
                  </a:lnTo>
                  <a:lnTo>
                    <a:pt x="266" y="69"/>
                  </a:lnTo>
                  <a:lnTo>
                    <a:pt x="264" y="69"/>
                  </a:lnTo>
                  <a:lnTo>
                    <a:pt x="264" y="69"/>
                  </a:lnTo>
                  <a:lnTo>
                    <a:pt x="264" y="67"/>
                  </a:lnTo>
                  <a:lnTo>
                    <a:pt x="262" y="67"/>
                  </a:lnTo>
                  <a:lnTo>
                    <a:pt x="262" y="69"/>
                  </a:lnTo>
                  <a:lnTo>
                    <a:pt x="259" y="69"/>
                  </a:lnTo>
                  <a:lnTo>
                    <a:pt x="259" y="67"/>
                  </a:lnTo>
                  <a:lnTo>
                    <a:pt x="259" y="67"/>
                  </a:lnTo>
                  <a:lnTo>
                    <a:pt x="259" y="67"/>
                  </a:lnTo>
                  <a:lnTo>
                    <a:pt x="259" y="67"/>
                  </a:lnTo>
                  <a:lnTo>
                    <a:pt x="259" y="65"/>
                  </a:lnTo>
                  <a:lnTo>
                    <a:pt x="259" y="65"/>
                  </a:lnTo>
                  <a:lnTo>
                    <a:pt x="259" y="65"/>
                  </a:lnTo>
                  <a:lnTo>
                    <a:pt x="255" y="65"/>
                  </a:lnTo>
                  <a:lnTo>
                    <a:pt x="255" y="65"/>
                  </a:lnTo>
                  <a:lnTo>
                    <a:pt x="253" y="63"/>
                  </a:lnTo>
                  <a:lnTo>
                    <a:pt x="253" y="63"/>
                  </a:lnTo>
                  <a:lnTo>
                    <a:pt x="253" y="63"/>
                  </a:lnTo>
                  <a:lnTo>
                    <a:pt x="250" y="65"/>
                  </a:lnTo>
                  <a:lnTo>
                    <a:pt x="250" y="65"/>
                  </a:lnTo>
                  <a:lnTo>
                    <a:pt x="248" y="65"/>
                  </a:lnTo>
                  <a:lnTo>
                    <a:pt x="248" y="65"/>
                  </a:lnTo>
                  <a:lnTo>
                    <a:pt x="248" y="67"/>
                  </a:lnTo>
                  <a:lnTo>
                    <a:pt x="248" y="67"/>
                  </a:lnTo>
                  <a:lnTo>
                    <a:pt x="248" y="67"/>
                  </a:lnTo>
                  <a:lnTo>
                    <a:pt x="248" y="67"/>
                  </a:lnTo>
                  <a:lnTo>
                    <a:pt x="248" y="67"/>
                  </a:lnTo>
                  <a:lnTo>
                    <a:pt x="246" y="67"/>
                  </a:lnTo>
                  <a:lnTo>
                    <a:pt x="246" y="67"/>
                  </a:lnTo>
                  <a:lnTo>
                    <a:pt x="246" y="67"/>
                  </a:lnTo>
                  <a:lnTo>
                    <a:pt x="246" y="67"/>
                  </a:lnTo>
                  <a:lnTo>
                    <a:pt x="244" y="67"/>
                  </a:lnTo>
                  <a:lnTo>
                    <a:pt x="244" y="67"/>
                  </a:lnTo>
                  <a:lnTo>
                    <a:pt x="242" y="67"/>
                  </a:lnTo>
                  <a:lnTo>
                    <a:pt x="239" y="67"/>
                  </a:lnTo>
                  <a:lnTo>
                    <a:pt x="239" y="67"/>
                  </a:lnTo>
                  <a:lnTo>
                    <a:pt x="239" y="67"/>
                  </a:lnTo>
                  <a:lnTo>
                    <a:pt x="239" y="67"/>
                  </a:lnTo>
                  <a:lnTo>
                    <a:pt x="237" y="67"/>
                  </a:lnTo>
                  <a:lnTo>
                    <a:pt x="237" y="67"/>
                  </a:lnTo>
                  <a:lnTo>
                    <a:pt x="237" y="67"/>
                  </a:lnTo>
                  <a:lnTo>
                    <a:pt x="237" y="67"/>
                  </a:lnTo>
                  <a:lnTo>
                    <a:pt x="237" y="67"/>
                  </a:lnTo>
                  <a:lnTo>
                    <a:pt x="237" y="67"/>
                  </a:lnTo>
                  <a:lnTo>
                    <a:pt x="235" y="67"/>
                  </a:lnTo>
                  <a:lnTo>
                    <a:pt x="235" y="67"/>
                  </a:lnTo>
                  <a:lnTo>
                    <a:pt x="235" y="67"/>
                  </a:lnTo>
                  <a:lnTo>
                    <a:pt x="235" y="67"/>
                  </a:lnTo>
                  <a:lnTo>
                    <a:pt x="235" y="67"/>
                  </a:lnTo>
                  <a:lnTo>
                    <a:pt x="233" y="63"/>
                  </a:lnTo>
                  <a:lnTo>
                    <a:pt x="233" y="60"/>
                  </a:lnTo>
                  <a:lnTo>
                    <a:pt x="233" y="60"/>
                  </a:lnTo>
                  <a:lnTo>
                    <a:pt x="231" y="60"/>
                  </a:lnTo>
                  <a:lnTo>
                    <a:pt x="228" y="58"/>
                  </a:lnTo>
                  <a:lnTo>
                    <a:pt x="228" y="58"/>
                  </a:lnTo>
                  <a:lnTo>
                    <a:pt x="228" y="58"/>
                  </a:lnTo>
                  <a:lnTo>
                    <a:pt x="226" y="58"/>
                  </a:lnTo>
                  <a:lnTo>
                    <a:pt x="226" y="60"/>
                  </a:lnTo>
                  <a:lnTo>
                    <a:pt x="226" y="60"/>
                  </a:lnTo>
                  <a:lnTo>
                    <a:pt x="226" y="60"/>
                  </a:lnTo>
                  <a:lnTo>
                    <a:pt x="226" y="63"/>
                  </a:lnTo>
                  <a:lnTo>
                    <a:pt x="224" y="63"/>
                  </a:lnTo>
                  <a:lnTo>
                    <a:pt x="224" y="63"/>
                  </a:lnTo>
                  <a:lnTo>
                    <a:pt x="224" y="63"/>
                  </a:lnTo>
                  <a:lnTo>
                    <a:pt x="224" y="63"/>
                  </a:lnTo>
                  <a:lnTo>
                    <a:pt x="222" y="63"/>
                  </a:lnTo>
                  <a:lnTo>
                    <a:pt x="222" y="63"/>
                  </a:lnTo>
                  <a:lnTo>
                    <a:pt x="222" y="63"/>
                  </a:lnTo>
                  <a:lnTo>
                    <a:pt x="219" y="63"/>
                  </a:lnTo>
                  <a:lnTo>
                    <a:pt x="217" y="60"/>
                  </a:lnTo>
                  <a:lnTo>
                    <a:pt x="217" y="60"/>
                  </a:lnTo>
                  <a:lnTo>
                    <a:pt x="215" y="60"/>
                  </a:lnTo>
                  <a:lnTo>
                    <a:pt x="215" y="63"/>
                  </a:lnTo>
                  <a:lnTo>
                    <a:pt x="215" y="63"/>
                  </a:lnTo>
                  <a:lnTo>
                    <a:pt x="213" y="63"/>
                  </a:lnTo>
                  <a:lnTo>
                    <a:pt x="213" y="65"/>
                  </a:lnTo>
                  <a:lnTo>
                    <a:pt x="213" y="65"/>
                  </a:lnTo>
                  <a:lnTo>
                    <a:pt x="213" y="67"/>
                  </a:lnTo>
                  <a:lnTo>
                    <a:pt x="213" y="67"/>
                  </a:lnTo>
                  <a:lnTo>
                    <a:pt x="211" y="69"/>
                  </a:lnTo>
                  <a:lnTo>
                    <a:pt x="211" y="69"/>
                  </a:lnTo>
                  <a:lnTo>
                    <a:pt x="211" y="69"/>
                  </a:lnTo>
                  <a:lnTo>
                    <a:pt x="211" y="69"/>
                  </a:lnTo>
                  <a:lnTo>
                    <a:pt x="211" y="69"/>
                  </a:lnTo>
                  <a:lnTo>
                    <a:pt x="208" y="69"/>
                  </a:lnTo>
                  <a:lnTo>
                    <a:pt x="206" y="67"/>
                  </a:lnTo>
                  <a:lnTo>
                    <a:pt x="204" y="67"/>
                  </a:lnTo>
                  <a:lnTo>
                    <a:pt x="202" y="67"/>
                  </a:lnTo>
                  <a:lnTo>
                    <a:pt x="202" y="67"/>
                  </a:lnTo>
                  <a:lnTo>
                    <a:pt x="202" y="69"/>
                  </a:lnTo>
                  <a:lnTo>
                    <a:pt x="202" y="69"/>
                  </a:lnTo>
                  <a:lnTo>
                    <a:pt x="199" y="71"/>
                  </a:lnTo>
                  <a:lnTo>
                    <a:pt x="202" y="74"/>
                  </a:lnTo>
                  <a:lnTo>
                    <a:pt x="202" y="74"/>
                  </a:lnTo>
                  <a:lnTo>
                    <a:pt x="202" y="76"/>
                  </a:lnTo>
                  <a:lnTo>
                    <a:pt x="202" y="76"/>
                  </a:lnTo>
                  <a:lnTo>
                    <a:pt x="204" y="76"/>
                  </a:lnTo>
                  <a:lnTo>
                    <a:pt x="204" y="76"/>
                  </a:lnTo>
                  <a:lnTo>
                    <a:pt x="204" y="78"/>
                  </a:lnTo>
                  <a:lnTo>
                    <a:pt x="204" y="78"/>
                  </a:lnTo>
                  <a:lnTo>
                    <a:pt x="204" y="78"/>
                  </a:lnTo>
                  <a:lnTo>
                    <a:pt x="204" y="78"/>
                  </a:lnTo>
                  <a:lnTo>
                    <a:pt x="204" y="78"/>
                  </a:lnTo>
                  <a:lnTo>
                    <a:pt x="206" y="85"/>
                  </a:lnTo>
                  <a:lnTo>
                    <a:pt x="206" y="87"/>
                  </a:lnTo>
                  <a:lnTo>
                    <a:pt x="208" y="89"/>
                  </a:lnTo>
                  <a:lnTo>
                    <a:pt x="208" y="89"/>
                  </a:lnTo>
                  <a:lnTo>
                    <a:pt x="208" y="91"/>
                  </a:lnTo>
                  <a:lnTo>
                    <a:pt x="208" y="91"/>
                  </a:lnTo>
                  <a:lnTo>
                    <a:pt x="208" y="91"/>
                  </a:lnTo>
                  <a:lnTo>
                    <a:pt x="211" y="94"/>
                  </a:lnTo>
                  <a:lnTo>
                    <a:pt x="211" y="94"/>
                  </a:lnTo>
                  <a:lnTo>
                    <a:pt x="211" y="94"/>
                  </a:lnTo>
                  <a:lnTo>
                    <a:pt x="211" y="94"/>
                  </a:lnTo>
                  <a:lnTo>
                    <a:pt x="213" y="96"/>
                  </a:lnTo>
                  <a:lnTo>
                    <a:pt x="213" y="98"/>
                  </a:lnTo>
                  <a:lnTo>
                    <a:pt x="213" y="98"/>
                  </a:lnTo>
                  <a:lnTo>
                    <a:pt x="213" y="100"/>
                  </a:lnTo>
                  <a:lnTo>
                    <a:pt x="211" y="100"/>
                  </a:lnTo>
                  <a:lnTo>
                    <a:pt x="211" y="105"/>
                  </a:lnTo>
                  <a:lnTo>
                    <a:pt x="211" y="105"/>
                  </a:lnTo>
                  <a:lnTo>
                    <a:pt x="208" y="107"/>
                  </a:lnTo>
                  <a:lnTo>
                    <a:pt x="211" y="107"/>
                  </a:lnTo>
                  <a:lnTo>
                    <a:pt x="211" y="109"/>
                  </a:lnTo>
                  <a:lnTo>
                    <a:pt x="211" y="111"/>
                  </a:lnTo>
                  <a:lnTo>
                    <a:pt x="211" y="111"/>
                  </a:lnTo>
                  <a:lnTo>
                    <a:pt x="211" y="114"/>
                  </a:lnTo>
                  <a:lnTo>
                    <a:pt x="211" y="114"/>
                  </a:lnTo>
                  <a:lnTo>
                    <a:pt x="208" y="116"/>
                  </a:lnTo>
                  <a:lnTo>
                    <a:pt x="206" y="118"/>
                  </a:lnTo>
                  <a:lnTo>
                    <a:pt x="206" y="118"/>
                  </a:lnTo>
                  <a:lnTo>
                    <a:pt x="206" y="118"/>
                  </a:lnTo>
                  <a:lnTo>
                    <a:pt x="206" y="120"/>
                  </a:lnTo>
                  <a:lnTo>
                    <a:pt x="206" y="122"/>
                  </a:lnTo>
                  <a:lnTo>
                    <a:pt x="206" y="122"/>
                  </a:lnTo>
                  <a:lnTo>
                    <a:pt x="206" y="122"/>
                  </a:lnTo>
                  <a:lnTo>
                    <a:pt x="206" y="122"/>
                  </a:lnTo>
                  <a:lnTo>
                    <a:pt x="204" y="125"/>
                  </a:lnTo>
                  <a:lnTo>
                    <a:pt x="204" y="125"/>
                  </a:lnTo>
                  <a:lnTo>
                    <a:pt x="204" y="125"/>
                  </a:lnTo>
                  <a:lnTo>
                    <a:pt x="204" y="125"/>
                  </a:lnTo>
                  <a:lnTo>
                    <a:pt x="202" y="127"/>
                  </a:lnTo>
                  <a:lnTo>
                    <a:pt x="202" y="127"/>
                  </a:lnTo>
                  <a:lnTo>
                    <a:pt x="202" y="127"/>
                  </a:lnTo>
                  <a:lnTo>
                    <a:pt x="199" y="131"/>
                  </a:lnTo>
                  <a:lnTo>
                    <a:pt x="199" y="133"/>
                  </a:lnTo>
                  <a:lnTo>
                    <a:pt x="197" y="136"/>
                  </a:lnTo>
                  <a:lnTo>
                    <a:pt x="197" y="136"/>
                  </a:lnTo>
                  <a:lnTo>
                    <a:pt x="197" y="136"/>
                  </a:lnTo>
                  <a:lnTo>
                    <a:pt x="197" y="138"/>
                  </a:lnTo>
                  <a:lnTo>
                    <a:pt x="195" y="138"/>
                  </a:lnTo>
                  <a:lnTo>
                    <a:pt x="195" y="138"/>
                  </a:lnTo>
                  <a:lnTo>
                    <a:pt x="195" y="138"/>
                  </a:lnTo>
                  <a:lnTo>
                    <a:pt x="195" y="140"/>
                  </a:lnTo>
                  <a:lnTo>
                    <a:pt x="195" y="142"/>
                  </a:lnTo>
                  <a:lnTo>
                    <a:pt x="195" y="142"/>
                  </a:lnTo>
                  <a:lnTo>
                    <a:pt x="193" y="142"/>
                  </a:lnTo>
                  <a:lnTo>
                    <a:pt x="193" y="142"/>
                  </a:lnTo>
                  <a:lnTo>
                    <a:pt x="193" y="142"/>
                  </a:lnTo>
                  <a:lnTo>
                    <a:pt x="191" y="142"/>
                  </a:lnTo>
                  <a:lnTo>
                    <a:pt x="191" y="142"/>
                  </a:lnTo>
                  <a:lnTo>
                    <a:pt x="191" y="142"/>
                  </a:lnTo>
                  <a:lnTo>
                    <a:pt x="191" y="142"/>
                  </a:lnTo>
                  <a:lnTo>
                    <a:pt x="188" y="145"/>
                  </a:lnTo>
                  <a:lnTo>
                    <a:pt x="182" y="153"/>
                  </a:lnTo>
                  <a:lnTo>
                    <a:pt x="180" y="153"/>
                  </a:lnTo>
                  <a:lnTo>
                    <a:pt x="180" y="153"/>
                  </a:lnTo>
                  <a:lnTo>
                    <a:pt x="177" y="156"/>
                  </a:lnTo>
                  <a:lnTo>
                    <a:pt x="173" y="156"/>
                  </a:lnTo>
                  <a:lnTo>
                    <a:pt x="173" y="156"/>
                  </a:lnTo>
                  <a:lnTo>
                    <a:pt x="171" y="156"/>
                  </a:lnTo>
                  <a:lnTo>
                    <a:pt x="171" y="156"/>
                  </a:lnTo>
                  <a:lnTo>
                    <a:pt x="166" y="153"/>
                  </a:lnTo>
                  <a:lnTo>
                    <a:pt x="160" y="153"/>
                  </a:lnTo>
                  <a:lnTo>
                    <a:pt x="157" y="153"/>
                  </a:lnTo>
                  <a:lnTo>
                    <a:pt x="157" y="153"/>
                  </a:lnTo>
                  <a:lnTo>
                    <a:pt x="157" y="153"/>
                  </a:lnTo>
                  <a:lnTo>
                    <a:pt x="155" y="156"/>
                  </a:lnTo>
                  <a:lnTo>
                    <a:pt x="153" y="156"/>
                  </a:lnTo>
                  <a:lnTo>
                    <a:pt x="151" y="156"/>
                  </a:lnTo>
                  <a:lnTo>
                    <a:pt x="149" y="156"/>
                  </a:lnTo>
                  <a:lnTo>
                    <a:pt x="149" y="158"/>
                  </a:lnTo>
                  <a:lnTo>
                    <a:pt x="149" y="158"/>
                  </a:lnTo>
                  <a:lnTo>
                    <a:pt x="149" y="158"/>
                  </a:lnTo>
                  <a:lnTo>
                    <a:pt x="146" y="160"/>
                  </a:lnTo>
                  <a:lnTo>
                    <a:pt x="146" y="160"/>
                  </a:lnTo>
                  <a:lnTo>
                    <a:pt x="146" y="160"/>
                  </a:lnTo>
                  <a:lnTo>
                    <a:pt x="144" y="160"/>
                  </a:lnTo>
                  <a:lnTo>
                    <a:pt x="144" y="160"/>
                  </a:lnTo>
                  <a:lnTo>
                    <a:pt x="144" y="160"/>
                  </a:lnTo>
                  <a:lnTo>
                    <a:pt x="142" y="160"/>
                  </a:lnTo>
                  <a:lnTo>
                    <a:pt x="142" y="160"/>
                  </a:lnTo>
                  <a:lnTo>
                    <a:pt x="142" y="162"/>
                  </a:lnTo>
                  <a:lnTo>
                    <a:pt x="142" y="162"/>
                  </a:lnTo>
                  <a:lnTo>
                    <a:pt x="142" y="164"/>
                  </a:lnTo>
                  <a:lnTo>
                    <a:pt x="142" y="164"/>
                  </a:lnTo>
                  <a:lnTo>
                    <a:pt x="142" y="164"/>
                  </a:lnTo>
                  <a:lnTo>
                    <a:pt x="140" y="164"/>
                  </a:lnTo>
                  <a:lnTo>
                    <a:pt x="140" y="164"/>
                  </a:lnTo>
                  <a:lnTo>
                    <a:pt x="140" y="164"/>
                  </a:lnTo>
                  <a:lnTo>
                    <a:pt x="137" y="167"/>
                  </a:lnTo>
                  <a:lnTo>
                    <a:pt x="135" y="167"/>
                  </a:lnTo>
                  <a:lnTo>
                    <a:pt x="133" y="167"/>
                  </a:lnTo>
                  <a:lnTo>
                    <a:pt x="133" y="167"/>
                  </a:lnTo>
                  <a:lnTo>
                    <a:pt x="133" y="169"/>
                  </a:lnTo>
                  <a:lnTo>
                    <a:pt x="131" y="173"/>
                  </a:lnTo>
                  <a:lnTo>
                    <a:pt x="131" y="173"/>
                  </a:lnTo>
                  <a:lnTo>
                    <a:pt x="131" y="173"/>
                  </a:lnTo>
                  <a:lnTo>
                    <a:pt x="131" y="173"/>
                  </a:lnTo>
                  <a:lnTo>
                    <a:pt x="129" y="176"/>
                  </a:lnTo>
                  <a:lnTo>
                    <a:pt x="129" y="176"/>
                  </a:lnTo>
                  <a:lnTo>
                    <a:pt x="129" y="176"/>
                  </a:lnTo>
                  <a:lnTo>
                    <a:pt x="126" y="176"/>
                  </a:lnTo>
                  <a:lnTo>
                    <a:pt x="126" y="176"/>
                  </a:lnTo>
                  <a:lnTo>
                    <a:pt x="120" y="173"/>
                  </a:lnTo>
                  <a:lnTo>
                    <a:pt x="120" y="173"/>
                  </a:lnTo>
                  <a:lnTo>
                    <a:pt x="115" y="173"/>
                  </a:lnTo>
                  <a:lnTo>
                    <a:pt x="115" y="176"/>
                  </a:lnTo>
                  <a:lnTo>
                    <a:pt x="115" y="176"/>
                  </a:lnTo>
                  <a:lnTo>
                    <a:pt x="113" y="176"/>
                  </a:lnTo>
                  <a:lnTo>
                    <a:pt x="113" y="176"/>
                  </a:lnTo>
                  <a:lnTo>
                    <a:pt x="113" y="176"/>
                  </a:lnTo>
                  <a:lnTo>
                    <a:pt x="113" y="176"/>
                  </a:lnTo>
                  <a:lnTo>
                    <a:pt x="111" y="176"/>
                  </a:lnTo>
                  <a:lnTo>
                    <a:pt x="111" y="176"/>
                  </a:lnTo>
                  <a:lnTo>
                    <a:pt x="111" y="176"/>
                  </a:lnTo>
                  <a:lnTo>
                    <a:pt x="111" y="176"/>
                  </a:lnTo>
                  <a:lnTo>
                    <a:pt x="106" y="173"/>
                  </a:lnTo>
                  <a:lnTo>
                    <a:pt x="104" y="173"/>
                  </a:lnTo>
                  <a:lnTo>
                    <a:pt x="104" y="173"/>
                  </a:lnTo>
                  <a:lnTo>
                    <a:pt x="102" y="171"/>
                  </a:lnTo>
                  <a:lnTo>
                    <a:pt x="100" y="171"/>
                  </a:lnTo>
                  <a:lnTo>
                    <a:pt x="98" y="171"/>
                  </a:lnTo>
                  <a:lnTo>
                    <a:pt x="95" y="169"/>
                  </a:lnTo>
                  <a:lnTo>
                    <a:pt x="93" y="169"/>
                  </a:lnTo>
                  <a:lnTo>
                    <a:pt x="93" y="169"/>
                  </a:lnTo>
                  <a:lnTo>
                    <a:pt x="91" y="169"/>
                  </a:lnTo>
                  <a:lnTo>
                    <a:pt x="91" y="167"/>
                  </a:lnTo>
                  <a:lnTo>
                    <a:pt x="91" y="167"/>
                  </a:lnTo>
                  <a:lnTo>
                    <a:pt x="91" y="167"/>
                  </a:lnTo>
                  <a:lnTo>
                    <a:pt x="86" y="160"/>
                  </a:lnTo>
                  <a:lnTo>
                    <a:pt x="82" y="156"/>
                  </a:lnTo>
                  <a:lnTo>
                    <a:pt x="82" y="156"/>
                  </a:lnTo>
                  <a:lnTo>
                    <a:pt x="82" y="153"/>
                  </a:lnTo>
                  <a:lnTo>
                    <a:pt x="82" y="151"/>
                  </a:lnTo>
                  <a:lnTo>
                    <a:pt x="80" y="149"/>
                  </a:lnTo>
                  <a:lnTo>
                    <a:pt x="80" y="147"/>
                  </a:lnTo>
                  <a:lnTo>
                    <a:pt x="80" y="147"/>
                  </a:lnTo>
                  <a:lnTo>
                    <a:pt x="80" y="145"/>
                  </a:lnTo>
                  <a:lnTo>
                    <a:pt x="80" y="145"/>
                  </a:lnTo>
                  <a:lnTo>
                    <a:pt x="78" y="140"/>
                  </a:lnTo>
                  <a:lnTo>
                    <a:pt x="73" y="136"/>
                  </a:lnTo>
                  <a:lnTo>
                    <a:pt x="71" y="136"/>
                  </a:lnTo>
                  <a:lnTo>
                    <a:pt x="71" y="133"/>
                  </a:lnTo>
                  <a:lnTo>
                    <a:pt x="69" y="133"/>
                  </a:lnTo>
                  <a:lnTo>
                    <a:pt x="60" y="133"/>
                  </a:lnTo>
                  <a:lnTo>
                    <a:pt x="58" y="136"/>
                  </a:lnTo>
                  <a:lnTo>
                    <a:pt x="58" y="136"/>
                  </a:lnTo>
                  <a:lnTo>
                    <a:pt x="58" y="136"/>
                  </a:lnTo>
                  <a:lnTo>
                    <a:pt x="58" y="136"/>
                  </a:lnTo>
                  <a:lnTo>
                    <a:pt x="55" y="138"/>
                  </a:lnTo>
                  <a:lnTo>
                    <a:pt x="55" y="138"/>
                  </a:lnTo>
                  <a:lnTo>
                    <a:pt x="55" y="140"/>
                  </a:lnTo>
                  <a:lnTo>
                    <a:pt x="55" y="140"/>
                  </a:lnTo>
                  <a:lnTo>
                    <a:pt x="55" y="140"/>
                  </a:lnTo>
                  <a:lnTo>
                    <a:pt x="55" y="142"/>
                  </a:lnTo>
                  <a:lnTo>
                    <a:pt x="55" y="142"/>
                  </a:lnTo>
                  <a:lnTo>
                    <a:pt x="53" y="145"/>
                  </a:lnTo>
                  <a:lnTo>
                    <a:pt x="53" y="145"/>
                  </a:lnTo>
                  <a:lnTo>
                    <a:pt x="51" y="145"/>
                  </a:lnTo>
                  <a:lnTo>
                    <a:pt x="51" y="145"/>
                  </a:lnTo>
                  <a:lnTo>
                    <a:pt x="49" y="147"/>
                  </a:lnTo>
                  <a:lnTo>
                    <a:pt x="47" y="147"/>
                  </a:lnTo>
                  <a:lnTo>
                    <a:pt x="47" y="147"/>
                  </a:lnTo>
                  <a:lnTo>
                    <a:pt x="44" y="149"/>
                  </a:lnTo>
                  <a:lnTo>
                    <a:pt x="42" y="151"/>
                  </a:lnTo>
                  <a:lnTo>
                    <a:pt x="38" y="153"/>
                  </a:lnTo>
                  <a:lnTo>
                    <a:pt x="38" y="153"/>
                  </a:lnTo>
                  <a:lnTo>
                    <a:pt x="36" y="153"/>
                  </a:lnTo>
                  <a:lnTo>
                    <a:pt x="36" y="153"/>
                  </a:lnTo>
                  <a:lnTo>
                    <a:pt x="36" y="153"/>
                  </a:lnTo>
                  <a:lnTo>
                    <a:pt x="31" y="156"/>
                  </a:lnTo>
                  <a:lnTo>
                    <a:pt x="31" y="158"/>
                  </a:lnTo>
                  <a:lnTo>
                    <a:pt x="27" y="158"/>
                  </a:lnTo>
                  <a:lnTo>
                    <a:pt x="27" y="158"/>
                  </a:lnTo>
                  <a:lnTo>
                    <a:pt x="27" y="160"/>
                  </a:lnTo>
                  <a:lnTo>
                    <a:pt x="24" y="162"/>
                  </a:lnTo>
                  <a:lnTo>
                    <a:pt x="22" y="164"/>
                  </a:lnTo>
                  <a:lnTo>
                    <a:pt x="22" y="164"/>
                  </a:lnTo>
                  <a:lnTo>
                    <a:pt x="20" y="167"/>
                  </a:lnTo>
                  <a:lnTo>
                    <a:pt x="20" y="167"/>
                  </a:lnTo>
                  <a:lnTo>
                    <a:pt x="18" y="167"/>
                  </a:lnTo>
                  <a:lnTo>
                    <a:pt x="18" y="169"/>
                  </a:lnTo>
                  <a:lnTo>
                    <a:pt x="20" y="169"/>
                  </a:lnTo>
                  <a:lnTo>
                    <a:pt x="20" y="169"/>
                  </a:lnTo>
                  <a:lnTo>
                    <a:pt x="20" y="169"/>
                  </a:lnTo>
                  <a:lnTo>
                    <a:pt x="20" y="169"/>
                  </a:lnTo>
                  <a:lnTo>
                    <a:pt x="22" y="169"/>
                  </a:lnTo>
                  <a:lnTo>
                    <a:pt x="22" y="169"/>
                  </a:lnTo>
                  <a:lnTo>
                    <a:pt x="22" y="171"/>
                  </a:lnTo>
                  <a:lnTo>
                    <a:pt x="22" y="171"/>
                  </a:lnTo>
                  <a:lnTo>
                    <a:pt x="22" y="171"/>
                  </a:lnTo>
                  <a:lnTo>
                    <a:pt x="22" y="171"/>
                  </a:lnTo>
                  <a:lnTo>
                    <a:pt x="22" y="171"/>
                  </a:lnTo>
                  <a:lnTo>
                    <a:pt x="24" y="176"/>
                  </a:lnTo>
                  <a:lnTo>
                    <a:pt x="24" y="176"/>
                  </a:lnTo>
                  <a:lnTo>
                    <a:pt x="24" y="176"/>
                  </a:lnTo>
                  <a:lnTo>
                    <a:pt x="24" y="176"/>
                  </a:lnTo>
                  <a:lnTo>
                    <a:pt x="24" y="178"/>
                  </a:lnTo>
                  <a:lnTo>
                    <a:pt x="22" y="178"/>
                  </a:lnTo>
                  <a:lnTo>
                    <a:pt x="22" y="178"/>
                  </a:lnTo>
                  <a:lnTo>
                    <a:pt x="22" y="178"/>
                  </a:lnTo>
                  <a:lnTo>
                    <a:pt x="20" y="178"/>
                  </a:lnTo>
                  <a:lnTo>
                    <a:pt x="18" y="180"/>
                  </a:lnTo>
                  <a:lnTo>
                    <a:pt x="16" y="180"/>
                  </a:lnTo>
                  <a:lnTo>
                    <a:pt x="16" y="182"/>
                  </a:lnTo>
                  <a:lnTo>
                    <a:pt x="13" y="182"/>
                  </a:lnTo>
                  <a:lnTo>
                    <a:pt x="13" y="184"/>
                  </a:lnTo>
                  <a:lnTo>
                    <a:pt x="9" y="191"/>
                  </a:lnTo>
                  <a:lnTo>
                    <a:pt x="7" y="198"/>
                  </a:lnTo>
                  <a:lnTo>
                    <a:pt x="7" y="198"/>
                  </a:lnTo>
                  <a:lnTo>
                    <a:pt x="7" y="198"/>
                  </a:lnTo>
                  <a:lnTo>
                    <a:pt x="4" y="200"/>
                  </a:lnTo>
                  <a:lnTo>
                    <a:pt x="4" y="200"/>
                  </a:lnTo>
                  <a:lnTo>
                    <a:pt x="4" y="200"/>
                  </a:lnTo>
                  <a:lnTo>
                    <a:pt x="2" y="202"/>
                  </a:lnTo>
                  <a:lnTo>
                    <a:pt x="0" y="204"/>
                  </a:lnTo>
                  <a:lnTo>
                    <a:pt x="0" y="207"/>
                  </a:lnTo>
                  <a:lnTo>
                    <a:pt x="0" y="207"/>
                  </a:lnTo>
                  <a:lnTo>
                    <a:pt x="0" y="209"/>
                  </a:lnTo>
                  <a:lnTo>
                    <a:pt x="0" y="209"/>
                  </a:lnTo>
                  <a:lnTo>
                    <a:pt x="0" y="209"/>
                  </a:lnTo>
                  <a:lnTo>
                    <a:pt x="0" y="211"/>
                  </a:lnTo>
                  <a:lnTo>
                    <a:pt x="0" y="211"/>
                  </a:lnTo>
                  <a:lnTo>
                    <a:pt x="0" y="213"/>
                  </a:lnTo>
                  <a:lnTo>
                    <a:pt x="2" y="213"/>
                  </a:lnTo>
                  <a:lnTo>
                    <a:pt x="4" y="213"/>
                  </a:lnTo>
                  <a:lnTo>
                    <a:pt x="4" y="213"/>
                  </a:lnTo>
                  <a:lnTo>
                    <a:pt x="4" y="215"/>
                  </a:lnTo>
                  <a:lnTo>
                    <a:pt x="4" y="215"/>
                  </a:lnTo>
                  <a:lnTo>
                    <a:pt x="7" y="215"/>
                  </a:lnTo>
                  <a:lnTo>
                    <a:pt x="7" y="215"/>
                  </a:lnTo>
                  <a:lnTo>
                    <a:pt x="7" y="218"/>
                  </a:lnTo>
                  <a:lnTo>
                    <a:pt x="7" y="220"/>
                  </a:lnTo>
                  <a:lnTo>
                    <a:pt x="7" y="220"/>
                  </a:lnTo>
                  <a:lnTo>
                    <a:pt x="9" y="220"/>
                  </a:lnTo>
                  <a:lnTo>
                    <a:pt x="9" y="220"/>
                  </a:lnTo>
                  <a:lnTo>
                    <a:pt x="9" y="220"/>
                  </a:lnTo>
                  <a:lnTo>
                    <a:pt x="9" y="222"/>
                  </a:lnTo>
                  <a:lnTo>
                    <a:pt x="11" y="222"/>
                  </a:lnTo>
                  <a:lnTo>
                    <a:pt x="20" y="222"/>
                  </a:lnTo>
                  <a:lnTo>
                    <a:pt x="27" y="224"/>
                  </a:lnTo>
                  <a:lnTo>
                    <a:pt x="33" y="227"/>
                  </a:lnTo>
                  <a:lnTo>
                    <a:pt x="33" y="229"/>
                  </a:lnTo>
                  <a:lnTo>
                    <a:pt x="36" y="229"/>
                  </a:lnTo>
                  <a:lnTo>
                    <a:pt x="36" y="229"/>
                  </a:lnTo>
                  <a:lnTo>
                    <a:pt x="36" y="229"/>
                  </a:lnTo>
                  <a:lnTo>
                    <a:pt x="36" y="231"/>
                  </a:lnTo>
                  <a:lnTo>
                    <a:pt x="36" y="233"/>
                  </a:lnTo>
                  <a:lnTo>
                    <a:pt x="33" y="233"/>
                  </a:lnTo>
                  <a:lnTo>
                    <a:pt x="33" y="233"/>
                  </a:lnTo>
                  <a:lnTo>
                    <a:pt x="33" y="233"/>
                  </a:lnTo>
                  <a:lnTo>
                    <a:pt x="33" y="233"/>
                  </a:lnTo>
                  <a:lnTo>
                    <a:pt x="33" y="235"/>
                  </a:lnTo>
                  <a:lnTo>
                    <a:pt x="33" y="235"/>
                  </a:lnTo>
                  <a:lnTo>
                    <a:pt x="27" y="235"/>
                  </a:lnTo>
                  <a:lnTo>
                    <a:pt x="24" y="238"/>
                  </a:lnTo>
                  <a:lnTo>
                    <a:pt x="22" y="238"/>
                  </a:lnTo>
                  <a:lnTo>
                    <a:pt x="22" y="240"/>
                  </a:lnTo>
                  <a:lnTo>
                    <a:pt x="22" y="240"/>
                  </a:lnTo>
                  <a:lnTo>
                    <a:pt x="22" y="240"/>
                  </a:lnTo>
                  <a:lnTo>
                    <a:pt x="22" y="240"/>
                  </a:lnTo>
                  <a:lnTo>
                    <a:pt x="22" y="242"/>
                  </a:lnTo>
                  <a:lnTo>
                    <a:pt x="22" y="242"/>
                  </a:lnTo>
                  <a:lnTo>
                    <a:pt x="22" y="244"/>
                  </a:lnTo>
                  <a:lnTo>
                    <a:pt x="22" y="246"/>
                  </a:lnTo>
                  <a:lnTo>
                    <a:pt x="22" y="246"/>
                  </a:lnTo>
                  <a:lnTo>
                    <a:pt x="22" y="246"/>
                  </a:lnTo>
                  <a:lnTo>
                    <a:pt x="22" y="246"/>
                  </a:lnTo>
                  <a:lnTo>
                    <a:pt x="24" y="246"/>
                  </a:lnTo>
                  <a:lnTo>
                    <a:pt x="27" y="246"/>
                  </a:lnTo>
                  <a:lnTo>
                    <a:pt x="27" y="246"/>
                  </a:lnTo>
                  <a:lnTo>
                    <a:pt x="29" y="246"/>
                  </a:lnTo>
                  <a:lnTo>
                    <a:pt x="29" y="246"/>
                  </a:lnTo>
                  <a:lnTo>
                    <a:pt x="31" y="246"/>
                  </a:lnTo>
                  <a:lnTo>
                    <a:pt x="31" y="246"/>
                  </a:lnTo>
                  <a:lnTo>
                    <a:pt x="33" y="249"/>
                  </a:lnTo>
                  <a:lnTo>
                    <a:pt x="33" y="249"/>
                  </a:lnTo>
                  <a:lnTo>
                    <a:pt x="36" y="249"/>
                  </a:lnTo>
                  <a:lnTo>
                    <a:pt x="36" y="251"/>
                  </a:lnTo>
                  <a:lnTo>
                    <a:pt x="36" y="253"/>
                  </a:lnTo>
                  <a:lnTo>
                    <a:pt x="36" y="253"/>
                  </a:lnTo>
                  <a:lnTo>
                    <a:pt x="36" y="253"/>
                  </a:lnTo>
                  <a:lnTo>
                    <a:pt x="36" y="253"/>
                  </a:lnTo>
                  <a:lnTo>
                    <a:pt x="36" y="253"/>
                  </a:lnTo>
                  <a:lnTo>
                    <a:pt x="33" y="253"/>
                  </a:lnTo>
                  <a:lnTo>
                    <a:pt x="33" y="255"/>
                  </a:lnTo>
                  <a:lnTo>
                    <a:pt x="33" y="255"/>
                  </a:lnTo>
                  <a:lnTo>
                    <a:pt x="31" y="255"/>
                  </a:lnTo>
                  <a:lnTo>
                    <a:pt x="27" y="258"/>
                  </a:lnTo>
                  <a:lnTo>
                    <a:pt x="27" y="258"/>
                  </a:lnTo>
                  <a:lnTo>
                    <a:pt x="27" y="258"/>
                  </a:lnTo>
                  <a:lnTo>
                    <a:pt x="27" y="258"/>
                  </a:lnTo>
                  <a:lnTo>
                    <a:pt x="22" y="262"/>
                  </a:lnTo>
                  <a:lnTo>
                    <a:pt x="22" y="262"/>
                  </a:lnTo>
                  <a:lnTo>
                    <a:pt x="22" y="264"/>
                  </a:lnTo>
                  <a:lnTo>
                    <a:pt x="18" y="266"/>
                  </a:lnTo>
                  <a:lnTo>
                    <a:pt x="18" y="266"/>
                  </a:lnTo>
                  <a:lnTo>
                    <a:pt x="18" y="266"/>
                  </a:lnTo>
                  <a:lnTo>
                    <a:pt x="18" y="266"/>
                  </a:lnTo>
                  <a:lnTo>
                    <a:pt x="18" y="266"/>
                  </a:lnTo>
                  <a:lnTo>
                    <a:pt x="16" y="269"/>
                  </a:lnTo>
                  <a:lnTo>
                    <a:pt x="16" y="284"/>
                  </a:lnTo>
                  <a:lnTo>
                    <a:pt x="16" y="284"/>
                  </a:lnTo>
                  <a:lnTo>
                    <a:pt x="18" y="289"/>
                  </a:lnTo>
                  <a:lnTo>
                    <a:pt x="18" y="291"/>
                  </a:lnTo>
                  <a:lnTo>
                    <a:pt x="18" y="291"/>
                  </a:lnTo>
                  <a:lnTo>
                    <a:pt x="20" y="291"/>
                  </a:lnTo>
                  <a:lnTo>
                    <a:pt x="22" y="293"/>
                  </a:lnTo>
                  <a:lnTo>
                    <a:pt x="27" y="293"/>
                  </a:lnTo>
                  <a:lnTo>
                    <a:pt x="27" y="293"/>
                  </a:lnTo>
                  <a:lnTo>
                    <a:pt x="29" y="295"/>
                  </a:lnTo>
                  <a:lnTo>
                    <a:pt x="29" y="295"/>
                  </a:lnTo>
                  <a:lnTo>
                    <a:pt x="29" y="295"/>
                  </a:lnTo>
                  <a:lnTo>
                    <a:pt x="29" y="295"/>
                  </a:lnTo>
                  <a:lnTo>
                    <a:pt x="29" y="295"/>
                  </a:lnTo>
                  <a:lnTo>
                    <a:pt x="29" y="295"/>
                  </a:lnTo>
                  <a:lnTo>
                    <a:pt x="31" y="302"/>
                  </a:lnTo>
                  <a:lnTo>
                    <a:pt x="31" y="304"/>
                  </a:lnTo>
                  <a:lnTo>
                    <a:pt x="29" y="304"/>
                  </a:lnTo>
                  <a:lnTo>
                    <a:pt x="24" y="311"/>
                  </a:lnTo>
                  <a:lnTo>
                    <a:pt x="24" y="313"/>
                  </a:lnTo>
                  <a:lnTo>
                    <a:pt x="24" y="315"/>
                  </a:lnTo>
                  <a:lnTo>
                    <a:pt x="24" y="315"/>
                  </a:lnTo>
                  <a:lnTo>
                    <a:pt x="24" y="315"/>
                  </a:lnTo>
                  <a:lnTo>
                    <a:pt x="24" y="317"/>
                  </a:lnTo>
                  <a:lnTo>
                    <a:pt x="24" y="317"/>
                  </a:lnTo>
                  <a:lnTo>
                    <a:pt x="24" y="320"/>
                  </a:lnTo>
                  <a:lnTo>
                    <a:pt x="27" y="322"/>
                  </a:lnTo>
                  <a:lnTo>
                    <a:pt x="36" y="326"/>
                  </a:lnTo>
                  <a:lnTo>
                    <a:pt x="36" y="328"/>
                  </a:lnTo>
                  <a:lnTo>
                    <a:pt x="38" y="328"/>
                  </a:lnTo>
                  <a:lnTo>
                    <a:pt x="38" y="328"/>
                  </a:lnTo>
                  <a:lnTo>
                    <a:pt x="38" y="331"/>
                  </a:lnTo>
                  <a:lnTo>
                    <a:pt x="38" y="331"/>
                  </a:lnTo>
                  <a:lnTo>
                    <a:pt x="38" y="331"/>
                  </a:lnTo>
                  <a:lnTo>
                    <a:pt x="36" y="331"/>
                  </a:lnTo>
                  <a:lnTo>
                    <a:pt x="36" y="333"/>
                  </a:lnTo>
                  <a:lnTo>
                    <a:pt x="36" y="333"/>
                  </a:lnTo>
                  <a:lnTo>
                    <a:pt x="36" y="333"/>
                  </a:lnTo>
                  <a:lnTo>
                    <a:pt x="31" y="335"/>
                  </a:lnTo>
                  <a:lnTo>
                    <a:pt x="31" y="335"/>
                  </a:lnTo>
                  <a:lnTo>
                    <a:pt x="31" y="335"/>
                  </a:lnTo>
                  <a:lnTo>
                    <a:pt x="29" y="337"/>
                  </a:lnTo>
                  <a:lnTo>
                    <a:pt x="29" y="346"/>
                  </a:lnTo>
                  <a:lnTo>
                    <a:pt x="29" y="348"/>
                  </a:lnTo>
                  <a:lnTo>
                    <a:pt x="29" y="348"/>
                  </a:lnTo>
                  <a:lnTo>
                    <a:pt x="29" y="348"/>
                  </a:lnTo>
                  <a:lnTo>
                    <a:pt x="31" y="351"/>
                  </a:lnTo>
                  <a:lnTo>
                    <a:pt x="36" y="353"/>
                  </a:lnTo>
                  <a:lnTo>
                    <a:pt x="36" y="353"/>
                  </a:lnTo>
                  <a:lnTo>
                    <a:pt x="36" y="353"/>
                  </a:lnTo>
                  <a:lnTo>
                    <a:pt x="36" y="353"/>
                  </a:lnTo>
                  <a:lnTo>
                    <a:pt x="36" y="353"/>
                  </a:lnTo>
                  <a:lnTo>
                    <a:pt x="36" y="355"/>
                  </a:lnTo>
                  <a:lnTo>
                    <a:pt x="36" y="357"/>
                  </a:lnTo>
                  <a:lnTo>
                    <a:pt x="36" y="357"/>
                  </a:lnTo>
                  <a:lnTo>
                    <a:pt x="36" y="357"/>
                  </a:lnTo>
                  <a:lnTo>
                    <a:pt x="36" y="359"/>
                  </a:lnTo>
                  <a:lnTo>
                    <a:pt x="33" y="359"/>
                  </a:lnTo>
                  <a:lnTo>
                    <a:pt x="31" y="362"/>
                  </a:lnTo>
                  <a:lnTo>
                    <a:pt x="31" y="362"/>
                  </a:lnTo>
                  <a:lnTo>
                    <a:pt x="29" y="364"/>
                  </a:lnTo>
                  <a:lnTo>
                    <a:pt x="27" y="364"/>
                  </a:lnTo>
                  <a:lnTo>
                    <a:pt x="27" y="368"/>
                  </a:lnTo>
                  <a:lnTo>
                    <a:pt x="24" y="373"/>
                  </a:lnTo>
                  <a:lnTo>
                    <a:pt x="22" y="377"/>
                  </a:lnTo>
                  <a:lnTo>
                    <a:pt x="22" y="382"/>
                  </a:lnTo>
                  <a:lnTo>
                    <a:pt x="22" y="382"/>
                  </a:lnTo>
                  <a:lnTo>
                    <a:pt x="22" y="382"/>
                  </a:lnTo>
                  <a:lnTo>
                    <a:pt x="22" y="391"/>
                  </a:lnTo>
                  <a:lnTo>
                    <a:pt x="22" y="399"/>
                  </a:lnTo>
                  <a:lnTo>
                    <a:pt x="24" y="408"/>
                  </a:lnTo>
                  <a:lnTo>
                    <a:pt x="29" y="413"/>
                  </a:lnTo>
                  <a:lnTo>
                    <a:pt x="29" y="415"/>
                  </a:lnTo>
                  <a:lnTo>
                    <a:pt x="31" y="422"/>
                  </a:lnTo>
                  <a:lnTo>
                    <a:pt x="33" y="422"/>
                  </a:lnTo>
                  <a:lnTo>
                    <a:pt x="33" y="424"/>
                  </a:lnTo>
                  <a:lnTo>
                    <a:pt x="33" y="424"/>
                  </a:lnTo>
                  <a:lnTo>
                    <a:pt x="38" y="426"/>
                  </a:lnTo>
                  <a:lnTo>
                    <a:pt x="38" y="426"/>
                  </a:lnTo>
                  <a:lnTo>
                    <a:pt x="38" y="428"/>
                  </a:lnTo>
                  <a:lnTo>
                    <a:pt x="40" y="430"/>
                  </a:lnTo>
                  <a:lnTo>
                    <a:pt x="40" y="430"/>
                  </a:lnTo>
                  <a:lnTo>
                    <a:pt x="42" y="430"/>
                  </a:lnTo>
                  <a:lnTo>
                    <a:pt x="44" y="433"/>
                  </a:lnTo>
                  <a:lnTo>
                    <a:pt x="47" y="433"/>
                  </a:lnTo>
                  <a:lnTo>
                    <a:pt x="47" y="435"/>
                  </a:lnTo>
                  <a:lnTo>
                    <a:pt x="47" y="435"/>
                  </a:lnTo>
                  <a:lnTo>
                    <a:pt x="47" y="435"/>
                  </a:lnTo>
                  <a:lnTo>
                    <a:pt x="47" y="435"/>
                  </a:lnTo>
                  <a:lnTo>
                    <a:pt x="47" y="435"/>
                  </a:lnTo>
                  <a:lnTo>
                    <a:pt x="47" y="437"/>
                  </a:lnTo>
                  <a:lnTo>
                    <a:pt x="47" y="439"/>
                  </a:lnTo>
                  <a:lnTo>
                    <a:pt x="44" y="444"/>
                  </a:lnTo>
                  <a:lnTo>
                    <a:pt x="44" y="444"/>
                  </a:lnTo>
                  <a:lnTo>
                    <a:pt x="44" y="446"/>
                  </a:lnTo>
                  <a:lnTo>
                    <a:pt x="44" y="446"/>
                  </a:lnTo>
                  <a:lnTo>
                    <a:pt x="44" y="448"/>
                  </a:lnTo>
                  <a:lnTo>
                    <a:pt x="44" y="450"/>
                  </a:lnTo>
                  <a:lnTo>
                    <a:pt x="44" y="450"/>
                  </a:lnTo>
                  <a:lnTo>
                    <a:pt x="47" y="453"/>
                  </a:lnTo>
                  <a:lnTo>
                    <a:pt x="47" y="455"/>
                  </a:lnTo>
                  <a:lnTo>
                    <a:pt x="47" y="457"/>
                  </a:lnTo>
                  <a:lnTo>
                    <a:pt x="47" y="459"/>
                  </a:lnTo>
                  <a:lnTo>
                    <a:pt x="49" y="461"/>
                  </a:lnTo>
                  <a:lnTo>
                    <a:pt x="49" y="461"/>
                  </a:lnTo>
                  <a:lnTo>
                    <a:pt x="47" y="464"/>
                  </a:lnTo>
                  <a:lnTo>
                    <a:pt x="47" y="464"/>
                  </a:lnTo>
                  <a:lnTo>
                    <a:pt x="47" y="464"/>
                  </a:lnTo>
                  <a:lnTo>
                    <a:pt x="44" y="466"/>
                  </a:lnTo>
                  <a:lnTo>
                    <a:pt x="44" y="468"/>
                  </a:lnTo>
                  <a:lnTo>
                    <a:pt x="40" y="475"/>
                  </a:lnTo>
                  <a:lnTo>
                    <a:pt x="40" y="475"/>
                  </a:lnTo>
                  <a:lnTo>
                    <a:pt x="40" y="475"/>
                  </a:lnTo>
                  <a:lnTo>
                    <a:pt x="40" y="477"/>
                  </a:lnTo>
                  <a:lnTo>
                    <a:pt x="40" y="477"/>
                  </a:lnTo>
                  <a:lnTo>
                    <a:pt x="42" y="479"/>
                  </a:lnTo>
                  <a:lnTo>
                    <a:pt x="42" y="479"/>
                  </a:lnTo>
                  <a:lnTo>
                    <a:pt x="42" y="479"/>
                  </a:lnTo>
                  <a:lnTo>
                    <a:pt x="42" y="481"/>
                  </a:lnTo>
                  <a:lnTo>
                    <a:pt x="44" y="484"/>
                  </a:lnTo>
                  <a:lnTo>
                    <a:pt x="44" y="484"/>
                  </a:lnTo>
                  <a:lnTo>
                    <a:pt x="44" y="484"/>
                  </a:lnTo>
                  <a:lnTo>
                    <a:pt x="44" y="484"/>
                  </a:lnTo>
                  <a:lnTo>
                    <a:pt x="42" y="484"/>
                  </a:lnTo>
                  <a:lnTo>
                    <a:pt x="42" y="486"/>
                  </a:lnTo>
                  <a:lnTo>
                    <a:pt x="42" y="486"/>
                  </a:lnTo>
                  <a:lnTo>
                    <a:pt x="40" y="488"/>
                  </a:lnTo>
                  <a:lnTo>
                    <a:pt x="40" y="492"/>
                  </a:lnTo>
                  <a:lnTo>
                    <a:pt x="38" y="495"/>
                  </a:lnTo>
                  <a:lnTo>
                    <a:pt x="38" y="497"/>
                  </a:lnTo>
                  <a:lnTo>
                    <a:pt x="36" y="499"/>
                  </a:lnTo>
                  <a:lnTo>
                    <a:pt x="36" y="499"/>
                  </a:lnTo>
                  <a:lnTo>
                    <a:pt x="36" y="501"/>
                  </a:lnTo>
                  <a:lnTo>
                    <a:pt x="36" y="501"/>
                  </a:lnTo>
                  <a:lnTo>
                    <a:pt x="36" y="501"/>
                  </a:lnTo>
                  <a:lnTo>
                    <a:pt x="36" y="501"/>
                  </a:lnTo>
                  <a:lnTo>
                    <a:pt x="36" y="501"/>
                  </a:lnTo>
                  <a:lnTo>
                    <a:pt x="36" y="501"/>
                  </a:lnTo>
                  <a:lnTo>
                    <a:pt x="38" y="501"/>
                  </a:lnTo>
                  <a:lnTo>
                    <a:pt x="38" y="501"/>
                  </a:lnTo>
                  <a:lnTo>
                    <a:pt x="38" y="501"/>
                  </a:lnTo>
                  <a:lnTo>
                    <a:pt x="38" y="501"/>
                  </a:lnTo>
                  <a:lnTo>
                    <a:pt x="40" y="499"/>
                  </a:lnTo>
                  <a:lnTo>
                    <a:pt x="42" y="499"/>
                  </a:lnTo>
                  <a:lnTo>
                    <a:pt x="44" y="499"/>
                  </a:lnTo>
                  <a:lnTo>
                    <a:pt x="44" y="497"/>
                  </a:lnTo>
                  <a:lnTo>
                    <a:pt x="44" y="497"/>
                  </a:lnTo>
                  <a:lnTo>
                    <a:pt x="44" y="497"/>
                  </a:lnTo>
                  <a:lnTo>
                    <a:pt x="44" y="497"/>
                  </a:lnTo>
                  <a:lnTo>
                    <a:pt x="47" y="495"/>
                  </a:lnTo>
                  <a:lnTo>
                    <a:pt x="47" y="495"/>
                  </a:lnTo>
                  <a:lnTo>
                    <a:pt x="47" y="492"/>
                  </a:lnTo>
                  <a:lnTo>
                    <a:pt x="47" y="492"/>
                  </a:lnTo>
                  <a:lnTo>
                    <a:pt x="47" y="492"/>
                  </a:lnTo>
                  <a:lnTo>
                    <a:pt x="49" y="492"/>
                  </a:lnTo>
                  <a:lnTo>
                    <a:pt x="53" y="495"/>
                  </a:lnTo>
                  <a:lnTo>
                    <a:pt x="53" y="495"/>
                  </a:lnTo>
                  <a:lnTo>
                    <a:pt x="60" y="495"/>
                  </a:lnTo>
                  <a:lnTo>
                    <a:pt x="60" y="495"/>
                  </a:lnTo>
                  <a:lnTo>
                    <a:pt x="60" y="495"/>
                  </a:lnTo>
                  <a:lnTo>
                    <a:pt x="62" y="492"/>
                  </a:lnTo>
                  <a:lnTo>
                    <a:pt x="64" y="490"/>
                  </a:lnTo>
                  <a:lnTo>
                    <a:pt x="67" y="490"/>
                  </a:lnTo>
                  <a:lnTo>
                    <a:pt x="67" y="488"/>
                  </a:lnTo>
                  <a:lnTo>
                    <a:pt x="67" y="488"/>
                  </a:lnTo>
                  <a:lnTo>
                    <a:pt x="67" y="486"/>
                  </a:lnTo>
                  <a:lnTo>
                    <a:pt x="69" y="486"/>
                  </a:lnTo>
                  <a:lnTo>
                    <a:pt x="69" y="486"/>
                  </a:lnTo>
                  <a:lnTo>
                    <a:pt x="71" y="484"/>
                  </a:lnTo>
                  <a:lnTo>
                    <a:pt x="71" y="484"/>
                  </a:lnTo>
                  <a:lnTo>
                    <a:pt x="71" y="484"/>
                  </a:lnTo>
                  <a:lnTo>
                    <a:pt x="71" y="484"/>
                  </a:lnTo>
                  <a:lnTo>
                    <a:pt x="71" y="484"/>
                  </a:lnTo>
                  <a:lnTo>
                    <a:pt x="73" y="481"/>
                  </a:lnTo>
                  <a:lnTo>
                    <a:pt x="73" y="481"/>
                  </a:lnTo>
                  <a:lnTo>
                    <a:pt x="73" y="479"/>
                  </a:lnTo>
                  <a:lnTo>
                    <a:pt x="73" y="479"/>
                  </a:lnTo>
                  <a:lnTo>
                    <a:pt x="73" y="479"/>
                  </a:lnTo>
                  <a:lnTo>
                    <a:pt x="73" y="479"/>
                  </a:lnTo>
                  <a:lnTo>
                    <a:pt x="75" y="479"/>
                  </a:lnTo>
                  <a:lnTo>
                    <a:pt x="75" y="479"/>
                  </a:lnTo>
                  <a:lnTo>
                    <a:pt x="78" y="479"/>
                  </a:lnTo>
                  <a:lnTo>
                    <a:pt x="78" y="479"/>
                  </a:lnTo>
                  <a:lnTo>
                    <a:pt x="78" y="479"/>
                  </a:lnTo>
                  <a:lnTo>
                    <a:pt x="78" y="479"/>
                  </a:lnTo>
                  <a:lnTo>
                    <a:pt x="78" y="479"/>
                  </a:lnTo>
                  <a:lnTo>
                    <a:pt x="80" y="479"/>
                  </a:lnTo>
                  <a:lnTo>
                    <a:pt x="82" y="479"/>
                  </a:lnTo>
                  <a:lnTo>
                    <a:pt x="82" y="479"/>
                  </a:lnTo>
                  <a:lnTo>
                    <a:pt x="84" y="477"/>
                  </a:lnTo>
                  <a:lnTo>
                    <a:pt x="86" y="475"/>
                  </a:lnTo>
                  <a:lnTo>
                    <a:pt x="89" y="475"/>
                  </a:lnTo>
                  <a:lnTo>
                    <a:pt x="89" y="475"/>
                  </a:lnTo>
                  <a:lnTo>
                    <a:pt x="89" y="473"/>
                  </a:lnTo>
                  <a:lnTo>
                    <a:pt x="91" y="473"/>
                  </a:lnTo>
                  <a:lnTo>
                    <a:pt x="91" y="473"/>
                  </a:lnTo>
                  <a:lnTo>
                    <a:pt x="91" y="473"/>
                  </a:lnTo>
                  <a:lnTo>
                    <a:pt x="93" y="473"/>
                  </a:lnTo>
                  <a:lnTo>
                    <a:pt x="93" y="470"/>
                  </a:lnTo>
                  <a:lnTo>
                    <a:pt x="93" y="470"/>
                  </a:lnTo>
                  <a:lnTo>
                    <a:pt x="93" y="470"/>
                  </a:lnTo>
                  <a:lnTo>
                    <a:pt x="93" y="470"/>
                  </a:lnTo>
                  <a:lnTo>
                    <a:pt x="95" y="468"/>
                  </a:lnTo>
                  <a:lnTo>
                    <a:pt x="95" y="468"/>
                  </a:lnTo>
                  <a:lnTo>
                    <a:pt x="98" y="466"/>
                  </a:lnTo>
                  <a:lnTo>
                    <a:pt x="98" y="466"/>
                  </a:lnTo>
                  <a:lnTo>
                    <a:pt x="98" y="466"/>
                  </a:lnTo>
                  <a:lnTo>
                    <a:pt x="98" y="464"/>
                  </a:lnTo>
                  <a:lnTo>
                    <a:pt x="98" y="464"/>
                  </a:lnTo>
                  <a:lnTo>
                    <a:pt x="98" y="464"/>
                  </a:lnTo>
                  <a:lnTo>
                    <a:pt x="100" y="464"/>
                  </a:lnTo>
                  <a:lnTo>
                    <a:pt x="100" y="464"/>
                  </a:lnTo>
                  <a:lnTo>
                    <a:pt x="100" y="464"/>
                  </a:lnTo>
                  <a:lnTo>
                    <a:pt x="102" y="464"/>
                  </a:lnTo>
                  <a:lnTo>
                    <a:pt x="102" y="464"/>
                  </a:lnTo>
                  <a:lnTo>
                    <a:pt x="104" y="464"/>
                  </a:lnTo>
                  <a:lnTo>
                    <a:pt x="104" y="464"/>
                  </a:lnTo>
                  <a:lnTo>
                    <a:pt x="104" y="464"/>
                  </a:lnTo>
                  <a:lnTo>
                    <a:pt x="104" y="464"/>
                  </a:lnTo>
                  <a:lnTo>
                    <a:pt x="106" y="464"/>
                  </a:lnTo>
                  <a:lnTo>
                    <a:pt x="106" y="464"/>
                  </a:lnTo>
                  <a:lnTo>
                    <a:pt x="106" y="461"/>
                  </a:lnTo>
                  <a:lnTo>
                    <a:pt x="124" y="453"/>
                  </a:lnTo>
                  <a:lnTo>
                    <a:pt x="126" y="453"/>
                  </a:lnTo>
                  <a:lnTo>
                    <a:pt x="126" y="453"/>
                  </a:lnTo>
                  <a:lnTo>
                    <a:pt x="126" y="450"/>
                  </a:lnTo>
                  <a:lnTo>
                    <a:pt x="126" y="450"/>
                  </a:lnTo>
                  <a:lnTo>
                    <a:pt x="126" y="448"/>
                  </a:lnTo>
                  <a:lnTo>
                    <a:pt x="126" y="448"/>
                  </a:lnTo>
                  <a:lnTo>
                    <a:pt x="126" y="448"/>
                  </a:lnTo>
                  <a:lnTo>
                    <a:pt x="126" y="448"/>
                  </a:lnTo>
                  <a:lnTo>
                    <a:pt x="126" y="448"/>
                  </a:lnTo>
                  <a:lnTo>
                    <a:pt x="129" y="446"/>
                  </a:lnTo>
                  <a:lnTo>
                    <a:pt x="129" y="446"/>
                  </a:lnTo>
                  <a:lnTo>
                    <a:pt x="137" y="441"/>
                  </a:lnTo>
                  <a:lnTo>
                    <a:pt x="137" y="441"/>
                  </a:lnTo>
                  <a:lnTo>
                    <a:pt x="140" y="439"/>
                  </a:lnTo>
                  <a:lnTo>
                    <a:pt x="140" y="439"/>
                  </a:lnTo>
                  <a:lnTo>
                    <a:pt x="140" y="439"/>
                  </a:lnTo>
                  <a:lnTo>
                    <a:pt x="140" y="439"/>
                  </a:lnTo>
                  <a:lnTo>
                    <a:pt x="142" y="437"/>
                  </a:lnTo>
                  <a:lnTo>
                    <a:pt x="144" y="437"/>
                  </a:lnTo>
                  <a:lnTo>
                    <a:pt x="146" y="435"/>
                  </a:lnTo>
                  <a:lnTo>
                    <a:pt x="146" y="435"/>
                  </a:lnTo>
                  <a:lnTo>
                    <a:pt x="146" y="435"/>
                  </a:lnTo>
                  <a:lnTo>
                    <a:pt x="155" y="433"/>
                  </a:lnTo>
                  <a:lnTo>
                    <a:pt x="160" y="430"/>
                  </a:lnTo>
                  <a:lnTo>
                    <a:pt x="162" y="428"/>
                  </a:lnTo>
                  <a:lnTo>
                    <a:pt x="162" y="428"/>
                  </a:lnTo>
                  <a:lnTo>
                    <a:pt x="162" y="428"/>
                  </a:lnTo>
                  <a:lnTo>
                    <a:pt x="164" y="428"/>
                  </a:lnTo>
                  <a:lnTo>
                    <a:pt x="164" y="426"/>
                  </a:lnTo>
                  <a:lnTo>
                    <a:pt x="164" y="426"/>
                  </a:lnTo>
                  <a:lnTo>
                    <a:pt x="166" y="426"/>
                  </a:lnTo>
                  <a:lnTo>
                    <a:pt x="166" y="428"/>
                  </a:lnTo>
                  <a:lnTo>
                    <a:pt x="166" y="428"/>
                  </a:lnTo>
                  <a:lnTo>
                    <a:pt x="168" y="426"/>
                  </a:lnTo>
                  <a:lnTo>
                    <a:pt x="168" y="426"/>
                  </a:lnTo>
                  <a:lnTo>
                    <a:pt x="168" y="428"/>
                  </a:lnTo>
                  <a:lnTo>
                    <a:pt x="171" y="428"/>
                  </a:lnTo>
                  <a:lnTo>
                    <a:pt x="171" y="428"/>
                  </a:lnTo>
                  <a:lnTo>
                    <a:pt x="171" y="428"/>
                  </a:lnTo>
                  <a:lnTo>
                    <a:pt x="171" y="428"/>
                  </a:lnTo>
                  <a:lnTo>
                    <a:pt x="171" y="426"/>
                  </a:lnTo>
                  <a:lnTo>
                    <a:pt x="171" y="426"/>
                  </a:lnTo>
                  <a:lnTo>
                    <a:pt x="173" y="426"/>
                  </a:lnTo>
                  <a:lnTo>
                    <a:pt x="173" y="426"/>
                  </a:lnTo>
                  <a:lnTo>
                    <a:pt x="173" y="426"/>
                  </a:lnTo>
                  <a:lnTo>
                    <a:pt x="173" y="426"/>
                  </a:lnTo>
                  <a:lnTo>
                    <a:pt x="173" y="426"/>
                  </a:lnTo>
                  <a:lnTo>
                    <a:pt x="175" y="428"/>
                  </a:lnTo>
                  <a:lnTo>
                    <a:pt x="175" y="428"/>
                  </a:lnTo>
                  <a:lnTo>
                    <a:pt x="175" y="428"/>
                  </a:lnTo>
                  <a:lnTo>
                    <a:pt x="177" y="428"/>
                  </a:lnTo>
                  <a:lnTo>
                    <a:pt x="177" y="428"/>
                  </a:lnTo>
                  <a:lnTo>
                    <a:pt x="177" y="428"/>
                  </a:lnTo>
                  <a:lnTo>
                    <a:pt x="177" y="428"/>
                  </a:lnTo>
                  <a:lnTo>
                    <a:pt x="180" y="428"/>
                  </a:lnTo>
                  <a:lnTo>
                    <a:pt x="180" y="428"/>
                  </a:lnTo>
                  <a:lnTo>
                    <a:pt x="180" y="428"/>
                  </a:lnTo>
                  <a:lnTo>
                    <a:pt x="180" y="428"/>
                  </a:lnTo>
                  <a:lnTo>
                    <a:pt x="180" y="428"/>
                  </a:lnTo>
                  <a:lnTo>
                    <a:pt x="182" y="428"/>
                  </a:lnTo>
                  <a:lnTo>
                    <a:pt x="182" y="428"/>
                  </a:lnTo>
                  <a:lnTo>
                    <a:pt x="182" y="428"/>
                  </a:lnTo>
                  <a:lnTo>
                    <a:pt x="184" y="428"/>
                  </a:lnTo>
                  <a:lnTo>
                    <a:pt x="184" y="428"/>
                  </a:lnTo>
                  <a:lnTo>
                    <a:pt x="186" y="430"/>
                  </a:lnTo>
                  <a:lnTo>
                    <a:pt x="186" y="430"/>
                  </a:lnTo>
                  <a:lnTo>
                    <a:pt x="186" y="430"/>
                  </a:lnTo>
                  <a:lnTo>
                    <a:pt x="186" y="430"/>
                  </a:lnTo>
                  <a:lnTo>
                    <a:pt x="188" y="428"/>
                  </a:lnTo>
                  <a:lnTo>
                    <a:pt x="188" y="428"/>
                  </a:lnTo>
                  <a:lnTo>
                    <a:pt x="188" y="428"/>
                  </a:lnTo>
                  <a:lnTo>
                    <a:pt x="188" y="428"/>
                  </a:lnTo>
                  <a:lnTo>
                    <a:pt x="188" y="428"/>
                  </a:lnTo>
                  <a:lnTo>
                    <a:pt x="191" y="430"/>
                  </a:lnTo>
                  <a:lnTo>
                    <a:pt x="193" y="430"/>
                  </a:lnTo>
                  <a:lnTo>
                    <a:pt x="193" y="430"/>
                  </a:lnTo>
                  <a:lnTo>
                    <a:pt x="195" y="430"/>
                  </a:lnTo>
                  <a:lnTo>
                    <a:pt x="195" y="430"/>
                  </a:lnTo>
                  <a:lnTo>
                    <a:pt x="195" y="430"/>
                  </a:lnTo>
                  <a:lnTo>
                    <a:pt x="195" y="430"/>
                  </a:lnTo>
                  <a:lnTo>
                    <a:pt x="197" y="430"/>
                  </a:lnTo>
                  <a:lnTo>
                    <a:pt x="197" y="430"/>
                  </a:lnTo>
                  <a:lnTo>
                    <a:pt x="197" y="430"/>
                  </a:lnTo>
                  <a:lnTo>
                    <a:pt x="199" y="433"/>
                  </a:lnTo>
                  <a:lnTo>
                    <a:pt x="199" y="433"/>
                  </a:lnTo>
                  <a:lnTo>
                    <a:pt x="199" y="433"/>
                  </a:lnTo>
                  <a:lnTo>
                    <a:pt x="199" y="433"/>
                  </a:lnTo>
                  <a:lnTo>
                    <a:pt x="199" y="433"/>
                  </a:lnTo>
                  <a:lnTo>
                    <a:pt x="202" y="433"/>
                  </a:lnTo>
                  <a:lnTo>
                    <a:pt x="202" y="433"/>
                  </a:lnTo>
                  <a:lnTo>
                    <a:pt x="202" y="433"/>
                  </a:lnTo>
                  <a:lnTo>
                    <a:pt x="204" y="435"/>
                  </a:lnTo>
                  <a:lnTo>
                    <a:pt x="204" y="435"/>
                  </a:lnTo>
                  <a:lnTo>
                    <a:pt x="202" y="435"/>
                  </a:lnTo>
                  <a:lnTo>
                    <a:pt x="202" y="437"/>
                  </a:lnTo>
                  <a:lnTo>
                    <a:pt x="199" y="439"/>
                  </a:lnTo>
                  <a:lnTo>
                    <a:pt x="199" y="444"/>
                  </a:lnTo>
                  <a:lnTo>
                    <a:pt x="197" y="446"/>
                  </a:lnTo>
                  <a:lnTo>
                    <a:pt x="197" y="448"/>
                  </a:lnTo>
                  <a:lnTo>
                    <a:pt x="197" y="448"/>
                  </a:lnTo>
                  <a:lnTo>
                    <a:pt x="197" y="450"/>
                  </a:lnTo>
                  <a:lnTo>
                    <a:pt x="197" y="453"/>
                  </a:lnTo>
                  <a:lnTo>
                    <a:pt x="197" y="453"/>
                  </a:lnTo>
                  <a:lnTo>
                    <a:pt x="197" y="453"/>
                  </a:lnTo>
                  <a:lnTo>
                    <a:pt x="197" y="453"/>
                  </a:lnTo>
                  <a:lnTo>
                    <a:pt x="197" y="455"/>
                  </a:lnTo>
                  <a:lnTo>
                    <a:pt x="197" y="455"/>
                  </a:lnTo>
                  <a:lnTo>
                    <a:pt x="197" y="455"/>
                  </a:lnTo>
                  <a:lnTo>
                    <a:pt x="197" y="455"/>
                  </a:lnTo>
                  <a:lnTo>
                    <a:pt x="197" y="457"/>
                  </a:lnTo>
                  <a:lnTo>
                    <a:pt x="197" y="457"/>
                  </a:lnTo>
                  <a:lnTo>
                    <a:pt x="197" y="457"/>
                  </a:lnTo>
                  <a:lnTo>
                    <a:pt x="197" y="457"/>
                  </a:lnTo>
                  <a:lnTo>
                    <a:pt x="197" y="457"/>
                  </a:lnTo>
                  <a:lnTo>
                    <a:pt x="199" y="459"/>
                  </a:lnTo>
                  <a:lnTo>
                    <a:pt x="199" y="459"/>
                  </a:lnTo>
                  <a:lnTo>
                    <a:pt x="199" y="459"/>
                  </a:lnTo>
                  <a:lnTo>
                    <a:pt x="199" y="459"/>
                  </a:lnTo>
                  <a:lnTo>
                    <a:pt x="199" y="461"/>
                  </a:lnTo>
                  <a:lnTo>
                    <a:pt x="202" y="461"/>
                  </a:lnTo>
                  <a:lnTo>
                    <a:pt x="208" y="461"/>
                  </a:lnTo>
                  <a:lnTo>
                    <a:pt x="208" y="461"/>
                  </a:lnTo>
                  <a:lnTo>
                    <a:pt x="208" y="464"/>
                  </a:lnTo>
                  <a:lnTo>
                    <a:pt x="211" y="464"/>
                  </a:lnTo>
                  <a:lnTo>
                    <a:pt x="211" y="464"/>
                  </a:lnTo>
                  <a:lnTo>
                    <a:pt x="226" y="468"/>
                  </a:lnTo>
                  <a:lnTo>
                    <a:pt x="228" y="466"/>
                  </a:lnTo>
                  <a:lnTo>
                    <a:pt x="228" y="466"/>
                  </a:lnTo>
                  <a:lnTo>
                    <a:pt x="231" y="466"/>
                  </a:lnTo>
                  <a:lnTo>
                    <a:pt x="231" y="466"/>
                  </a:lnTo>
                  <a:lnTo>
                    <a:pt x="231" y="466"/>
                  </a:lnTo>
                  <a:lnTo>
                    <a:pt x="231" y="464"/>
                  </a:lnTo>
                  <a:lnTo>
                    <a:pt x="233" y="464"/>
                  </a:lnTo>
                  <a:lnTo>
                    <a:pt x="233" y="464"/>
                  </a:lnTo>
                  <a:lnTo>
                    <a:pt x="233" y="464"/>
                  </a:lnTo>
                  <a:lnTo>
                    <a:pt x="233" y="464"/>
                  </a:lnTo>
                  <a:lnTo>
                    <a:pt x="233" y="461"/>
                  </a:lnTo>
                  <a:lnTo>
                    <a:pt x="233" y="461"/>
                  </a:lnTo>
                  <a:lnTo>
                    <a:pt x="233" y="461"/>
                  </a:lnTo>
                  <a:lnTo>
                    <a:pt x="233" y="461"/>
                  </a:lnTo>
                  <a:lnTo>
                    <a:pt x="233" y="461"/>
                  </a:lnTo>
                  <a:lnTo>
                    <a:pt x="242" y="457"/>
                  </a:lnTo>
                  <a:lnTo>
                    <a:pt x="244" y="457"/>
                  </a:lnTo>
                  <a:lnTo>
                    <a:pt x="246" y="457"/>
                  </a:lnTo>
                  <a:lnTo>
                    <a:pt x="246" y="457"/>
                  </a:lnTo>
                  <a:lnTo>
                    <a:pt x="246" y="457"/>
                  </a:lnTo>
                  <a:lnTo>
                    <a:pt x="248" y="457"/>
                  </a:lnTo>
                  <a:lnTo>
                    <a:pt x="250" y="457"/>
                  </a:lnTo>
                  <a:lnTo>
                    <a:pt x="253" y="457"/>
                  </a:lnTo>
                  <a:lnTo>
                    <a:pt x="255" y="457"/>
                  </a:lnTo>
                  <a:lnTo>
                    <a:pt x="257" y="459"/>
                  </a:lnTo>
                  <a:lnTo>
                    <a:pt x="257" y="459"/>
                  </a:lnTo>
                  <a:lnTo>
                    <a:pt x="259" y="459"/>
                  </a:lnTo>
                  <a:lnTo>
                    <a:pt x="259" y="459"/>
                  </a:lnTo>
                  <a:lnTo>
                    <a:pt x="262" y="459"/>
                  </a:lnTo>
                  <a:lnTo>
                    <a:pt x="264" y="459"/>
                  </a:lnTo>
                  <a:lnTo>
                    <a:pt x="264" y="459"/>
                  </a:lnTo>
                  <a:lnTo>
                    <a:pt x="266" y="459"/>
                  </a:lnTo>
                  <a:lnTo>
                    <a:pt x="266" y="459"/>
                  </a:lnTo>
                  <a:lnTo>
                    <a:pt x="266" y="459"/>
                  </a:lnTo>
                  <a:lnTo>
                    <a:pt x="268" y="461"/>
                  </a:lnTo>
                  <a:lnTo>
                    <a:pt x="268" y="461"/>
                  </a:lnTo>
                  <a:lnTo>
                    <a:pt x="268" y="461"/>
                  </a:lnTo>
                  <a:lnTo>
                    <a:pt x="268" y="464"/>
                  </a:lnTo>
                  <a:lnTo>
                    <a:pt x="270" y="464"/>
                  </a:lnTo>
                  <a:lnTo>
                    <a:pt x="270" y="466"/>
                  </a:lnTo>
                  <a:lnTo>
                    <a:pt x="275" y="468"/>
                  </a:lnTo>
                  <a:lnTo>
                    <a:pt x="277" y="470"/>
                  </a:lnTo>
                  <a:lnTo>
                    <a:pt x="279" y="473"/>
                  </a:lnTo>
                  <a:lnTo>
                    <a:pt x="281" y="475"/>
                  </a:lnTo>
                  <a:lnTo>
                    <a:pt x="284" y="477"/>
                  </a:lnTo>
                  <a:lnTo>
                    <a:pt x="286" y="477"/>
                  </a:lnTo>
                  <a:lnTo>
                    <a:pt x="286" y="477"/>
                  </a:lnTo>
                  <a:lnTo>
                    <a:pt x="286" y="477"/>
                  </a:lnTo>
                  <a:lnTo>
                    <a:pt x="288" y="479"/>
                  </a:lnTo>
                  <a:lnTo>
                    <a:pt x="288" y="479"/>
                  </a:lnTo>
                  <a:lnTo>
                    <a:pt x="288" y="479"/>
                  </a:lnTo>
                  <a:lnTo>
                    <a:pt x="290" y="479"/>
                  </a:lnTo>
                  <a:lnTo>
                    <a:pt x="293" y="479"/>
                  </a:lnTo>
                  <a:lnTo>
                    <a:pt x="293" y="479"/>
                  </a:lnTo>
                  <a:lnTo>
                    <a:pt x="293" y="479"/>
                  </a:lnTo>
                  <a:lnTo>
                    <a:pt x="295" y="479"/>
                  </a:lnTo>
                  <a:lnTo>
                    <a:pt x="297" y="481"/>
                  </a:lnTo>
                  <a:lnTo>
                    <a:pt x="299" y="481"/>
                  </a:lnTo>
                  <a:lnTo>
                    <a:pt x="299" y="484"/>
                  </a:lnTo>
                  <a:lnTo>
                    <a:pt x="301" y="484"/>
                  </a:lnTo>
                  <a:lnTo>
                    <a:pt x="301" y="484"/>
                  </a:lnTo>
                  <a:lnTo>
                    <a:pt x="304" y="486"/>
                  </a:lnTo>
                  <a:lnTo>
                    <a:pt x="312" y="490"/>
                  </a:lnTo>
                  <a:lnTo>
                    <a:pt x="315" y="490"/>
                  </a:lnTo>
                  <a:lnTo>
                    <a:pt x="317" y="492"/>
                  </a:lnTo>
                  <a:lnTo>
                    <a:pt x="319" y="492"/>
                  </a:lnTo>
                  <a:lnTo>
                    <a:pt x="321" y="492"/>
                  </a:lnTo>
                  <a:lnTo>
                    <a:pt x="321" y="492"/>
                  </a:lnTo>
                  <a:lnTo>
                    <a:pt x="321" y="492"/>
                  </a:lnTo>
                  <a:lnTo>
                    <a:pt x="324" y="492"/>
                  </a:lnTo>
                  <a:lnTo>
                    <a:pt x="324" y="492"/>
                  </a:lnTo>
                  <a:lnTo>
                    <a:pt x="324" y="492"/>
                  </a:lnTo>
                  <a:lnTo>
                    <a:pt x="324" y="492"/>
                  </a:lnTo>
                  <a:lnTo>
                    <a:pt x="324" y="492"/>
                  </a:lnTo>
                  <a:lnTo>
                    <a:pt x="326" y="495"/>
                  </a:lnTo>
                  <a:lnTo>
                    <a:pt x="326" y="495"/>
                  </a:lnTo>
                  <a:lnTo>
                    <a:pt x="326" y="495"/>
                  </a:lnTo>
                  <a:lnTo>
                    <a:pt x="328" y="497"/>
                  </a:lnTo>
                  <a:lnTo>
                    <a:pt x="328" y="497"/>
                  </a:lnTo>
                  <a:lnTo>
                    <a:pt x="328" y="497"/>
                  </a:lnTo>
                  <a:lnTo>
                    <a:pt x="328" y="497"/>
                  </a:lnTo>
                  <a:lnTo>
                    <a:pt x="328" y="497"/>
                  </a:lnTo>
                  <a:lnTo>
                    <a:pt x="330" y="497"/>
                  </a:lnTo>
                  <a:lnTo>
                    <a:pt x="330" y="497"/>
                  </a:lnTo>
                  <a:lnTo>
                    <a:pt x="332" y="497"/>
                  </a:lnTo>
                  <a:lnTo>
                    <a:pt x="332" y="497"/>
                  </a:lnTo>
                  <a:lnTo>
                    <a:pt x="332" y="497"/>
                  </a:lnTo>
                  <a:lnTo>
                    <a:pt x="332" y="497"/>
                  </a:lnTo>
                  <a:lnTo>
                    <a:pt x="335" y="497"/>
                  </a:lnTo>
                  <a:lnTo>
                    <a:pt x="337" y="497"/>
                  </a:lnTo>
                  <a:lnTo>
                    <a:pt x="339" y="497"/>
                  </a:lnTo>
                  <a:lnTo>
                    <a:pt x="339" y="497"/>
                  </a:lnTo>
                  <a:lnTo>
                    <a:pt x="339" y="497"/>
                  </a:lnTo>
                  <a:lnTo>
                    <a:pt x="339" y="497"/>
                  </a:lnTo>
                  <a:lnTo>
                    <a:pt x="341" y="497"/>
                  </a:lnTo>
                  <a:lnTo>
                    <a:pt x="341" y="497"/>
                  </a:lnTo>
                  <a:lnTo>
                    <a:pt x="344" y="495"/>
                  </a:lnTo>
                  <a:lnTo>
                    <a:pt x="346" y="495"/>
                  </a:lnTo>
                  <a:lnTo>
                    <a:pt x="346" y="492"/>
                  </a:lnTo>
                  <a:lnTo>
                    <a:pt x="346" y="492"/>
                  </a:lnTo>
                  <a:lnTo>
                    <a:pt x="346" y="492"/>
                  </a:lnTo>
                  <a:lnTo>
                    <a:pt x="346" y="492"/>
                  </a:lnTo>
                  <a:lnTo>
                    <a:pt x="348" y="492"/>
                  </a:lnTo>
                  <a:lnTo>
                    <a:pt x="348" y="492"/>
                  </a:lnTo>
                  <a:lnTo>
                    <a:pt x="348" y="492"/>
                  </a:lnTo>
                  <a:lnTo>
                    <a:pt x="350" y="492"/>
                  </a:lnTo>
                  <a:lnTo>
                    <a:pt x="372" y="512"/>
                  </a:lnTo>
                  <a:lnTo>
                    <a:pt x="381" y="521"/>
                  </a:lnTo>
                  <a:lnTo>
                    <a:pt x="383" y="539"/>
                  </a:lnTo>
                  <a:lnTo>
                    <a:pt x="386" y="539"/>
                  </a:lnTo>
                  <a:lnTo>
                    <a:pt x="388" y="539"/>
                  </a:lnTo>
                  <a:lnTo>
                    <a:pt x="390" y="541"/>
                  </a:lnTo>
                  <a:lnTo>
                    <a:pt x="394" y="541"/>
                  </a:lnTo>
                  <a:lnTo>
                    <a:pt x="394" y="541"/>
                  </a:lnTo>
                  <a:lnTo>
                    <a:pt x="394" y="541"/>
                  </a:lnTo>
                  <a:lnTo>
                    <a:pt x="397" y="543"/>
                  </a:lnTo>
                  <a:lnTo>
                    <a:pt x="399" y="543"/>
                  </a:lnTo>
                  <a:lnTo>
                    <a:pt x="401" y="541"/>
                  </a:lnTo>
                  <a:lnTo>
                    <a:pt x="406" y="539"/>
                  </a:lnTo>
                  <a:lnTo>
                    <a:pt x="406" y="539"/>
                  </a:lnTo>
                  <a:lnTo>
                    <a:pt x="410" y="537"/>
                  </a:lnTo>
                  <a:lnTo>
                    <a:pt x="410" y="537"/>
                  </a:lnTo>
                  <a:lnTo>
                    <a:pt x="410" y="537"/>
                  </a:lnTo>
                  <a:lnTo>
                    <a:pt x="410" y="537"/>
                  </a:lnTo>
                  <a:lnTo>
                    <a:pt x="410" y="535"/>
                  </a:lnTo>
                  <a:lnTo>
                    <a:pt x="412" y="535"/>
                  </a:lnTo>
                  <a:lnTo>
                    <a:pt x="412" y="535"/>
                  </a:lnTo>
                  <a:lnTo>
                    <a:pt x="412" y="535"/>
                  </a:lnTo>
                  <a:lnTo>
                    <a:pt x="412" y="535"/>
                  </a:lnTo>
                  <a:lnTo>
                    <a:pt x="412" y="535"/>
                  </a:lnTo>
                  <a:lnTo>
                    <a:pt x="414" y="535"/>
                  </a:lnTo>
                  <a:lnTo>
                    <a:pt x="417" y="537"/>
                  </a:lnTo>
                  <a:lnTo>
                    <a:pt x="417" y="537"/>
                  </a:lnTo>
                  <a:lnTo>
                    <a:pt x="417" y="537"/>
                  </a:lnTo>
                  <a:lnTo>
                    <a:pt x="419" y="537"/>
                  </a:lnTo>
                  <a:lnTo>
                    <a:pt x="419" y="537"/>
                  </a:lnTo>
                  <a:lnTo>
                    <a:pt x="421" y="535"/>
                  </a:lnTo>
                  <a:lnTo>
                    <a:pt x="421" y="535"/>
                  </a:lnTo>
                  <a:lnTo>
                    <a:pt x="421" y="535"/>
                  </a:lnTo>
                  <a:lnTo>
                    <a:pt x="421" y="535"/>
                  </a:lnTo>
                  <a:lnTo>
                    <a:pt x="423" y="537"/>
                  </a:lnTo>
                  <a:lnTo>
                    <a:pt x="423" y="537"/>
                  </a:lnTo>
                  <a:lnTo>
                    <a:pt x="423" y="537"/>
                  </a:lnTo>
                  <a:lnTo>
                    <a:pt x="425" y="537"/>
                  </a:lnTo>
                  <a:lnTo>
                    <a:pt x="425" y="539"/>
                  </a:lnTo>
                  <a:lnTo>
                    <a:pt x="425" y="539"/>
                  </a:lnTo>
                  <a:lnTo>
                    <a:pt x="428" y="539"/>
                  </a:lnTo>
                  <a:lnTo>
                    <a:pt x="428" y="539"/>
                  </a:lnTo>
                  <a:lnTo>
                    <a:pt x="428" y="539"/>
                  </a:lnTo>
                  <a:lnTo>
                    <a:pt x="430" y="539"/>
                  </a:lnTo>
                  <a:lnTo>
                    <a:pt x="430" y="539"/>
                  </a:lnTo>
                  <a:lnTo>
                    <a:pt x="432" y="539"/>
                  </a:lnTo>
                  <a:lnTo>
                    <a:pt x="434" y="537"/>
                  </a:lnTo>
                  <a:lnTo>
                    <a:pt x="434" y="539"/>
                  </a:lnTo>
                  <a:lnTo>
                    <a:pt x="437" y="539"/>
                  </a:lnTo>
                  <a:lnTo>
                    <a:pt x="439" y="541"/>
                  </a:lnTo>
                  <a:lnTo>
                    <a:pt x="439" y="541"/>
                  </a:lnTo>
                  <a:lnTo>
                    <a:pt x="441" y="543"/>
                  </a:lnTo>
                  <a:lnTo>
                    <a:pt x="441" y="543"/>
                  </a:lnTo>
                  <a:lnTo>
                    <a:pt x="441" y="543"/>
                  </a:lnTo>
                  <a:lnTo>
                    <a:pt x="443" y="543"/>
                  </a:lnTo>
                  <a:lnTo>
                    <a:pt x="443" y="543"/>
                  </a:lnTo>
                  <a:lnTo>
                    <a:pt x="443" y="543"/>
                  </a:lnTo>
                  <a:lnTo>
                    <a:pt x="443" y="543"/>
                  </a:lnTo>
                  <a:lnTo>
                    <a:pt x="443" y="543"/>
                  </a:lnTo>
                  <a:lnTo>
                    <a:pt x="445" y="543"/>
                  </a:lnTo>
                  <a:lnTo>
                    <a:pt x="445" y="543"/>
                  </a:lnTo>
                  <a:lnTo>
                    <a:pt x="448" y="543"/>
                  </a:lnTo>
                  <a:lnTo>
                    <a:pt x="448" y="541"/>
                  </a:lnTo>
                  <a:lnTo>
                    <a:pt x="448" y="543"/>
                  </a:lnTo>
                  <a:lnTo>
                    <a:pt x="454" y="546"/>
                  </a:lnTo>
                  <a:lnTo>
                    <a:pt x="457" y="546"/>
                  </a:lnTo>
                  <a:lnTo>
                    <a:pt x="459" y="546"/>
                  </a:lnTo>
                  <a:lnTo>
                    <a:pt x="459" y="546"/>
                  </a:lnTo>
                  <a:lnTo>
                    <a:pt x="461" y="546"/>
                  </a:lnTo>
                  <a:lnTo>
                    <a:pt x="461" y="546"/>
                  </a:lnTo>
                  <a:lnTo>
                    <a:pt x="465" y="546"/>
                  </a:lnTo>
                  <a:lnTo>
                    <a:pt x="465" y="546"/>
                  </a:lnTo>
                  <a:lnTo>
                    <a:pt x="465" y="546"/>
                  </a:lnTo>
                  <a:lnTo>
                    <a:pt x="465" y="546"/>
                  </a:lnTo>
                  <a:lnTo>
                    <a:pt x="468" y="548"/>
                  </a:lnTo>
                  <a:lnTo>
                    <a:pt x="468" y="548"/>
                  </a:lnTo>
                  <a:lnTo>
                    <a:pt x="468" y="548"/>
                  </a:lnTo>
                  <a:lnTo>
                    <a:pt x="468" y="548"/>
                  </a:lnTo>
                  <a:lnTo>
                    <a:pt x="468" y="548"/>
                  </a:lnTo>
                  <a:lnTo>
                    <a:pt x="468" y="548"/>
                  </a:lnTo>
                  <a:lnTo>
                    <a:pt x="468" y="550"/>
                  </a:lnTo>
                  <a:lnTo>
                    <a:pt x="470" y="550"/>
                  </a:lnTo>
                  <a:lnTo>
                    <a:pt x="470" y="550"/>
                  </a:lnTo>
                  <a:lnTo>
                    <a:pt x="470" y="550"/>
                  </a:lnTo>
                  <a:lnTo>
                    <a:pt x="470" y="550"/>
                  </a:lnTo>
                  <a:lnTo>
                    <a:pt x="470" y="552"/>
                  </a:lnTo>
                  <a:lnTo>
                    <a:pt x="470" y="552"/>
                  </a:lnTo>
                  <a:lnTo>
                    <a:pt x="470" y="552"/>
                  </a:lnTo>
                  <a:lnTo>
                    <a:pt x="470" y="552"/>
                  </a:lnTo>
                  <a:lnTo>
                    <a:pt x="472" y="552"/>
                  </a:lnTo>
                  <a:lnTo>
                    <a:pt x="472" y="552"/>
                  </a:lnTo>
                  <a:lnTo>
                    <a:pt x="472" y="552"/>
                  </a:lnTo>
                  <a:lnTo>
                    <a:pt x="474" y="552"/>
                  </a:lnTo>
                  <a:lnTo>
                    <a:pt x="474" y="552"/>
                  </a:lnTo>
                  <a:lnTo>
                    <a:pt x="476" y="555"/>
                  </a:lnTo>
                  <a:lnTo>
                    <a:pt x="476" y="555"/>
                  </a:lnTo>
                  <a:lnTo>
                    <a:pt x="479" y="555"/>
                  </a:lnTo>
                  <a:lnTo>
                    <a:pt x="479" y="557"/>
                  </a:lnTo>
                  <a:lnTo>
                    <a:pt x="479" y="557"/>
                  </a:lnTo>
                  <a:lnTo>
                    <a:pt x="479" y="557"/>
                  </a:lnTo>
                  <a:lnTo>
                    <a:pt x="479" y="557"/>
                  </a:lnTo>
                  <a:lnTo>
                    <a:pt x="481" y="559"/>
                  </a:lnTo>
                  <a:lnTo>
                    <a:pt x="483" y="559"/>
                  </a:lnTo>
                  <a:lnTo>
                    <a:pt x="483" y="559"/>
                  </a:lnTo>
                  <a:lnTo>
                    <a:pt x="483" y="559"/>
                  </a:lnTo>
                  <a:lnTo>
                    <a:pt x="483" y="559"/>
                  </a:lnTo>
                  <a:lnTo>
                    <a:pt x="485" y="559"/>
                  </a:lnTo>
                  <a:lnTo>
                    <a:pt x="488" y="559"/>
                  </a:lnTo>
                  <a:lnTo>
                    <a:pt x="488" y="561"/>
                  </a:lnTo>
                  <a:lnTo>
                    <a:pt x="488" y="561"/>
                  </a:lnTo>
                  <a:lnTo>
                    <a:pt x="488" y="561"/>
                  </a:lnTo>
                  <a:lnTo>
                    <a:pt x="488" y="563"/>
                  </a:lnTo>
                  <a:lnTo>
                    <a:pt x="490" y="563"/>
                  </a:lnTo>
                  <a:lnTo>
                    <a:pt x="490" y="563"/>
                  </a:lnTo>
                  <a:lnTo>
                    <a:pt x="490" y="563"/>
                  </a:lnTo>
                  <a:lnTo>
                    <a:pt x="490" y="566"/>
                  </a:lnTo>
                  <a:lnTo>
                    <a:pt x="490" y="566"/>
                  </a:lnTo>
                  <a:lnTo>
                    <a:pt x="492" y="566"/>
                  </a:lnTo>
                  <a:lnTo>
                    <a:pt x="492" y="566"/>
                  </a:lnTo>
                  <a:lnTo>
                    <a:pt x="492" y="568"/>
                  </a:lnTo>
                  <a:lnTo>
                    <a:pt x="492" y="568"/>
                  </a:lnTo>
                  <a:lnTo>
                    <a:pt x="492" y="570"/>
                  </a:lnTo>
                  <a:lnTo>
                    <a:pt x="492" y="570"/>
                  </a:lnTo>
                  <a:lnTo>
                    <a:pt x="492" y="570"/>
                  </a:lnTo>
                  <a:lnTo>
                    <a:pt x="492" y="570"/>
                  </a:lnTo>
                  <a:lnTo>
                    <a:pt x="490" y="572"/>
                  </a:lnTo>
                  <a:lnTo>
                    <a:pt x="490" y="572"/>
                  </a:lnTo>
                  <a:lnTo>
                    <a:pt x="490" y="572"/>
                  </a:lnTo>
                  <a:lnTo>
                    <a:pt x="490" y="574"/>
                  </a:lnTo>
                  <a:lnTo>
                    <a:pt x="488" y="577"/>
                  </a:lnTo>
                  <a:lnTo>
                    <a:pt x="488" y="579"/>
                  </a:lnTo>
                  <a:lnTo>
                    <a:pt x="488" y="579"/>
                  </a:lnTo>
                  <a:lnTo>
                    <a:pt x="488" y="581"/>
                  </a:lnTo>
                  <a:lnTo>
                    <a:pt x="488" y="581"/>
                  </a:lnTo>
                  <a:lnTo>
                    <a:pt x="485" y="583"/>
                  </a:lnTo>
                  <a:lnTo>
                    <a:pt x="485" y="583"/>
                  </a:lnTo>
                  <a:lnTo>
                    <a:pt x="485" y="586"/>
                  </a:lnTo>
                  <a:lnTo>
                    <a:pt x="483" y="586"/>
                  </a:lnTo>
                  <a:lnTo>
                    <a:pt x="479" y="590"/>
                  </a:lnTo>
                  <a:lnTo>
                    <a:pt x="472" y="597"/>
                  </a:lnTo>
                  <a:lnTo>
                    <a:pt x="472" y="599"/>
                  </a:lnTo>
                  <a:lnTo>
                    <a:pt x="472" y="599"/>
                  </a:lnTo>
                  <a:lnTo>
                    <a:pt x="472" y="599"/>
                  </a:lnTo>
                  <a:lnTo>
                    <a:pt x="472" y="601"/>
                  </a:lnTo>
                  <a:lnTo>
                    <a:pt x="472" y="601"/>
                  </a:lnTo>
                  <a:lnTo>
                    <a:pt x="472" y="601"/>
                  </a:lnTo>
                  <a:lnTo>
                    <a:pt x="472" y="601"/>
                  </a:lnTo>
                  <a:lnTo>
                    <a:pt x="470" y="601"/>
                  </a:lnTo>
                  <a:lnTo>
                    <a:pt x="470" y="601"/>
                  </a:lnTo>
                  <a:lnTo>
                    <a:pt x="470" y="601"/>
                  </a:lnTo>
                  <a:lnTo>
                    <a:pt x="468" y="601"/>
                  </a:lnTo>
                  <a:lnTo>
                    <a:pt x="468" y="601"/>
                  </a:lnTo>
                  <a:lnTo>
                    <a:pt x="463" y="603"/>
                  </a:lnTo>
                  <a:lnTo>
                    <a:pt x="463" y="603"/>
                  </a:lnTo>
                  <a:lnTo>
                    <a:pt x="463" y="603"/>
                  </a:lnTo>
                  <a:lnTo>
                    <a:pt x="463" y="603"/>
                  </a:lnTo>
                  <a:lnTo>
                    <a:pt x="463" y="605"/>
                  </a:lnTo>
                  <a:lnTo>
                    <a:pt x="461" y="605"/>
                  </a:lnTo>
                  <a:lnTo>
                    <a:pt x="461" y="605"/>
                  </a:lnTo>
                  <a:lnTo>
                    <a:pt x="463" y="608"/>
                  </a:lnTo>
                  <a:lnTo>
                    <a:pt x="463" y="612"/>
                  </a:lnTo>
                  <a:lnTo>
                    <a:pt x="461" y="617"/>
                  </a:lnTo>
                  <a:lnTo>
                    <a:pt x="461" y="617"/>
                  </a:lnTo>
                  <a:lnTo>
                    <a:pt x="461" y="617"/>
                  </a:lnTo>
                  <a:lnTo>
                    <a:pt x="461" y="617"/>
                  </a:lnTo>
                  <a:lnTo>
                    <a:pt x="461" y="617"/>
                  </a:lnTo>
                  <a:lnTo>
                    <a:pt x="463" y="619"/>
                  </a:lnTo>
                  <a:lnTo>
                    <a:pt x="463" y="619"/>
                  </a:lnTo>
                  <a:lnTo>
                    <a:pt x="463" y="621"/>
                  </a:lnTo>
                  <a:lnTo>
                    <a:pt x="463" y="621"/>
                  </a:lnTo>
                  <a:lnTo>
                    <a:pt x="463" y="623"/>
                  </a:lnTo>
                  <a:lnTo>
                    <a:pt x="463" y="623"/>
                  </a:lnTo>
                  <a:lnTo>
                    <a:pt x="463" y="623"/>
                  </a:lnTo>
                  <a:lnTo>
                    <a:pt x="463" y="623"/>
                  </a:lnTo>
                  <a:lnTo>
                    <a:pt x="463" y="625"/>
                  </a:lnTo>
                  <a:lnTo>
                    <a:pt x="461" y="625"/>
                  </a:lnTo>
                  <a:lnTo>
                    <a:pt x="461" y="625"/>
                  </a:lnTo>
                  <a:lnTo>
                    <a:pt x="461" y="625"/>
                  </a:lnTo>
                  <a:lnTo>
                    <a:pt x="461" y="625"/>
                  </a:lnTo>
                  <a:lnTo>
                    <a:pt x="461" y="625"/>
                  </a:lnTo>
                  <a:lnTo>
                    <a:pt x="459" y="625"/>
                  </a:lnTo>
                  <a:lnTo>
                    <a:pt x="459" y="628"/>
                  </a:lnTo>
                  <a:lnTo>
                    <a:pt x="452" y="628"/>
                  </a:lnTo>
                  <a:lnTo>
                    <a:pt x="450" y="625"/>
                  </a:lnTo>
                  <a:lnTo>
                    <a:pt x="448" y="625"/>
                  </a:lnTo>
                  <a:lnTo>
                    <a:pt x="448" y="625"/>
                  </a:lnTo>
                  <a:lnTo>
                    <a:pt x="448" y="625"/>
                  </a:lnTo>
                  <a:lnTo>
                    <a:pt x="448" y="625"/>
                  </a:lnTo>
                  <a:lnTo>
                    <a:pt x="445" y="628"/>
                  </a:lnTo>
                  <a:lnTo>
                    <a:pt x="445" y="628"/>
                  </a:lnTo>
                  <a:lnTo>
                    <a:pt x="443" y="630"/>
                  </a:lnTo>
                  <a:lnTo>
                    <a:pt x="443" y="630"/>
                  </a:lnTo>
                  <a:lnTo>
                    <a:pt x="443" y="630"/>
                  </a:lnTo>
                  <a:lnTo>
                    <a:pt x="443" y="630"/>
                  </a:lnTo>
                  <a:lnTo>
                    <a:pt x="441" y="641"/>
                  </a:lnTo>
                  <a:lnTo>
                    <a:pt x="441" y="643"/>
                  </a:lnTo>
                  <a:lnTo>
                    <a:pt x="441" y="645"/>
                  </a:lnTo>
                  <a:lnTo>
                    <a:pt x="439" y="645"/>
                  </a:lnTo>
                  <a:lnTo>
                    <a:pt x="441" y="650"/>
                  </a:lnTo>
                  <a:lnTo>
                    <a:pt x="441" y="650"/>
                  </a:lnTo>
                  <a:lnTo>
                    <a:pt x="441" y="650"/>
                  </a:lnTo>
                  <a:lnTo>
                    <a:pt x="441" y="652"/>
                  </a:lnTo>
                  <a:lnTo>
                    <a:pt x="441" y="652"/>
                  </a:lnTo>
                  <a:lnTo>
                    <a:pt x="441" y="652"/>
                  </a:lnTo>
                  <a:lnTo>
                    <a:pt x="441" y="654"/>
                  </a:lnTo>
                  <a:lnTo>
                    <a:pt x="441" y="654"/>
                  </a:lnTo>
                  <a:lnTo>
                    <a:pt x="441" y="656"/>
                  </a:lnTo>
                  <a:lnTo>
                    <a:pt x="441" y="656"/>
                  </a:lnTo>
                  <a:lnTo>
                    <a:pt x="441" y="656"/>
                  </a:lnTo>
                  <a:lnTo>
                    <a:pt x="441" y="656"/>
                  </a:lnTo>
                  <a:lnTo>
                    <a:pt x="439" y="656"/>
                  </a:lnTo>
                  <a:lnTo>
                    <a:pt x="439" y="656"/>
                  </a:lnTo>
                  <a:lnTo>
                    <a:pt x="439" y="656"/>
                  </a:lnTo>
                  <a:lnTo>
                    <a:pt x="439" y="659"/>
                  </a:lnTo>
                  <a:lnTo>
                    <a:pt x="439" y="659"/>
                  </a:lnTo>
                  <a:lnTo>
                    <a:pt x="437" y="663"/>
                  </a:lnTo>
                  <a:lnTo>
                    <a:pt x="437" y="665"/>
                  </a:lnTo>
                  <a:lnTo>
                    <a:pt x="437" y="665"/>
                  </a:lnTo>
                  <a:lnTo>
                    <a:pt x="437" y="665"/>
                  </a:lnTo>
                  <a:lnTo>
                    <a:pt x="439" y="665"/>
                  </a:lnTo>
                  <a:lnTo>
                    <a:pt x="439" y="668"/>
                  </a:lnTo>
                  <a:lnTo>
                    <a:pt x="439" y="668"/>
                  </a:lnTo>
                  <a:lnTo>
                    <a:pt x="439" y="668"/>
                  </a:lnTo>
                  <a:lnTo>
                    <a:pt x="441" y="668"/>
                  </a:lnTo>
                  <a:lnTo>
                    <a:pt x="441" y="665"/>
                  </a:lnTo>
                  <a:lnTo>
                    <a:pt x="441" y="665"/>
                  </a:lnTo>
                  <a:lnTo>
                    <a:pt x="441" y="665"/>
                  </a:lnTo>
                  <a:lnTo>
                    <a:pt x="441" y="663"/>
                  </a:lnTo>
                  <a:lnTo>
                    <a:pt x="441" y="663"/>
                  </a:lnTo>
                  <a:lnTo>
                    <a:pt x="443" y="663"/>
                  </a:lnTo>
                  <a:lnTo>
                    <a:pt x="443" y="663"/>
                  </a:lnTo>
                  <a:lnTo>
                    <a:pt x="443" y="663"/>
                  </a:lnTo>
                  <a:lnTo>
                    <a:pt x="443" y="663"/>
                  </a:lnTo>
                  <a:lnTo>
                    <a:pt x="443" y="663"/>
                  </a:lnTo>
                  <a:lnTo>
                    <a:pt x="443" y="663"/>
                  </a:lnTo>
                  <a:lnTo>
                    <a:pt x="443" y="665"/>
                  </a:lnTo>
                  <a:lnTo>
                    <a:pt x="443" y="665"/>
                  </a:lnTo>
                  <a:lnTo>
                    <a:pt x="443" y="665"/>
                  </a:lnTo>
                  <a:lnTo>
                    <a:pt x="443" y="668"/>
                  </a:lnTo>
                  <a:lnTo>
                    <a:pt x="443" y="668"/>
                  </a:lnTo>
                  <a:lnTo>
                    <a:pt x="443" y="668"/>
                  </a:lnTo>
                  <a:lnTo>
                    <a:pt x="443" y="668"/>
                  </a:lnTo>
                  <a:lnTo>
                    <a:pt x="443" y="668"/>
                  </a:lnTo>
                  <a:lnTo>
                    <a:pt x="443" y="668"/>
                  </a:lnTo>
                  <a:lnTo>
                    <a:pt x="443" y="668"/>
                  </a:lnTo>
                  <a:lnTo>
                    <a:pt x="443" y="668"/>
                  </a:lnTo>
                  <a:lnTo>
                    <a:pt x="445" y="668"/>
                  </a:lnTo>
                  <a:lnTo>
                    <a:pt x="445" y="668"/>
                  </a:lnTo>
                  <a:lnTo>
                    <a:pt x="445" y="668"/>
                  </a:lnTo>
                  <a:lnTo>
                    <a:pt x="445" y="668"/>
                  </a:lnTo>
                  <a:lnTo>
                    <a:pt x="445" y="668"/>
                  </a:lnTo>
                  <a:lnTo>
                    <a:pt x="445" y="668"/>
                  </a:lnTo>
                  <a:lnTo>
                    <a:pt x="448" y="670"/>
                  </a:lnTo>
                  <a:lnTo>
                    <a:pt x="448" y="670"/>
                  </a:lnTo>
                  <a:lnTo>
                    <a:pt x="448" y="670"/>
                  </a:lnTo>
                  <a:lnTo>
                    <a:pt x="448" y="672"/>
                  </a:lnTo>
                  <a:lnTo>
                    <a:pt x="445" y="674"/>
                  </a:lnTo>
                  <a:lnTo>
                    <a:pt x="445" y="674"/>
                  </a:lnTo>
                  <a:lnTo>
                    <a:pt x="445" y="674"/>
                  </a:lnTo>
                  <a:lnTo>
                    <a:pt x="445" y="676"/>
                  </a:lnTo>
                  <a:lnTo>
                    <a:pt x="445" y="676"/>
                  </a:lnTo>
                  <a:lnTo>
                    <a:pt x="445" y="679"/>
                  </a:lnTo>
                  <a:lnTo>
                    <a:pt x="448" y="679"/>
                  </a:lnTo>
                  <a:lnTo>
                    <a:pt x="448" y="679"/>
                  </a:lnTo>
                  <a:lnTo>
                    <a:pt x="448" y="679"/>
                  </a:lnTo>
                  <a:lnTo>
                    <a:pt x="448" y="679"/>
                  </a:lnTo>
                  <a:lnTo>
                    <a:pt x="450" y="679"/>
                  </a:lnTo>
                  <a:lnTo>
                    <a:pt x="450" y="679"/>
                  </a:lnTo>
                  <a:lnTo>
                    <a:pt x="450" y="679"/>
                  </a:lnTo>
                  <a:lnTo>
                    <a:pt x="452" y="679"/>
                  </a:lnTo>
                  <a:lnTo>
                    <a:pt x="452" y="679"/>
                  </a:lnTo>
                  <a:lnTo>
                    <a:pt x="452" y="679"/>
                  </a:lnTo>
                  <a:lnTo>
                    <a:pt x="452" y="681"/>
                  </a:lnTo>
                  <a:lnTo>
                    <a:pt x="454" y="683"/>
                  </a:lnTo>
                  <a:lnTo>
                    <a:pt x="454" y="683"/>
                  </a:lnTo>
                  <a:lnTo>
                    <a:pt x="454" y="683"/>
                  </a:lnTo>
                  <a:lnTo>
                    <a:pt x="454" y="685"/>
                  </a:lnTo>
                  <a:lnTo>
                    <a:pt x="459" y="685"/>
                  </a:lnTo>
                  <a:lnTo>
                    <a:pt x="459" y="687"/>
                  </a:lnTo>
                  <a:lnTo>
                    <a:pt x="459" y="687"/>
                  </a:lnTo>
                  <a:lnTo>
                    <a:pt x="459" y="687"/>
                  </a:lnTo>
                  <a:lnTo>
                    <a:pt x="459" y="687"/>
                  </a:lnTo>
                  <a:lnTo>
                    <a:pt x="461" y="690"/>
                  </a:lnTo>
                  <a:lnTo>
                    <a:pt x="461" y="690"/>
                  </a:lnTo>
                  <a:lnTo>
                    <a:pt x="461" y="690"/>
                  </a:lnTo>
                  <a:lnTo>
                    <a:pt x="463" y="692"/>
                  </a:lnTo>
                  <a:lnTo>
                    <a:pt x="465" y="692"/>
                  </a:lnTo>
                  <a:lnTo>
                    <a:pt x="468" y="694"/>
                  </a:lnTo>
                  <a:lnTo>
                    <a:pt x="468" y="696"/>
                  </a:lnTo>
                  <a:lnTo>
                    <a:pt x="468" y="699"/>
                  </a:lnTo>
                  <a:lnTo>
                    <a:pt x="468" y="699"/>
                  </a:lnTo>
                  <a:lnTo>
                    <a:pt x="468" y="699"/>
                  </a:lnTo>
                  <a:lnTo>
                    <a:pt x="468" y="699"/>
                  </a:lnTo>
                  <a:lnTo>
                    <a:pt x="468" y="701"/>
                  </a:lnTo>
                  <a:lnTo>
                    <a:pt x="468" y="703"/>
                  </a:lnTo>
                  <a:lnTo>
                    <a:pt x="468" y="703"/>
                  </a:lnTo>
                  <a:lnTo>
                    <a:pt x="465" y="703"/>
                  </a:lnTo>
                  <a:lnTo>
                    <a:pt x="465" y="705"/>
                  </a:lnTo>
                  <a:lnTo>
                    <a:pt x="465" y="705"/>
                  </a:lnTo>
                  <a:lnTo>
                    <a:pt x="465" y="705"/>
                  </a:lnTo>
                  <a:lnTo>
                    <a:pt x="465" y="707"/>
                  </a:lnTo>
                  <a:lnTo>
                    <a:pt x="468" y="710"/>
                  </a:lnTo>
                  <a:lnTo>
                    <a:pt x="468" y="712"/>
                  </a:lnTo>
                  <a:lnTo>
                    <a:pt x="505" y="736"/>
                  </a:lnTo>
                  <a:lnTo>
                    <a:pt x="505" y="736"/>
                  </a:lnTo>
                  <a:lnTo>
                    <a:pt x="507" y="734"/>
                  </a:lnTo>
                  <a:lnTo>
                    <a:pt x="510" y="727"/>
                  </a:lnTo>
                  <a:lnTo>
                    <a:pt x="519" y="712"/>
                  </a:lnTo>
                  <a:lnTo>
                    <a:pt x="523" y="707"/>
                  </a:lnTo>
                  <a:lnTo>
                    <a:pt x="525" y="705"/>
                  </a:lnTo>
                  <a:lnTo>
                    <a:pt x="527" y="705"/>
                  </a:lnTo>
                  <a:lnTo>
                    <a:pt x="532" y="703"/>
                  </a:lnTo>
                  <a:lnTo>
                    <a:pt x="534" y="703"/>
                  </a:lnTo>
                  <a:lnTo>
                    <a:pt x="534" y="703"/>
                  </a:lnTo>
                  <a:lnTo>
                    <a:pt x="536" y="701"/>
                  </a:lnTo>
                  <a:lnTo>
                    <a:pt x="536" y="701"/>
                  </a:lnTo>
                  <a:lnTo>
                    <a:pt x="536" y="701"/>
                  </a:lnTo>
                  <a:lnTo>
                    <a:pt x="536" y="699"/>
                  </a:lnTo>
                  <a:lnTo>
                    <a:pt x="536" y="699"/>
                  </a:lnTo>
                  <a:lnTo>
                    <a:pt x="545" y="690"/>
                  </a:lnTo>
                  <a:lnTo>
                    <a:pt x="545" y="687"/>
                  </a:lnTo>
                  <a:lnTo>
                    <a:pt x="545" y="685"/>
                  </a:lnTo>
                  <a:lnTo>
                    <a:pt x="543" y="683"/>
                  </a:lnTo>
                  <a:lnTo>
                    <a:pt x="543" y="681"/>
                  </a:lnTo>
                  <a:lnTo>
                    <a:pt x="541" y="681"/>
                  </a:lnTo>
                  <a:lnTo>
                    <a:pt x="541" y="670"/>
                  </a:lnTo>
                  <a:lnTo>
                    <a:pt x="541" y="668"/>
                  </a:lnTo>
                  <a:lnTo>
                    <a:pt x="541" y="665"/>
                  </a:lnTo>
                  <a:lnTo>
                    <a:pt x="538" y="659"/>
                  </a:lnTo>
                  <a:lnTo>
                    <a:pt x="541" y="648"/>
                  </a:lnTo>
                  <a:lnTo>
                    <a:pt x="541" y="648"/>
                  </a:lnTo>
                  <a:lnTo>
                    <a:pt x="543" y="645"/>
                  </a:lnTo>
                  <a:lnTo>
                    <a:pt x="543" y="641"/>
                  </a:lnTo>
                  <a:lnTo>
                    <a:pt x="545" y="632"/>
                  </a:lnTo>
                  <a:lnTo>
                    <a:pt x="547" y="628"/>
                  </a:lnTo>
                  <a:lnTo>
                    <a:pt x="547" y="628"/>
                  </a:lnTo>
                  <a:lnTo>
                    <a:pt x="547" y="625"/>
                  </a:lnTo>
                  <a:lnTo>
                    <a:pt x="545" y="625"/>
                  </a:lnTo>
                  <a:lnTo>
                    <a:pt x="545" y="623"/>
                  </a:lnTo>
                  <a:lnTo>
                    <a:pt x="545" y="621"/>
                  </a:lnTo>
                  <a:lnTo>
                    <a:pt x="550" y="610"/>
                  </a:lnTo>
                  <a:lnTo>
                    <a:pt x="552" y="597"/>
                  </a:lnTo>
                  <a:lnTo>
                    <a:pt x="552" y="594"/>
                  </a:lnTo>
                  <a:lnTo>
                    <a:pt x="552" y="594"/>
                  </a:lnTo>
                  <a:lnTo>
                    <a:pt x="552" y="592"/>
                  </a:lnTo>
                  <a:lnTo>
                    <a:pt x="554" y="588"/>
                  </a:lnTo>
                  <a:lnTo>
                    <a:pt x="554" y="588"/>
                  </a:lnTo>
                  <a:lnTo>
                    <a:pt x="554" y="583"/>
                  </a:lnTo>
                  <a:lnTo>
                    <a:pt x="554" y="581"/>
                  </a:lnTo>
                  <a:lnTo>
                    <a:pt x="554" y="581"/>
                  </a:lnTo>
                  <a:lnTo>
                    <a:pt x="556" y="579"/>
                  </a:lnTo>
                  <a:lnTo>
                    <a:pt x="558" y="572"/>
                  </a:lnTo>
                  <a:lnTo>
                    <a:pt x="558" y="572"/>
                  </a:lnTo>
                  <a:lnTo>
                    <a:pt x="558" y="566"/>
                  </a:lnTo>
                  <a:lnTo>
                    <a:pt x="558" y="563"/>
                  </a:lnTo>
                  <a:lnTo>
                    <a:pt x="561" y="563"/>
                  </a:lnTo>
                  <a:lnTo>
                    <a:pt x="561" y="561"/>
                  </a:lnTo>
                  <a:lnTo>
                    <a:pt x="561" y="559"/>
                  </a:lnTo>
                  <a:lnTo>
                    <a:pt x="563" y="555"/>
                  </a:lnTo>
                  <a:lnTo>
                    <a:pt x="563" y="552"/>
                  </a:lnTo>
                  <a:lnTo>
                    <a:pt x="563" y="552"/>
                  </a:lnTo>
                  <a:lnTo>
                    <a:pt x="565" y="550"/>
                  </a:lnTo>
                  <a:lnTo>
                    <a:pt x="565" y="548"/>
                  </a:lnTo>
                  <a:lnTo>
                    <a:pt x="565" y="548"/>
                  </a:lnTo>
                  <a:lnTo>
                    <a:pt x="565" y="546"/>
                  </a:lnTo>
                  <a:lnTo>
                    <a:pt x="565" y="546"/>
                  </a:lnTo>
                  <a:lnTo>
                    <a:pt x="563" y="543"/>
                  </a:lnTo>
                  <a:lnTo>
                    <a:pt x="563" y="543"/>
                  </a:lnTo>
                  <a:lnTo>
                    <a:pt x="563" y="541"/>
                  </a:lnTo>
                  <a:lnTo>
                    <a:pt x="561" y="537"/>
                  </a:lnTo>
                  <a:lnTo>
                    <a:pt x="561" y="526"/>
                  </a:lnTo>
                  <a:lnTo>
                    <a:pt x="558" y="515"/>
                  </a:lnTo>
                  <a:lnTo>
                    <a:pt x="556" y="508"/>
                  </a:lnTo>
                  <a:lnTo>
                    <a:pt x="556" y="501"/>
                  </a:lnTo>
                  <a:lnTo>
                    <a:pt x="554" y="481"/>
                  </a:lnTo>
                  <a:lnTo>
                    <a:pt x="554" y="477"/>
                  </a:lnTo>
                  <a:lnTo>
                    <a:pt x="554" y="473"/>
                  </a:lnTo>
                  <a:lnTo>
                    <a:pt x="554" y="470"/>
                  </a:lnTo>
                  <a:lnTo>
                    <a:pt x="554" y="470"/>
                  </a:lnTo>
                  <a:lnTo>
                    <a:pt x="552" y="470"/>
                  </a:lnTo>
                  <a:lnTo>
                    <a:pt x="552" y="470"/>
                  </a:lnTo>
                  <a:lnTo>
                    <a:pt x="552" y="470"/>
                  </a:lnTo>
                  <a:lnTo>
                    <a:pt x="552" y="468"/>
                  </a:lnTo>
                  <a:lnTo>
                    <a:pt x="552" y="468"/>
                  </a:lnTo>
                  <a:lnTo>
                    <a:pt x="554" y="468"/>
                  </a:lnTo>
                  <a:lnTo>
                    <a:pt x="552" y="468"/>
                  </a:lnTo>
                  <a:lnTo>
                    <a:pt x="552" y="466"/>
                  </a:lnTo>
                  <a:lnTo>
                    <a:pt x="552" y="466"/>
                  </a:lnTo>
                  <a:lnTo>
                    <a:pt x="550" y="459"/>
                  </a:lnTo>
                  <a:lnTo>
                    <a:pt x="550" y="457"/>
                  </a:lnTo>
                  <a:lnTo>
                    <a:pt x="552" y="455"/>
                  </a:lnTo>
                  <a:lnTo>
                    <a:pt x="552" y="453"/>
                  </a:lnTo>
                  <a:lnTo>
                    <a:pt x="554" y="448"/>
                  </a:lnTo>
                  <a:lnTo>
                    <a:pt x="554" y="444"/>
                  </a:lnTo>
                  <a:lnTo>
                    <a:pt x="554" y="439"/>
                  </a:lnTo>
                  <a:lnTo>
                    <a:pt x="554" y="439"/>
                  </a:lnTo>
                  <a:lnTo>
                    <a:pt x="554" y="437"/>
                  </a:lnTo>
                  <a:lnTo>
                    <a:pt x="554" y="437"/>
                  </a:lnTo>
                  <a:lnTo>
                    <a:pt x="556" y="435"/>
                  </a:lnTo>
                  <a:lnTo>
                    <a:pt x="554" y="435"/>
                  </a:lnTo>
                  <a:lnTo>
                    <a:pt x="556" y="433"/>
                  </a:lnTo>
                  <a:lnTo>
                    <a:pt x="556" y="433"/>
                  </a:lnTo>
                  <a:lnTo>
                    <a:pt x="556" y="433"/>
                  </a:lnTo>
                  <a:lnTo>
                    <a:pt x="556" y="430"/>
                  </a:lnTo>
                  <a:lnTo>
                    <a:pt x="556" y="428"/>
                  </a:lnTo>
                  <a:lnTo>
                    <a:pt x="556" y="426"/>
                  </a:lnTo>
                  <a:lnTo>
                    <a:pt x="556" y="424"/>
                  </a:lnTo>
                  <a:lnTo>
                    <a:pt x="558" y="422"/>
                  </a:lnTo>
                  <a:lnTo>
                    <a:pt x="558" y="422"/>
                  </a:lnTo>
                  <a:lnTo>
                    <a:pt x="558" y="419"/>
                  </a:lnTo>
                  <a:lnTo>
                    <a:pt x="558" y="419"/>
                  </a:lnTo>
                  <a:lnTo>
                    <a:pt x="558" y="417"/>
                  </a:lnTo>
                  <a:lnTo>
                    <a:pt x="558" y="417"/>
                  </a:lnTo>
                  <a:lnTo>
                    <a:pt x="561" y="408"/>
                  </a:lnTo>
                  <a:lnTo>
                    <a:pt x="561" y="406"/>
                  </a:lnTo>
                  <a:lnTo>
                    <a:pt x="561" y="402"/>
                  </a:lnTo>
                  <a:lnTo>
                    <a:pt x="561" y="399"/>
                  </a:lnTo>
                  <a:lnTo>
                    <a:pt x="558" y="399"/>
                  </a:lnTo>
                  <a:lnTo>
                    <a:pt x="558" y="402"/>
                  </a:lnTo>
                  <a:lnTo>
                    <a:pt x="556" y="402"/>
                  </a:lnTo>
                  <a:lnTo>
                    <a:pt x="556" y="402"/>
                  </a:lnTo>
                  <a:lnTo>
                    <a:pt x="556" y="404"/>
                  </a:lnTo>
                  <a:lnTo>
                    <a:pt x="556" y="404"/>
                  </a:lnTo>
                  <a:lnTo>
                    <a:pt x="558" y="404"/>
                  </a:lnTo>
                  <a:lnTo>
                    <a:pt x="556" y="404"/>
                  </a:lnTo>
                  <a:lnTo>
                    <a:pt x="556" y="404"/>
                  </a:lnTo>
                  <a:lnTo>
                    <a:pt x="558" y="404"/>
                  </a:lnTo>
                  <a:lnTo>
                    <a:pt x="558" y="406"/>
                  </a:lnTo>
                  <a:lnTo>
                    <a:pt x="558" y="406"/>
                  </a:lnTo>
                  <a:lnTo>
                    <a:pt x="558" y="406"/>
                  </a:lnTo>
                  <a:lnTo>
                    <a:pt x="558" y="406"/>
                  </a:lnTo>
                  <a:lnTo>
                    <a:pt x="558" y="406"/>
                  </a:lnTo>
                  <a:lnTo>
                    <a:pt x="558" y="406"/>
                  </a:lnTo>
                  <a:lnTo>
                    <a:pt x="558" y="408"/>
                  </a:lnTo>
                  <a:lnTo>
                    <a:pt x="558" y="408"/>
                  </a:lnTo>
                  <a:lnTo>
                    <a:pt x="558" y="408"/>
                  </a:lnTo>
                  <a:lnTo>
                    <a:pt x="558" y="408"/>
                  </a:lnTo>
                  <a:lnTo>
                    <a:pt x="558" y="410"/>
                  </a:lnTo>
                  <a:lnTo>
                    <a:pt x="558" y="410"/>
                  </a:lnTo>
                  <a:lnTo>
                    <a:pt x="558" y="410"/>
                  </a:lnTo>
                  <a:lnTo>
                    <a:pt x="558" y="410"/>
                  </a:lnTo>
                  <a:lnTo>
                    <a:pt x="558" y="413"/>
                  </a:lnTo>
                  <a:lnTo>
                    <a:pt x="558" y="413"/>
                  </a:lnTo>
                  <a:lnTo>
                    <a:pt x="558" y="413"/>
                  </a:lnTo>
                  <a:lnTo>
                    <a:pt x="556" y="415"/>
                  </a:lnTo>
                  <a:lnTo>
                    <a:pt x="554" y="415"/>
                  </a:lnTo>
                  <a:lnTo>
                    <a:pt x="552" y="415"/>
                  </a:lnTo>
                  <a:lnTo>
                    <a:pt x="552" y="417"/>
                  </a:lnTo>
                  <a:lnTo>
                    <a:pt x="552" y="419"/>
                  </a:lnTo>
                  <a:lnTo>
                    <a:pt x="554" y="422"/>
                  </a:lnTo>
                  <a:lnTo>
                    <a:pt x="552" y="422"/>
                  </a:lnTo>
                  <a:lnTo>
                    <a:pt x="552" y="422"/>
                  </a:lnTo>
                  <a:lnTo>
                    <a:pt x="552" y="419"/>
                  </a:lnTo>
                  <a:lnTo>
                    <a:pt x="550" y="419"/>
                  </a:lnTo>
                  <a:lnTo>
                    <a:pt x="550" y="419"/>
                  </a:lnTo>
                  <a:lnTo>
                    <a:pt x="550" y="417"/>
                  </a:lnTo>
                  <a:lnTo>
                    <a:pt x="550" y="417"/>
                  </a:lnTo>
                  <a:lnTo>
                    <a:pt x="550" y="417"/>
                  </a:lnTo>
                  <a:lnTo>
                    <a:pt x="552" y="415"/>
                  </a:lnTo>
                  <a:lnTo>
                    <a:pt x="550" y="415"/>
                  </a:lnTo>
                  <a:lnTo>
                    <a:pt x="550" y="415"/>
                  </a:lnTo>
                  <a:lnTo>
                    <a:pt x="552" y="413"/>
                  </a:lnTo>
                  <a:lnTo>
                    <a:pt x="552" y="415"/>
                  </a:lnTo>
                  <a:lnTo>
                    <a:pt x="554" y="415"/>
                  </a:lnTo>
                  <a:lnTo>
                    <a:pt x="556" y="415"/>
                  </a:lnTo>
                  <a:lnTo>
                    <a:pt x="556" y="413"/>
                  </a:lnTo>
                  <a:lnTo>
                    <a:pt x="556" y="413"/>
                  </a:lnTo>
                  <a:lnTo>
                    <a:pt x="556" y="413"/>
                  </a:lnTo>
                  <a:lnTo>
                    <a:pt x="556" y="410"/>
                  </a:lnTo>
                  <a:lnTo>
                    <a:pt x="556" y="410"/>
                  </a:lnTo>
                  <a:lnTo>
                    <a:pt x="556" y="408"/>
                  </a:lnTo>
                  <a:lnTo>
                    <a:pt x="556" y="408"/>
                  </a:lnTo>
                  <a:lnTo>
                    <a:pt x="556" y="408"/>
                  </a:lnTo>
                  <a:lnTo>
                    <a:pt x="554" y="406"/>
                  </a:lnTo>
                  <a:lnTo>
                    <a:pt x="554" y="406"/>
                  </a:lnTo>
                  <a:lnTo>
                    <a:pt x="552" y="404"/>
                  </a:lnTo>
                  <a:lnTo>
                    <a:pt x="552" y="404"/>
                  </a:lnTo>
                  <a:lnTo>
                    <a:pt x="552" y="404"/>
                  </a:lnTo>
                  <a:lnTo>
                    <a:pt x="550" y="402"/>
                  </a:lnTo>
                  <a:lnTo>
                    <a:pt x="550" y="399"/>
                  </a:lnTo>
                  <a:lnTo>
                    <a:pt x="550" y="399"/>
                  </a:lnTo>
                  <a:lnTo>
                    <a:pt x="552" y="399"/>
                  </a:lnTo>
                  <a:lnTo>
                    <a:pt x="552" y="399"/>
                  </a:lnTo>
                  <a:lnTo>
                    <a:pt x="554" y="399"/>
                  </a:lnTo>
                  <a:lnTo>
                    <a:pt x="556" y="399"/>
                  </a:lnTo>
                  <a:lnTo>
                    <a:pt x="556" y="397"/>
                  </a:lnTo>
                  <a:lnTo>
                    <a:pt x="556" y="397"/>
                  </a:lnTo>
                  <a:lnTo>
                    <a:pt x="554" y="397"/>
                  </a:lnTo>
                  <a:lnTo>
                    <a:pt x="552" y="395"/>
                  </a:lnTo>
                  <a:lnTo>
                    <a:pt x="552" y="393"/>
                  </a:lnTo>
                  <a:lnTo>
                    <a:pt x="550" y="393"/>
                  </a:lnTo>
                  <a:lnTo>
                    <a:pt x="547" y="391"/>
                  </a:lnTo>
                  <a:lnTo>
                    <a:pt x="547" y="391"/>
                  </a:lnTo>
                  <a:lnTo>
                    <a:pt x="547" y="388"/>
                  </a:lnTo>
                  <a:lnTo>
                    <a:pt x="547" y="388"/>
                  </a:lnTo>
                  <a:lnTo>
                    <a:pt x="547" y="388"/>
                  </a:lnTo>
                  <a:lnTo>
                    <a:pt x="545" y="388"/>
                  </a:lnTo>
                  <a:lnTo>
                    <a:pt x="545" y="388"/>
                  </a:lnTo>
                  <a:lnTo>
                    <a:pt x="545" y="388"/>
                  </a:lnTo>
                  <a:lnTo>
                    <a:pt x="545" y="386"/>
                  </a:lnTo>
                  <a:lnTo>
                    <a:pt x="547" y="386"/>
                  </a:lnTo>
                  <a:lnTo>
                    <a:pt x="547" y="386"/>
                  </a:lnTo>
                  <a:lnTo>
                    <a:pt x="550" y="386"/>
                  </a:lnTo>
                  <a:lnTo>
                    <a:pt x="550" y="388"/>
                  </a:lnTo>
                  <a:lnTo>
                    <a:pt x="550" y="388"/>
                  </a:lnTo>
                  <a:lnTo>
                    <a:pt x="550" y="388"/>
                  </a:lnTo>
                  <a:lnTo>
                    <a:pt x="550" y="388"/>
                  </a:lnTo>
                  <a:lnTo>
                    <a:pt x="550" y="391"/>
                  </a:lnTo>
                  <a:lnTo>
                    <a:pt x="552" y="391"/>
                  </a:lnTo>
                  <a:lnTo>
                    <a:pt x="552" y="391"/>
                  </a:lnTo>
                  <a:lnTo>
                    <a:pt x="552" y="391"/>
                  </a:lnTo>
                  <a:lnTo>
                    <a:pt x="552" y="393"/>
                  </a:lnTo>
                  <a:lnTo>
                    <a:pt x="552" y="393"/>
                  </a:lnTo>
                  <a:lnTo>
                    <a:pt x="552" y="393"/>
                  </a:lnTo>
                  <a:lnTo>
                    <a:pt x="554" y="395"/>
                  </a:lnTo>
                  <a:lnTo>
                    <a:pt x="554" y="395"/>
                  </a:lnTo>
                  <a:lnTo>
                    <a:pt x="556" y="397"/>
                  </a:lnTo>
                  <a:lnTo>
                    <a:pt x="556" y="397"/>
                  </a:lnTo>
                  <a:lnTo>
                    <a:pt x="556" y="395"/>
                  </a:lnTo>
                  <a:lnTo>
                    <a:pt x="556" y="395"/>
                  </a:lnTo>
                  <a:lnTo>
                    <a:pt x="556" y="395"/>
                  </a:lnTo>
                  <a:lnTo>
                    <a:pt x="556" y="393"/>
                  </a:lnTo>
                  <a:lnTo>
                    <a:pt x="556" y="388"/>
                  </a:lnTo>
                  <a:lnTo>
                    <a:pt x="556" y="386"/>
                  </a:lnTo>
                  <a:lnTo>
                    <a:pt x="556" y="386"/>
                  </a:lnTo>
                  <a:lnTo>
                    <a:pt x="558" y="384"/>
                  </a:lnTo>
                  <a:lnTo>
                    <a:pt x="558" y="382"/>
                  </a:lnTo>
                  <a:lnTo>
                    <a:pt x="556" y="379"/>
                  </a:lnTo>
                  <a:lnTo>
                    <a:pt x="556" y="379"/>
                  </a:lnTo>
                  <a:lnTo>
                    <a:pt x="556" y="377"/>
                  </a:lnTo>
                  <a:lnTo>
                    <a:pt x="554" y="375"/>
                  </a:lnTo>
                  <a:lnTo>
                    <a:pt x="556" y="375"/>
                  </a:lnTo>
                  <a:lnTo>
                    <a:pt x="556" y="375"/>
                  </a:lnTo>
                  <a:lnTo>
                    <a:pt x="556" y="373"/>
                  </a:lnTo>
                  <a:lnTo>
                    <a:pt x="556" y="373"/>
                  </a:lnTo>
                  <a:lnTo>
                    <a:pt x="556" y="373"/>
                  </a:lnTo>
                  <a:lnTo>
                    <a:pt x="554" y="371"/>
                  </a:lnTo>
                  <a:lnTo>
                    <a:pt x="554" y="371"/>
                  </a:lnTo>
                  <a:lnTo>
                    <a:pt x="552" y="371"/>
                  </a:lnTo>
                  <a:lnTo>
                    <a:pt x="552" y="371"/>
                  </a:lnTo>
                  <a:lnTo>
                    <a:pt x="550" y="373"/>
                  </a:lnTo>
                  <a:lnTo>
                    <a:pt x="550" y="373"/>
                  </a:lnTo>
                  <a:lnTo>
                    <a:pt x="550" y="377"/>
                  </a:lnTo>
                  <a:lnTo>
                    <a:pt x="550" y="379"/>
                  </a:lnTo>
                  <a:lnTo>
                    <a:pt x="547" y="379"/>
                  </a:lnTo>
                  <a:lnTo>
                    <a:pt x="547" y="377"/>
                  </a:lnTo>
                  <a:lnTo>
                    <a:pt x="550" y="377"/>
                  </a:lnTo>
                  <a:lnTo>
                    <a:pt x="550" y="377"/>
                  </a:lnTo>
                  <a:lnTo>
                    <a:pt x="550" y="373"/>
                  </a:lnTo>
                  <a:lnTo>
                    <a:pt x="550" y="373"/>
                  </a:lnTo>
                  <a:lnTo>
                    <a:pt x="550" y="371"/>
                  </a:lnTo>
                  <a:lnTo>
                    <a:pt x="550" y="368"/>
                  </a:lnTo>
                  <a:lnTo>
                    <a:pt x="552" y="368"/>
                  </a:lnTo>
                  <a:lnTo>
                    <a:pt x="550" y="366"/>
                  </a:lnTo>
                  <a:lnTo>
                    <a:pt x="552" y="364"/>
                  </a:lnTo>
                  <a:lnTo>
                    <a:pt x="552" y="357"/>
                  </a:lnTo>
                  <a:lnTo>
                    <a:pt x="552" y="359"/>
                  </a:lnTo>
                  <a:lnTo>
                    <a:pt x="552" y="359"/>
                  </a:lnTo>
                  <a:lnTo>
                    <a:pt x="552" y="359"/>
                  </a:lnTo>
                  <a:lnTo>
                    <a:pt x="552" y="362"/>
                  </a:lnTo>
                  <a:lnTo>
                    <a:pt x="554" y="359"/>
                  </a:lnTo>
                  <a:lnTo>
                    <a:pt x="556" y="359"/>
                  </a:lnTo>
                  <a:lnTo>
                    <a:pt x="556" y="359"/>
                  </a:lnTo>
                  <a:lnTo>
                    <a:pt x="558" y="362"/>
                  </a:lnTo>
                  <a:lnTo>
                    <a:pt x="558" y="362"/>
                  </a:lnTo>
                  <a:lnTo>
                    <a:pt x="558" y="359"/>
                  </a:lnTo>
                  <a:lnTo>
                    <a:pt x="558" y="357"/>
                  </a:lnTo>
                  <a:lnTo>
                    <a:pt x="558" y="357"/>
                  </a:lnTo>
                  <a:lnTo>
                    <a:pt x="558" y="353"/>
                  </a:lnTo>
                  <a:lnTo>
                    <a:pt x="558" y="353"/>
                  </a:lnTo>
                  <a:lnTo>
                    <a:pt x="561" y="351"/>
                  </a:lnTo>
                  <a:lnTo>
                    <a:pt x="565" y="348"/>
                  </a:lnTo>
                  <a:lnTo>
                    <a:pt x="567" y="346"/>
                  </a:lnTo>
                  <a:lnTo>
                    <a:pt x="567" y="346"/>
                  </a:lnTo>
                  <a:lnTo>
                    <a:pt x="567" y="346"/>
                  </a:lnTo>
                  <a:lnTo>
                    <a:pt x="570" y="344"/>
                  </a:lnTo>
                  <a:lnTo>
                    <a:pt x="570" y="344"/>
                  </a:lnTo>
                  <a:lnTo>
                    <a:pt x="570" y="344"/>
                  </a:lnTo>
                  <a:lnTo>
                    <a:pt x="565" y="342"/>
                  </a:lnTo>
                  <a:lnTo>
                    <a:pt x="563" y="342"/>
                  </a:lnTo>
                  <a:lnTo>
                    <a:pt x="563" y="342"/>
                  </a:lnTo>
                  <a:lnTo>
                    <a:pt x="563" y="342"/>
                  </a:lnTo>
                  <a:lnTo>
                    <a:pt x="563" y="342"/>
                  </a:lnTo>
                  <a:lnTo>
                    <a:pt x="563" y="340"/>
                  </a:lnTo>
                  <a:lnTo>
                    <a:pt x="563" y="340"/>
                  </a:lnTo>
                  <a:lnTo>
                    <a:pt x="563" y="340"/>
                  </a:lnTo>
                  <a:lnTo>
                    <a:pt x="565" y="337"/>
                  </a:lnTo>
                  <a:lnTo>
                    <a:pt x="565" y="337"/>
                  </a:lnTo>
                  <a:lnTo>
                    <a:pt x="567" y="337"/>
                  </a:lnTo>
                  <a:lnTo>
                    <a:pt x="570" y="335"/>
                  </a:lnTo>
                  <a:lnTo>
                    <a:pt x="570" y="335"/>
                  </a:lnTo>
                  <a:lnTo>
                    <a:pt x="572" y="333"/>
                  </a:lnTo>
                  <a:lnTo>
                    <a:pt x="572" y="331"/>
                  </a:lnTo>
                  <a:lnTo>
                    <a:pt x="574" y="331"/>
                  </a:lnTo>
                  <a:lnTo>
                    <a:pt x="574" y="331"/>
                  </a:lnTo>
                  <a:lnTo>
                    <a:pt x="574" y="328"/>
                  </a:lnTo>
                  <a:lnTo>
                    <a:pt x="574" y="328"/>
                  </a:lnTo>
                  <a:lnTo>
                    <a:pt x="574" y="326"/>
                  </a:lnTo>
                  <a:lnTo>
                    <a:pt x="574" y="326"/>
                  </a:lnTo>
                  <a:lnTo>
                    <a:pt x="574" y="326"/>
                  </a:lnTo>
                  <a:lnTo>
                    <a:pt x="574" y="324"/>
                  </a:lnTo>
                  <a:lnTo>
                    <a:pt x="574" y="324"/>
                  </a:lnTo>
                  <a:lnTo>
                    <a:pt x="576" y="324"/>
                  </a:lnTo>
                  <a:lnTo>
                    <a:pt x="574" y="324"/>
                  </a:lnTo>
                  <a:lnTo>
                    <a:pt x="574" y="324"/>
                  </a:lnTo>
                  <a:lnTo>
                    <a:pt x="572" y="324"/>
                  </a:lnTo>
                  <a:lnTo>
                    <a:pt x="572" y="324"/>
                  </a:lnTo>
                  <a:lnTo>
                    <a:pt x="572" y="324"/>
                  </a:lnTo>
                  <a:lnTo>
                    <a:pt x="572" y="324"/>
                  </a:lnTo>
                  <a:lnTo>
                    <a:pt x="572" y="322"/>
                  </a:lnTo>
                  <a:lnTo>
                    <a:pt x="570" y="322"/>
                  </a:lnTo>
                  <a:lnTo>
                    <a:pt x="570" y="322"/>
                  </a:lnTo>
                  <a:lnTo>
                    <a:pt x="570" y="322"/>
                  </a:lnTo>
                  <a:lnTo>
                    <a:pt x="567" y="324"/>
                  </a:lnTo>
                  <a:lnTo>
                    <a:pt x="567" y="322"/>
                  </a:lnTo>
                  <a:lnTo>
                    <a:pt x="565" y="322"/>
                  </a:lnTo>
                  <a:lnTo>
                    <a:pt x="565" y="322"/>
                  </a:lnTo>
                  <a:lnTo>
                    <a:pt x="565" y="322"/>
                  </a:lnTo>
                  <a:lnTo>
                    <a:pt x="565" y="320"/>
                  </a:lnTo>
                  <a:lnTo>
                    <a:pt x="565" y="320"/>
                  </a:lnTo>
                  <a:lnTo>
                    <a:pt x="565" y="320"/>
                  </a:lnTo>
                  <a:lnTo>
                    <a:pt x="565" y="317"/>
                  </a:lnTo>
                  <a:lnTo>
                    <a:pt x="565" y="317"/>
                  </a:lnTo>
                  <a:lnTo>
                    <a:pt x="563" y="317"/>
                  </a:lnTo>
                  <a:lnTo>
                    <a:pt x="563" y="317"/>
                  </a:lnTo>
                  <a:lnTo>
                    <a:pt x="563" y="315"/>
                  </a:lnTo>
                  <a:lnTo>
                    <a:pt x="561" y="315"/>
                  </a:lnTo>
                  <a:lnTo>
                    <a:pt x="561" y="313"/>
                  </a:lnTo>
                  <a:lnTo>
                    <a:pt x="563" y="313"/>
                  </a:lnTo>
                  <a:lnTo>
                    <a:pt x="563" y="313"/>
                  </a:lnTo>
                  <a:lnTo>
                    <a:pt x="563" y="311"/>
                  </a:lnTo>
                  <a:lnTo>
                    <a:pt x="563" y="311"/>
                  </a:lnTo>
                  <a:lnTo>
                    <a:pt x="565" y="311"/>
                  </a:lnTo>
                  <a:lnTo>
                    <a:pt x="565" y="309"/>
                  </a:lnTo>
                  <a:lnTo>
                    <a:pt x="565" y="309"/>
                  </a:lnTo>
                  <a:lnTo>
                    <a:pt x="565" y="306"/>
                  </a:lnTo>
                  <a:lnTo>
                    <a:pt x="565" y="306"/>
                  </a:lnTo>
                  <a:lnTo>
                    <a:pt x="567" y="309"/>
                  </a:lnTo>
                  <a:lnTo>
                    <a:pt x="565" y="311"/>
                  </a:lnTo>
                  <a:lnTo>
                    <a:pt x="565" y="311"/>
                  </a:lnTo>
                  <a:lnTo>
                    <a:pt x="565" y="313"/>
                  </a:lnTo>
                  <a:lnTo>
                    <a:pt x="565" y="317"/>
                  </a:lnTo>
                  <a:lnTo>
                    <a:pt x="565" y="320"/>
                  </a:lnTo>
                  <a:lnTo>
                    <a:pt x="567" y="320"/>
                  </a:lnTo>
                  <a:lnTo>
                    <a:pt x="567" y="320"/>
                  </a:lnTo>
                  <a:lnTo>
                    <a:pt x="567" y="322"/>
                  </a:lnTo>
                  <a:lnTo>
                    <a:pt x="570" y="322"/>
                  </a:lnTo>
                  <a:lnTo>
                    <a:pt x="570" y="322"/>
                  </a:lnTo>
                  <a:lnTo>
                    <a:pt x="570" y="320"/>
                  </a:lnTo>
                  <a:lnTo>
                    <a:pt x="572" y="320"/>
                  </a:lnTo>
                  <a:lnTo>
                    <a:pt x="572" y="320"/>
                  </a:lnTo>
                  <a:lnTo>
                    <a:pt x="574" y="313"/>
                  </a:lnTo>
                  <a:lnTo>
                    <a:pt x="574" y="313"/>
                  </a:lnTo>
                  <a:lnTo>
                    <a:pt x="574" y="311"/>
                  </a:lnTo>
                  <a:lnTo>
                    <a:pt x="574" y="311"/>
                  </a:lnTo>
                  <a:lnTo>
                    <a:pt x="574" y="311"/>
                  </a:lnTo>
                  <a:lnTo>
                    <a:pt x="576" y="309"/>
                  </a:lnTo>
                  <a:lnTo>
                    <a:pt x="576" y="309"/>
                  </a:lnTo>
                  <a:lnTo>
                    <a:pt x="576" y="309"/>
                  </a:lnTo>
                  <a:lnTo>
                    <a:pt x="576" y="306"/>
                  </a:lnTo>
                  <a:lnTo>
                    <a:pt x="576" y="304"/>
                  </a:lnTo>
                  <a:lnTo>
                    <a:pt x="576" y="304"/>
                  </a:lnTo>
                  <a:lnTo>
                    <a:pt x="578" y="302"/>
                  </a:lnTo>
                  <a:lnTo>
                    <a:pt x="578" y="302"/>
                  </a:lnTo>
                  <a:lnTo>
                    <a:pt x="578" y="302"/>
                  </a:lnTo>
                  <a:lnTo>
                    <a:pt x="578" y="304"/>
                  </a:lnTo>
                  <a:lnTo>
                    <a:pt x="578" y="304"/>
                  </a:lnTo>
                  <a:lnTo>
                    <a:pt x="578" y="306"/>
                  </a:lnTo>
                  <a:lnTo>
                    <a:pt x="581" y="306"/>
                  </a:lnTo>
                  <a:lnTo>
                    <a:pt x="581" y="306"/>
                  </a:lnTo>
                  <a:lnTo>
                    <a:pt x="581" y="306"/>
                  </a:lnTo>
                  <a:lnTo>
                    <a:pt x="583" y="309"/>
                  </a:lnTo>
                  <a:lnTo>
                    <a:pt x="583" y="311"/>
                  </a:lnTo>
                  <a:lnTo>
                    <a:pt x="585" y="313"/>
                  </a:lnTo>
                  <a:lnTo>
                    <a:pt x="587" y="311"/>
                  </a:lnTo>
                  <a:lnTo>
                    <a:pt x="587" y="313"/>
                  </a:lnTo>
                  <a:lnTo>
                    <a:pt x="589" y="313"/>
                  </a:lnTo>
                  <a:lnTo>
                    <a:pt x="589" y="313"/>
                  </a:lnTo>
                  <a:lnTo>
                    <a:pt x="592" y="313"/>
                  </a:lnTo>
                  <a:lnTo>
                    <a:pt x="592" y="317"/>
                  </a:lnTo>
                  <a:lnTo>
                    <a:pt x="592" y="317"/>
                  </a:lnTo>
                  <a:lnTo>
                    <a:pt x="592" y="317"/>
                  </a:lnTo>
                  <a:lnTo>
                    <a:pt x="592" y="320"/>
                  </a:lnTo>
                  <a:lnTo>
                    <a:pt x="592" y="320"/>
                  </a:lnTo>
                  <a:lnTo>
                    <a:pt x="592" y="320"/>
                  </a:lnTo>
                  <a:lnTo>
                    <a:pt x="592" y="320"/>
                  </a:lnTo>
                  <a:lnTo>
                    <a:pt x="592" y="320"/>
                  </a:lnTo>
                  <a:lnTo>
                    <a:pt x="594" y="322"/>
                  </a:lnTo>
                  <a:lnTo>
                    <a:pt x="594" y="322"/>
                  </a:lnTo>
                  <a:lnTo>
                    <a:pt x="594" y="322"/>
                  </a:lnTo>
                  <a:lnTo>
                    <a:pt x="594" y="324"/>
                  </a:lnTo>
                  <a:lnTo>
                    <a:pt x="594" y="326"/>
                  </a:lnTo>
                  <a:lnTo>
                    <a:pt x="594" y="326"/>
                  </a:lnTo>
                  <a:lnTo>
                    <a:pt x="594" y="328"/>
                  </a:lnTo>
                  <a:lnTo>
                    <a:pt x="594" y="326"/>
                  </a:lnTo>
                  <a:lnTo>
                    <a:pt x="592" y="326"/>
                  </a:lnTo>
                  <a:lnTo>
                    <a:pt x="592" y="328"/>
                  </a:lnTo>
                  <a:lnTo>
                    <a:pt x="592" y="331"/>
                  </a:lnTo>
                  <a:lnTo>
                    <a:pt x="589" y="333"/>
                  </a:lnTo>
                  <a:lnTo>
                    <a:pt x="589" y="335"/>
                  </a:lnTo>
                  <a:lnTo>
                    <a:pt x="592" y="335"/>
                  </a:lnTo>
                  <a:lnTo>
                    <a:pt x="594" y="335"/>
                  </a:lnTo>
                  <a:lnTo>
                    <a:pt x="594" y="333"/>
                  </a:lnTo>
                  <a:lnTo>
                    <a:pt x="596" y="333"/>
                  </a:lnTo>
                  <a:lnTo>
                    <a:pt x="598" y="331"/>
                  </a:lnTo>
                  <a:lnTo>
                    <a:pt x="598" y="331"/>
                  </a:lnTo>
                  <a:lnTo>
                    <a:pt x="601" y="331"/>
                  </a:lnTo>
                  <a:lnTo>
                    <a:pt x="601" y="331"/>
                  </a:lnTo>
                  <a:lnTo>
                    <a:pt x="603" y="331"/>
                  </a:lnTo>
                  <a:lnTo>
                    <a:pt x="605" y="328"/>
                  </a:lnTo>
                  <a:lnTo>
                    <a:pt x="605" y="328"/>
                  </a:lnTo>
                  <a:lnTo>
                    <a:pt x="607" y="326"/>
                  </a:lnTo>
                  <a:lnTo>
                    <a:pt x="614" y="320"/>
                  </a:lnTo>
                  <a:lnTo>
                    <a:pt x="618" y="313"/>
                  </a:lnTo>
                  <a:lnTo>
                    <a:pt x="623" y="306"/>
                  </a:lnTo>
                  <a:lnTo>
                    <a:pt x="625" y="306"/>
                  </a:lnTo>
                  <a:lnTo>
                    <a:pt x="625" y="306"/>
                  </a:lnTo>
                  <a:lnTo>
                    <a:pt x="629" y="300"/>
                  </a:lnTo>
                  <a:lnTo>
                    <a:pt x="634" y="293"/>
                  </a:lnTo>
                  <a:lnTo>
                    <a:pt x="638" y="286"/>
                  </a:lnTo>
                  <a:lnTo>
                    <a:pt x="645" y="277"/>
                  </a:lnTo>
                  <a:lnTo>
                    <a:pt x="649" y="269"/>
                  </a:lnTo>
                  <a:lnTo>
                    <a:pt x="654" y="262"/>
                  </a:lnTo>
                  <a:lnTo>
                    <a:pt x="656" y="258"/>
                  </a:lnTo>
                  <a:lnTo>
                    <a:pt x="658" y="255"/>
                  </a:lnTo>
                  <a:lnTo>
                    <a:pt x="663" y="244"/>
                  </a:lnTo>
                  <a:lnTo>
                    <a:pt x="665" y="242"/>
                  </a:lnTo>
                  <a:lnTo>
                    <a:pt x="665" y="240"/>
                  </a:lnTo>
                  <a:lnTo>
                    <a:pt x="665" y="238"/>
                  </a:lnTo>
                  <a:lnTo>
                    <a:pt x="671" y="227"/>
                  </a:lnTo>
                  <a:lnTo>
                    <a:pt x="676" y="220"/>
                  </a:lnTo>
                  <a:lnTo>
                    <a:pt x="676" y="218"/>
                  </a:lnTo>
                  <a:lnTo>
                    <a:pt x="674" y="218"/>
                  </a:lnTo>
                  <a:close/>
                  <a:moveTo>
                    <a:pt x="558" y="371"/>
                  </a:moveTo>
                  <a:lnTo>
                    <a:pt x="556" y="373"/>
                  </a:lnTo>
                  <a:lnTo>
                    <a:pt x="556" y="375"/>
                  </a:lnTo>
                  <a:lnTo>
                    <a:pt x="556" y="375"/>
                  </a:lnTo>
                  <a:lnTo>
                    <a:pt x="556" y="377"/>
                  </a:lnTo>
                  <a:lnTo>
                    <a:pt x="556" y="377"/>
                  </a:lnTo>
                  <a:lnTo>
                    <a:pt x="558" y="382"/>
                  </a:lnTo>
                  <a:lnTo>
                    <a:pt x="558" y="382"/>
                  </a:lnTo>
                  <a:lnTo>
                    <a:pt x="561" y="382"/>
                  </a:lnTo>
                  <a:lnTo>
                    <a:pt x="561" y="382"/>
                  </a:lnTo>
                  <a:lnTo>
                    <a:pt x="561" y="384"/>
                  </a:lnTo>
                  <a:lnTo>
                    <a:pt x="563" y="384"/>
                  </a:lnTo>
                  <a:lnTo>
                    <a:pt x="563" y="384"/>
                  </a:lnTo>
                  <a:lnTo>
                    <a:pt x="563" y="382"/>
                  </a:lnTo>
                  <a:lnTo>
                    <a:pt x="563" y="382"/>
                  </a:lnTo>
                  <a:lnTo>
                    <a:pt x="563" y="379"/>
                  </a:lnTo>
                  <a:lnTo>
                    <a:pt x="563" y="379"/>
                  </a:lnTo>
                  <a:lnTo>
                    <a:pt x="563" y="377"/>
                  </a:lnTo>
                  <a:lnTo>
                    <a:pt x="561" y="377"/>
                  </a:lnTo>
                  <a:lnTo>
                    <a:pt x="561" y="377"/>
                  </a:lnTo>
                  <a:lnTo>
                    <a:pt x="561" y="375"/>
                  </a:lnTo>
                  <a:lnTo>
                    <a:pt x="561" y="375"/>
                  </a:lnTo>
                  <a:lnTo>
                    <a:pt x="561" y="373"/>
                  </a:lnTo>
                  <a:lnTo>
                    <a:pt x="561" y="373"/>
                  </a:lnTo>
                  <a:lnTo>
                    <a:pt x="561" y="371"/>
                  </a:lnTo>
                  <a:lnTo>
                    <a:pt x="563" y="371"/>
                  </a:lnTo>
                  <a:lnTo>
                    <a:pt x="561" y="371"/>
                  </a:lnTo>
                  <a:lnTo>
                    <a:pt x="563" y="368"/>
                  </a:lnTo>
                  <a:lnTo>
                    <a:pt x="563" y="368"/>
                  </a:lnTo>
                  <a:lnTo>
                    <a:pt x="563" y="362"/>
                  </a:lnTo>
                  <a:lnTo>
                    <a:pt x="561" y="362"/>
                  </a:lnTo>
                  <a:lnTo>
                    <a:pt x="558" y="364"/>
                  </a:lnTo>
                  <a:lnTo>
                    <a:pt x="558" y="364"/>
                  </a:lnTo>
                  <a:lnTo>
                    <a:pt x="556" y="364"/>
                  </a:lnTo>
                  <a:lnTo>
                    <a:pt x="556" y="362"/>
                  </a:lnTo>
                  <a:lnTo>
                    <a:pt x="554" y="362"/>
                  </a:lnTo>
                  <a:lnTo>
                    <a:pt x="554" y="362"/>
                  </a:lnTo>
                  <a:lnTo>
                    <a:pt x="552" y="364"/>
                  </a:lnTo>
                  <a:lnTo>
                    <a:pt x="552" y="366"/>
                  </a:lnTo>
                  <a:lnTo>
                    <a:pt x="554" y="366"/>
                  </a:lnTo>
                  <a:lnTo>
                    <a:pt x="552" y="368"/>
                  </a:lnTo>
                  <a:lnTo>
                    <a:pt x="554" y="368"/>
                  </a:lnTo>
                  <a:lnTo>
                    <a:pt x="556" y="371"/>
                  </a:lnTo>
                  <a:lnTo>
                    <a:pt x="558" y="371"/>
                  </a:lnTo>
                  <a:lnTo>
                    <a:pt x="558" y="371"/>
                  </a:lnTo>
                  <a:lnTo>
                    <a:pt x="558" y="371"/>
                  </a:lnTo>
                  <a:close/>
                </a:path>
              </a:pathLst>
            </a:custGeom>
            <a:solidFill>
              <a:srgbClr val="D6D9ED"/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C4579CDB-55F3-449E-A0A5-465C6398DF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4" y="777"/>
              <a:ext cx="1285" cy="884"/>
            </a:xfrm>
            <a:custGeom>
              <a:avLst/>
              <a:gdLst>
                <a:gd name="T0" fmla="*/ 1265 w 1285"/>
                <a:gd name="T1" fmla="*/ 323 h 884"/>
                <a:gd name="T2" fmla="*/ 1246 w 1285"/>
                <a:gd name="T3" fmla="*/ 310 h 884"/>
                <a:gd name="T4" fmla="*/ 1208 w 1285"/>
                <a:gd name="T5" fmla="*/ 288 h 884"/>
                <a:gd name="T6" fmla="*/ 1161 w 1285"/>
                <a:gd name="T7" fmla="*/ 261 h 884"/>
                <a:gd name="T8" fmla="*/ 1130 w 1285"/>
                <a:gd name="T9" fmla="*/ 228 h 884"/>
                <a:gd name="T10" fmla="*/ 1101 w 1285"/>
                <a:gd name="T11" fmla="*/ 190 h 884"/>
                <a:gd name="T12" fmla="*/ 1004 w 1285"/>
                <a:gd name="T13" fmla="*/ 157 h 884"/>
                <a:gd name="T14" fmla="*/ 986 w 1285"/>
                <a:gd name="T15" fmla="*/ 199 h 884"/>
                <a:gd name="T16" fmla="*/ 977 w 1285"/>
                <a:gd name="T17" fmla="*/ 224 h 884"/>
                <a:gd name="T18" fmla="*/ 949 w 1285"/>
                <a:gd name="T19" fmla="*/ 208 h 884"/>
                <a:gd name="T20" fmla="*/ 924 w 1285"/>
                <a:gd name="T21" fmla="*/ 204 h 884"/>
                <a:gd name="T22" fmla="*/ 900 w 1285"/>
                <a:gd name="T23" fmla="*/ 241 h 884"/>
                <a:gd name="T24" fmla="*/ 878 w 1285"/>
                <a:gd name="T25" fmla="*/ 263 h 884"/>
                <a:gd name="T26" fmla="*/ 847 w 1285"/>
                <a:gd name="T27" fmla="*/ 232 h 884"/>
                <a:gd name="T28" fmla="*/ 844 w 1285"/>
                <a:gd name="T29" fmla="*/ 210 h 884"/>
                <a:gd name="T30" fmla="*/ 829 w 1285"/>
                <a:gd name="T31" fmla="*/ 168 h 884"/>
                <a:gd name="T32" fmla="*/ 831 w 1285"/>
                <a:gd name="T33" fmla="*/ 131 h 884"/>
                <a:gd name="T34" fmla="*/ 822 w 1285"/>
                <a:gd name="T35" fmla="*/ 62 h 884"/>
                <a:gd name="T36" fmla="*/ 818 w 1285"/>
                <a:gd name="T37" fmla="*/ 24 h 884"/>
                <a:gd name="T38" fmla="*/ 785 w 1285"/>
                <a:gd name="T39" fmla="*/ 4 h 884"/>
                <a:gd name="T40" fmla="*/ 718 w 1285"/>
                <a:gd name="T41" fmla="*/ 22 h 884"/>
                <a:gd name="T42" fmla="*/ 678 w 1285"/>
                <a:gd name="T43" fmla="*/ 62 h 884"/>
                <a:gd name="T44" fmla="*/ 632 w 1285"/>
                <a:gd name="T45" fmla="*/ 95 h 884"/>
                <a:gd name="T46" fmla="*/ 605 w 1285"/>
                <a:gd name="T47" fmla="*/ 91 h 884"/>
                <a:gd name="T48" fmla="*/ 536 w 1285"/>
                <a:gd name="T49" fmla="*/ 97 h 884"/>
                <a:gd name="T50" fmla="*/ 461 w 1285"/>
                <a:gd name="T51" fmla="*/ 11 h 884"/>
                <a:gd name="T52" fmla="*/ 410 w 1285"/>
                <a:gd name="T53" fmla="*/ 31 h 884"/>
                <a:gd name="T54" fmla="*/ 295 w 1285"/>
                <a:gd name="T55" fmla="*/ 37 h 884"/>
                <a:gd name="T56" fmla="*/ 322 w 1285"/>
                <a:gd name="T57" fmla="*/ 86 h 884"/>
                <a:gd name="T58" fmla="*/ 341 w 1285"/>
                <a:gd name="T59" fmla="*/ 108 h 884"/>
                <a:gd name="T60" fmla="*/ 317 w 1285"/>
                <a:gd name="T61" fmla="*/ 111 h 884"/>
                <a:gd name="T62" fmla="*/ 275 w 1285"/>
                <a:gd name="T63" fmla="*/ 166 h 884"/>
                <a:gd name="T64" fmla="*/ 310 w 1285"/>
                <a:gd name="T65" fmla="*/ 208 h 884"/>
                <a:gd name="T66" fmla="*/ 322 w 1285"/>
                <a:gd name="T67" fmla="*/ 237 h 884"/>
                <a:gd name="T68" fmla="*/ 288 w 1285"/>
                <a:gd name="T69" fmla="*/ 445 h 884"/>
                <a:gd name="T70" fmla="*/ 273 w 1285"/>
                <a:gd name="T71" fmla="*/ 474 h 884"/>
                <a:gd name="T72" fmla="*/ 242 w 1285"/>
                <a:gd name="T73" fmla="*/ 467 h 884"/>
                <a:gd name="T74" fmla="*/ 215 w 1285"/>
                <a:gd name="T75" fmla="*/ 476 h 884"/>
                <a:gd name="T76" fmla="*/ 184 w 1285"/>
                <a:gd name="T77" fmla="*/ 487 h 884"/>
                <a:gd name="T78" fmla="*/ 155 w 1285"/>
                <a:gd name="T79" fmla="*/ 490 h 884"/>
                <a:gd name="T80" fmla="*/ 115 w 1285"/>
                <a:gd name="T81" fmla="*/ 509 h 884"/>
                <a:gd name="T82" fmla="*/ 89 w 1285"/>
                <a:gd name="T83" fmla="*/ 529 h 884"/>
                <a:gd name="T84" fmla="*/ 69 w 1285"/>
                <a:gd name="T85" fmla="*/ 547 h 884"/>
                <a:gd name="T86" fmla="*/ 49 w 1285"/>
                <a:gd name="T87" fmla="*/ 636 h 884"/>
                <a:gd name="T88" fmla="*/ 517 w 1285"/>
                <a:gd name="T89" fmla="*/ 882 h 884"/>
                <a:gd name="T90" fmla="*/ 554 w 1285"/>
                <a:gd name="T91" fmla="*/ 853 h 884"/>
                <a:gd name="T92" fmla="*/ 596 w 1285"/>
                <a:gd name="T93" fmla="*/ 862 h 884"/>
                <a:gd name="T94" fmla="*/ 621 w 1285"/>
                <a:gd name="T95" fmla="*/ 849 h 884"/>
                <a:gd name="T96" fmla="*/ 645 w 1285"/>
                <a:gd name="T97" fmla="*/ 853 h 884"/>
                <a:gd name="T98" fmla="*/ 665 w 1285"/>
                <a:gd name="T99" fmla="*/ 822 h 884"/>
                <a:gd name="T100" fmla="*/ 703 w 1285"/>
                <a:gd name="T101" fmla="*/ 818 h 884"/>
                <a:gd name="T102" fmla="*/ 714 w 1285"/>
                <a:gd name="T103" fmla="*/ 800 h 884"/>
                <a:gd name="T104" fmla="*/ 723 w 1285"/>
                <a:gd name="T105" fmla="*/ 780 h 884"/>
                <a:gd name="T106" fmla="*/ 751 w 1285"/>
                <a:gd name="T107" fmla="*/ 758 h 884"/>
                <a:gd name="T108" fmla="*/ 829 w 1285"/>
                <a:gd name="T109" fmla="*/ 775 h 884"/>
                <a:gd name="T110" fmla="*/ 849 w 1285"/>
                <a:gd name="T111" fmla="*/ 791 h 884"/>
                <a:gd name="T112" fmla="*/ 875 w 1285"/>
                <a:gd name="T113" fmla="*/ 813 h 884"/>
                <a:gd name="T114" fmla="*/ 1126 w 1285"/>
                <a:gd name="T115" fmla="*/ 802 h 884"/>
                <a:gd name="T116" fmla="*/ 1139 w 1285"/>
                <a:gd name="T117" fmla="*/ 755 h 884"/>
                <a:gd name="T118" fmla="*/ 1146 w 1285"/>
                <a:gd name="T119" fmla="*/ 711 h 884"/>
                <a:gd name="T120" fmla="*/ 1133 w 1285"/>
                <a:gd name="T121" fmla="*/ 669 h 884"/>
                <a:gd name="T122" fmla="*/ 1285 w 1285"/>
                <a:gd name="T123" fmla="*/ 32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85" h="884">
                  <a:moveTo>
                    <a:pt x="1281" y="328"/>
                  </a:moveTo>
                  <a:lnTo>
                    <a:pt x="1281" y="328"/>
                  </a:lnTo>
                  <a:lnTo>
                    <a:pt x="1281" y="328"/>
                  </a:lnTo>
                  <a:lnTo>
                    <a:pt x="1279" y="328"/>
                  </a:lnTo>
                  <a:lnTo>
                    <a:pt x="1279" y="328"/>
                  </a:lnTo>
                  <a:lnTo>
                    <a:pt x="1279" y="328"/>
                  </a:lnTo>
                  <a:lnTo>
                    <a:pt x="1279" y="328"/>
                  </a:lnTo>
                  <a:lnTo>
                    <a:pt x="1277" y="328"/>
                  </a:lnTo>
                  <a:lnTo>
                    <a:pt x="1277" y="328"/>
                  </a:lnTo>
                  <a:lnTo>
                    <a:pt x="1274" y="328"/>
                  </a:lnTo>
                  <a:lnTo>
                    <a:pt x="1274" y="328"/>
                  </a:lnTo>
                  <a:lnTo>
                    <a:pt x="1272" y="328"/>
                  </a:lnTo>
                  <a:lnTo>
                    <a:pt x="1272" y="328"/>
                  </a:lnTo>
                  <a:lnTo>
                    <a:pt x="1272" y="326"/>
                  </a:lnTo>
                  <a:lnTo>
                    <a:pt x="1272" y="326"/>
                  </a:lnTo>
                  <a:lnTo>
                    <a:pt x="1272" y="326"/>
                  </a:lnTo>
                  <a:lnTo>
                    <a:pt x="1274" y="323"/>
                  </a:lnTo>
                  <a:lnTo>
                    <a:pt x="1274" y="323"/>
                  </a:lnTo>
                  <a:lnTo>
                    <a:pt x="1274" y="323"/>
                  </a:lnTo>
                  <a:lnTo>
                    <a:pt x="1272" y="321"/>
                  </a:lnTo>
                  <a:lnTo>
                    <a:pt x="1272" y="321"/>
                  </a:lnTo>
                  <a:lnTo>
                    <a:pt x="1272" y="321"/>
                  </a:lnTo>
                  <a:lnTo>
                    <a:pt x="1272" y="321"/>
                  </a:lnTo>
                  <a:lnTo>
                    <a:pt x="1272" y="321"/>
                  </a:lnTo>
                  <a:lnTo>
                    <a:pt x="1272" y="321"/>
                  </a:lnTo>
                  <a:lnTo>
                    <a:pt x="1270" y="321"/>
                  </a:lnTo>
                  <a:lnTo>
                    <a:pt x="1270" y="321"/>
                  </a:lnTo>
                  <a:lnTo>
                    <a:pt x="1265" y="321"/>
                  </a:lnTo>
                  <a:lnTo>
                    <a:pt x="1265" y="323"/>
                  </a:lnTo>
                  <a:lnTo>
                    <a:pt x="1263" y="326"/>
                  </a:lnTo>
                  <a:lnTo>
                    <a:pt x="1263" y="326"/>
                  </a:lnTo>
                  <a:lnTo>
                    <a:pt x="1261" y="326"/>
                  </a:lnTo>
                  <a:lnTo>
                    <a:pt x="1261" y="326"/>
                  </a:lnTo>
                  <a:lnTo>
                    <a:pt x="1259" y="323"/>
                  </a:lnTo>
                  <a:lnTo>
                    <a:pt x="1259" y="323"/>
                  </a:lnTo>
                  <a:lnTo>
                    <a:pt x="1257" y="323"/>
                  </a:lnTo>
                  <a:lnTo>
                    <a:pt x="1257" y="323"/>
                  </a:lnTo>
                  <a:lnTo>
                    <a:pt x="1257" y="323"/>
                  </a:lnTo>
                  <a:lnTo>
                    <a:pt x="1254" y="321"/>
                  </a:lnTo>
                  <a:lnTo>
                    <a:pt x="1254" y="321"/>
                  </a:lnTo>
                  <a:lnTo>
                    <a:pt x="1254" y="321"/>
                  </a:lnTo>
                  <a:lnTo>
                    <a:pt x="1252" y="321"/>
                  </a:lnTo>
                  <a:lnTo>
                    <a:pt x="1252" y="319"/>
                  </a:lnTo>
                  <a:lnTo>
                    <a:pt x="1252" y="319"/>
                  </a:lnTo>
                  <a:lnTo>
                    <a:pt x="1252" y="319"/>
                  </a:lnTo>
                  <a:lnTo>
                    <a:pt x="1254" y="314"/>
                  </a:lnTo>
                  <a:lnTo>
                    <a:pt x="1254" y="314"/>
                  </a:lnTo>
                  <a:lnTo>
                    <a:pt x="1254" y="312"/>
                  </a:lnTo>
                  <a:lnTo>
                    <a:pt x="1254" y="312"/>
                  </a:lnTo>
                  <a:lnTo>
                    <a:pt x="1252" y="312"/>
                  </a:lnTo>
                  <a:lnTo>
                    <a:pt x="1252" y="310"/>
                  </a:lnTo>
                  <a:lnTo>
                    <a:pt x="1252" y="310"/>
                  </a:lnTo>
                  <a:lnTo>
                    <a:pt x="1250" y="312"/>
                  </a:lnTo>
                  <a:lnTo>
                    <a:pt x="1248" y="312"/>
                  </a:lnTo>
                  <a:lnTo>
                    <a:pt x="1248" y="312"/>
                  </a:lnTo>
                  <a:lnTo>
                    <a:pt x="1248" y="310"/>
                  </a:lnTo>
                  <a:lnTo>
                    <a:pt x="1246" y="310"/>
                  </a:lnTo>
                  <a:lnTo>
                    <a:pt x="1246" y="310"/>
                  </a:lnTo>
                  <a:lnTo>
                    <a:pt x="1241" y="308"/>
                  </a:lnTo>
                  <a:lnTo>
                    <a:pt x="1239" y="306"/>
                  </a:lnTo>
                  <a:lnTo>
                    <a:pt x="1237" y="306"/>
                  </a:lnTo>
                  <a:lnTo>
                    <a:pt x="1237" y="306"/>
                  </a:lnTo>
                  <a:lnTo>
                    <a:pt x="1234" y="303"/>
                  </a:lnTo>
                  <a:lnTo>
                    <a:pt x="1232" y="301"/>
                  </a:lnTo>
                  <a:lnTo>
                    <a:pt x="1230" y="299"/>
                  </a:lnTo>
                  <a:lnTo>
                    <a:pt x="1230" y="297"/>
                  </a:lnTo>
                  <a:lnTo>
                    <a:pt x="1228" y="295"/>
                  </a:lnTo>
                  <a:lnTo>
                    <a:pt x="1228" y="295"/>
                  </a:lnTo>
                  <a:lnTo>
                    <a:pt x="1226" y="295"/>
                  </a:lnTo>
                  <a:lnTo>
                    <a:pt x="1226" y="295"/>
                  </a:lnTo>
                  <a:lnTo>
                    <a:pt x="1223" y="292"/>
                  </a:lnTo>
                  <a:lnTo>
                    <a:pt x="1221" y="292"/>
                  </a:lnTo>
                  <a:lnTo>
                    <a:pt x="1221" y="292"/>
                  </a:lnTo>
                  <a:lnTo>
                    <a:pt x="1219" y="292"/>
                  </a:lnTo>
                  <a:lnTo>
                    <a:pt x="1217" y="292"/>
                  </a:lnTo>
                  <a:lnTo>
                    <a:pt x="1217" y="290"/>
                  </a:lnTo>
                  <a:lnTo>
                    <a:pt x="1217" y="290"/>
                  </a:lnTo>
                  <a:lnTo>
                    <a:pt x="1217" y="288"/>
                  </a:lnTo>
                  <a:lnTo>
                    <a:pt x="1217" y="288"/>
                  </a:lnTo>
                  <a:lnTo>
                    <a:pt x="1217" y="288"/>
                  </a:lnTo>
                  <a:lnTo>
                    <a:pt x="1214" y="288"/>
                  </a:lnTo>
                  <a:lnTo>
                    <a:pt x="1214" y="288"/>
                  </a:lnTo>
                  <a:lnTo>
                    <a:pt x="1212" y="288"/>
                  </a:lnTo>
                  <a:lnTo>
                    <a:pt x="1210" y="290"/>
                  </a:lnTo>
                  <a:lnTo>
                    <a:pt x="1210" y="288"/>
                  </a:lnTo>
                  <a:lnTo>
                    <a:pt x="1210" y="288"/>
                  </a:lnTo>
                  <a:lnTo>
                    <a:pt x="1208" y="288"/>
                  </a:lnTo>
                  <a:lnTo>
                    <a:pt x="1208" y="288"/>
                  </a:lnTo>
                  <a:lnTo>
                    <a:pt x="1206" y="288"/>
                  </a:lnTo>
                  <a:lnTo>
                    <a:pt x="1206" y="288"/>
                  </a:lnTo>
                  <a:lnTo>
                    <a:pt x="1201" y="286"/>
                  </a:lnTo>
                  <a:lnTo>
                    <a:pt x="1201" y="286"/>
                  </a:lnTo>
                  <a:lnTo>
                    <a:pt x="1199" y="283"/>
                  </a:lnTo>
                  <a:lnTo>
                    <a:pt x="1197" y="283"/>
                  </a:lnTo>
                  <a:lnTo>
                    <a:pt x="1195" y="281"/>
                  </a:lnTo>
                  <a:lnTo>
                    <a:pt x="1195" y="281"/>
                  </a:lnTo>
                  <a:lnTo>
                    <a:pt x="1188" y="279"/>
                  </a:lnTo>
                  <a:lnTo>
                    <a:pt x="1186" y="279"/>
                  </a:lnTo>
                  <a:lnTo>
                    <a:pt x="1186" y="277"/>
                  </a:lnTo>
                  <a:lnTo>
                    <a:pt x="1183" y="277"/>
                  </a:lnTo>
                  <a:lnTo>
                    <a:pt x="1183" y="275"/>
                  </a:lnTo>
                  <a:lnTo>
                    <a:pt x="1183" y="275"/>
                  </a:lnTo>
                  <a:lnTo>
                    <a:pt x="1183" y="275"/>
                  </a:lnTo>
                  <a:lnTo>
                    <a:pt x="1181" y="275"/>
                  </a:lnTo>
                  <a:lnTo>
                    <a:pt x="1179" y="275"/>
                  </a:lnTo>
                  <a:lnTo>
                    <a:pt x="1179" y="272"/>
                  </a:lnTo>
                  <a:lnTo>
                    <a:pt x="1177" y="270"/>
                  </a:lnTo>
                  <a:lnTo>
                    <a:pt x="1175" y="268"/>
                  </a:lnTo>
                  <a:lnTo>
                    <a:pt x="1175" y="268"/>
                  </a:lnTo>
                  <a:lnTo>
                    <a:pt x="1168" y="266"/>
                  </a:lnTo>
                  <a:lnTo>
                    <a:pt x="1168" y="266"/>
                  </a:lnTo>
                  <a:lnTo>
                    <a:pt x="1166" y="266"/>
                  </a:lnTo>
                  <a:lnTo>
                    <a:pt x="1166" y="263"/>
                  </a:lnTo>
                  <a:lnTo>
                    <a:pt x="1164" y="261"/>
                  </a:lnTo>
                  <a:lnTo>
                    <a:pt x="1164" y="261"/>
                  </a:lnTo>
                  <a:lnTo>
                    <a:pt x="1161" y="261"/>
                  </a:lnTo>
                  <a:lnTo>
                    <a:pt x="1155" y="257"/>
                  </a:lnTo>
                  <a:lnTo>
                    <a:pt x="1155" y="257"/>
                  </a:lnTo>
                  <a:lnTo>
                    <a:pt x="1155" y="257"/>
                  </a:lnTo>
                  <a:lnTo>
                    <a:pt x="1152" y="255"/>
                  </a:lnTo>
                  <a:lnTo>
                    <a:pt x="1152" y="255"/>
                  </a:lnTo>
                  <a:lnTo>
                    <a:pt x="1152" y="252"/>
                  </a:lnTo>
                  <a:lnTo>
                    <a:pt x="1150" y="252"/>
                  </a:lnTo>
                  <a:lnTo>
                    <a:pt x="1150" y="252"/>
                  </a:lnTo>
                  <a:lnTo>
                    <a:pt x="1148" y="252"/>
                  </a:lnTo>
                  <a:lnTo>
                    <a:pt x="1148" y="252"/>
                  </a:lnTo>
                  <a:lnTo>
                    <a:pt x="1148" y="250"/>
                  </a:lnTo>
                  <a:lnTo>
                    <a:pt x="1144" y="246"/>
                  </a:lnTo>
                  <a:lnTo>
                    <a:pt x="1144" y="246"/>
                  </a:lnTo>
                  <a:lnTo>
                    <a:pt x="1144" y="246"/>
                  </a:lnTo>
                  <a:lnTo>
                    <a:pt x="1141" y="246"/>
                  </a:lnTo>
                  <a:lnTo>
                    <a:pt x="1141" y="246"/>
                  </a:lnTo>
                  <a:lnTo>
                    <a:pt x="1139" y="246"/>
                  </a:lnTo>
                  <a:lnTo>
                    <a:pt x="1139" y="246"/>
                  </a:lnTo>
                  <a:lnTo>
                    <a:pt x="1139" y="244"/>
                  </a:lnTo>
                  <a:lnTo>
                    <a:pt x="1133" y="239"/>
                  </a:lnTo>
                  <a:lnTo>
                    <a:pt x="1133" y="239"/>
                  </a:lnTo>
                  <a:lnTo>
                    <a:pt x="1133" y="237"/>
                  </a:lnTo>
                  <a:lnTo>
                    <a:pt x="1133" y="237"/>
                  </a:lnTo>
                  <a:lnTo>
                    <a:pt x="1130" y="235"/>
                  </a:lnTo>
                  <a:lnTo>
                    <a:pt x="1130" y="232"/>
                  </a:lnTo>
                  <a:lnTo>
                    <a:pt x="1130" y="232"/>
                  </a:lnTo>
                  <a:lnTo>
                    <a:pt x="1130" y="230"/>
                  </a:lnTo>
                  <a:lnTo>
                    <a:pt x="1130" y="230"/>
                  </a:lnTo>
                  <a:lnTo>
                    <a:pt x="1130" y="228"/>
                  </a:lnTo>
                  <a:lnTo>
                    <a:pt x="1130" y="226"/>
                  </a:lnTo>
                  <a:lnTo>
                    <a:pt x="1128" y="224"/>
                  </a:lnTo>
                  <a:lnTo>
                    <a:pt x="1128" y="224"/>
                  </a:lnTo>
                  <a:lnTo>
                    <a:pt x="1126" y="224"/>
                  </a:lnTo>
                  <a:lnTo>
                    <a:pt x="1126" y="224"/>
                  </a:lnTo>
                  <a:lnTo>
                    <a:pt x="1126" y="221"/>
                  </a:lnTo>
                  <a:lnTo>
                    <a:pt x="1121" y="219"/>
                  </a:lnTo>
                  <a:lnTo>
                    <a:pt x="1121" y="219"/>
                  </a:lnTo>
                  <a:lnTo>
                    <a:pt x="1119" y="219"/>
                  </a:lnTo>
                  <a:lnTo>
                    <a:pt x="1119" y="219"/>
                  </a:lnTo>
                  <a:lnTo>
                    <a:pt x="1117" y="219"/>
                  </a:lnTo>
                  <a:lnTo>
                    <a:pt x="1117" y="219"/>
                  </a:lnTo>
                  <a:lnTo>
                    <a:pt x="1115" y="219"/>
                  </a:lnTo>
                  <a:lnTo>
                    <a:pt x="1110" y="213"/>
                  </a:lnTo>
                  <a:lnTo>
                    <a:pt x="1108" y="210"/>
                  </a:lnTo>
                  <a:lnTo>
                    <a:pt x="1106" y="210"/>
                  </a:lnTo>
                  <a:lnTo>
                    <a:pt x="1106" y="208"/>
                  </a:lnTo>
                  <a:lnTo>
                    <a:pt x="1106" y="206"/>
                  </a:lnTo>
                  <a:lnTo>
                    <a:pt x="1108" y="204"/>
                  </a:lnTo>
                  <a:lnTo>
                    <a:pt x="1108" y="199"/>
                  </a:lnTo>
                  <a:lnTo>
                    <a:pt x="1108" y="199"/>
                  </a:lnTo>
                  <a:lnTo>
                    <a:pt x="1108" y="197"/>
                  </a:lnTo>
                  <a:lnTo>
                    <a:pt x="1108" y="197"/>
                  </a:lnTo>
                  <a:lnTo>
                    <a:pt x="1108" y="195"/>
                  </a:lnTo>
                  <a:lnTo>
                    <a:pt x="1108" y="195"/>
                  </a:lnTo>
                  <a:lnTo>
                    <a:pt x="1106" y="193"/>
                  </a:lnTo>
                  <a:lnTo>
                    <a:pt x="1106" y="193"/>
                  </a:lnTo>
                  <a:lnTo>
                    <a:pt x="1101" y="193"/>
                  </a:lnTo>
                  <a:lnTo>
                    <a:pt x="1101" y="190"/>
                  </a:lnTo>
                  <a:lnTo>
                    <a:pt x="1099" y="190"/>
                  </a:lnTo>
                  <a:lnTo>
                    <a:pt x="1099" y="190"/>
                  </a:lnTo>
                  <a:lnTo>
                    <a:pt x="1099" y="190"/>
                  </a:lnTo>
                  <a:lnTo>
                    <a:pt x="1099" y="188"/>
                  </a:lnTo>
                  <a:lnTo>
                    <a:pt x="1099" y="186"/>
                  </a:lnTo>
                  <a:lnTo>
                    <a:pt x="1099" y="184"/>
                  </a:lnTo>
                  <a:lnTo>
                    <a:pt x="1099" y="175"/>
                  </a:lnTo>
                  <a:lnTo>
                    <a:pt x="1099" y="170"/>
                  </a:lnTo>
                  <a:lnTo>
                    <a:pt x="1099" y="170"/>
                  </a:lnTo>
                  <a:lnTo>
                    <a:pt x="1099" y="168"/>
                  </a:lnTo>
                  <a:lnTo>
                    <a:pt x="1097" y="146"/>
                  </a:lnTo>
                  <a:lnTo>
                    <a:pt x="1033" y="146"/>
                  </a:lnTo>
                  <a:lnTo>
                    <a:pt x="1013" y="146"/>
                  </a:lnTo>
                  <a:lnTo>
                    <a:pt x="1011" y="148"/>
                  </a:lnTo>
                  <a:lnTo>
                    <a:pt x="1011" y="148"/>
                  </a:lnTo>
                  <a:lnTo>
                    <a:pt x="1011" y="148"/>
                  </a:lnTo>
                  <a:lnTo>
                    <a:pt x="1011" y="148"/>
                  </a:lnTo>
                  <a:lnTo>
                    <a:pt x="1011" y="150"/>
                  </a:lnTo>
                  <a:lnTo>
                    <a:pt x="1011" y="150"/>
                  </a:lnTo>
                  <a:lnTo>
                    <a:pt x="1008" y="150"/>
                  </a:lnTo>
                  <a:lnTo>
                    <a:pt x="1008" y="153"/>
                  </a:lnTo>
                  <a:lnTo>
                    <a:pt x="1006" y="153"/>
                  </a:lnTo>
                  <a:lnTo>
                    <a:pt x="1006" y="153"/>
                  </a:lnTo>
                  <a:lnTo>
                    <a:pt x="1006" y="153"/>
                  </a:lnTo>
                  <a:lnTo>
                    <a:pt x="1004" y="155"/>
                  </a:lnTo>
                  <a:lnTo>
                    <a:pt x="1004" y="155"/>
                  </a:lnTo>
                  <a:lnTo>
                    <a:pt x="1004" y="155"/>
                  </a:lnTo>
                  <a:lnTo>
                    <a:pt x="1004" y="157"/>
                  </a:lnTo>
                  <a:lnTo>
                    <a:pt x="1004" y="157"/>
                  </a:lnTo>
                  <a:lnTo>
                    <a:pt x="1004" y="157"/>
                  </a:lnTo>
                  <a:lnTo>
                    <a:pt x="1002" y="162"/>
                  </a:lnTo>
                  <a:lnTo>
                    <a:pt x="1000" y="166"/>
                  </a:lnTo>
                  <a:lnTo>
                    <a:pt x="1000" y="166"/>
                  </a:lnTo>
                  <a:lnTo>
                    <a:pt x="997" y="166"/>
                  </a:lnTo>
                  <a:lnTo>
                    <a:pt x="997" y="168"/>
                  </a:lnTo>
                  <a:lnTo>
                    <a:pt x="997" y="168"/>
                  </a:lnTo>
                  <a:lnTo>
                    <a:pt x="997" y="170"/>
                  </a:lnTo>
                  <a:lnTo>
                    <a:pt x="997" y="173"/>
                  </a:lnTo>
                  <a:lnTo>
                    <a:pt x="997" y="173"/>
                  </a:lnTo>
                  <a:lnTo>
                    <a:pt x="995" y="173"/>
                  </a:lnTo>
                  <a:lnTo>
                    <a:pt x="993" y="177"/>
                  </a:lnTo>
                  <a:lnTo>
                    <a:pt x="993" y="179"/>
                  </a:lnTo>
                  <a:lnTo>
                    <a:pt x="993" y="179"/>
                  </a:lnTo>
                  <a:lnTo>
                    <a:pt x="993" y="179"/>
                  </a:lnTo>
                  <a:lnTo>
                    <a:pt x="993" y="184"/>
                  </a:lnTo>
                  <a:lnTo>
                    <a:pt x="991" y="184"/>
                  </a:lnTo>
                  <a:lnTo>
                    <a:pt x="991" y="186"/>
                  </a:lnTo>
                  <a:lnTo>
                    <a:pt x="991" y="188"/>
                  </a:lnTo>
                  <a:lnTo>
                    <a:pt x="991" y="188"/>
                  </a:lnTo>
                  <a:lnTo>
                    <a:pt x="988" y="190"/>
                  </a:lnTo>
                  <a:lnTo>
                    <a:pt x="988" y="193"/>
                  </a:lnTo>
                  <a:lnTo>
                    <a:pt x="988" y="193"/>
                  </a:lnTo>
                  <a:lnTo>
                    <a:pt x="988" y="195"/>
                  </a:lnTo>
                  <a:lnTo>
                    <a:pt x="986" y="195"/>
                  </a:lnTo>
                  <a:lnTo>
                    <a:pt x="986" y="195"/>
                  </a:lnTo>
                  <a:lnTo>
                    <a:pt x="986" y="197"/>
                  </a:lnTo>
                  <a:lnTo>
                    <a:pt x="986" y="199"/>
                  </a:lnTo>
                  <a:lnTo>
                    <a:pt x="986" y="199"/>
                  </a:lnTo>
                  <a:lnTo>
                    <a:pt x="986" y="201"/>
                  </a:lnTo>
                  <a:lnTo>
                    <a:pt x="986" y="201"/>
                  </a:lnTo>
                  <a:lnTo>
                    <a:pt x="986" y="204"/>
                  </a:lnTo>
                  <a:lnTo>
                    <a:pt x="986" y="204"/>
                  </a:lnTo>
                  <a:lnTo>
                    <a:pt x="991" y="208"/>
                  </a:lnTo>
                  <a:lnTo>
                    <a:pt x="993" y="208"/>
                  </a:lnTo>
                  <a:lnTo>
                    <a:pt x="993" y="210"/>
                  </a:lnTo>
                  <a:lnTo>
                    <a:pt x="993" y="210"/>
                  </a:lnTo>
                  <a:lnTo>
                    <a:pt x="993" y="210"/>
                  </a:lnTo>
                  <a:lnTo>
                    <a:pt x="993" y="213"/>
                  </a:lnTo>
                  <a:lnTo>
                    <a:pt x="993" y="213"/>
                  </a:lnTo>
                  <a:lnTo>
                    <a:pt x="991" y="213"/>
                  </a:lnTo>
                  <a:lnTo>
                    <a:pt x="991" y="213"/>
                  </a:lnTo>
                  <a:lnTo>
                    <a:pt x="991" y="215"/>
                  </a:lnTo>
                  <a:lnTo>
                    <a:pt x="991" y="215"/>
                  </a:lnTo>
                  <a:lnTo>
                    <a:pt x="986" y="215"/>
                  </a:lnTo>
                  <a:lnTo>
                    <a:pt x="986" y="215"/>
                  </a:lnTo>
                  <a:lnTo>
                    <a:pt x="980" y="217"/>
                  </a:lnTo>
                  <a:lnTo>
                    <a:pt x="980" y="217"/>
                  </a:lnTo>
                  <a:lnTo>
                    <a:pt x="980" y="217"/>
                  </a:lnTo>
                  <a:lnTo>
                    <a:pt x="980" y="219"/>
                  </a:lnTo>
                  <a:lnTo>
                    <a:pt x="980" y="219"/>
                  </a:lnTo>
                  <a:lnTo>
                    <a:pt x="977" y="219"/>
                  </a:lnTo>
                  <a:lnTo>
                    <a:pt x="977" y="219"/>
                  </a:lnTo>
                  <a:lnTo>
                    <a:pt x="977" y="221"/>
                  </a:lnTo>
                  <a:lnTo>
                    <a:pt x="977" y="221"/>
                  </a:lnTo>
                  <a:lnTo>
                    <a:pt x="977" y="224"/>
                  </a:lnTo>
                  <a:lnTo>
                    <a:pt x="977" y="224"/>
                  </a:lnTo>
                  <a:lnTo>
                    <a:pt x="977" y="224"/>
                  </a:lnTo>
                  <a:lnTo>
                    <a:pt x="975" y="224"/>
                  </a:lnTo>
                  <a:lnTo>
                    <a:pt x="973" y="224"/>
                  </a:lnTo>
                  <a:lnTo>
                    <a:pt x="973" y="224"/>
                  </a:lnTo>
                  <a:lnTo>
                    <a:pt x="971" y="224"/>
                  </a:lnTo>
                  <a:lnTo>
                    <a:pt x="971" y="224"/>
                  </a:lnTo>
                  <a:lnTo>
                    <a:pt x="971" y="224"/>
                  </a:lnTo>
                  <a:lnTo>
                    <a:pt x="969" y="224"/>
                  </a:lnTo>
                  <a:lnTo>
                    <a:pt x="969" y="226"/>
                  </a:lnTo>
                  <a:lnTo>
                    <a:pt x="969" y="226"/>
                  </a:lnTo>
                  <a:lnTo>
                    <a:pt x="969" y="226"/>
                  </a:lnTo>
                  <a:lnTo>
                    <a:pt x="966" y="226"/>
                  </a:lnTo>
                  <a:lnTo>
                    <a:pt x="966" y="226"/>
                  </a:lnTo>
                  <a:lnTo>
                    <a:pt x="960" y="226"/>
                  </a:lnTo>
                  <a:lnTo>
                    <a:pt x="960" y="224"/>
                  </a:lnTo>
                  <a:lnTo>
                    <a:pt x="960" y="224"/>
                  </a:lnTo>
                  <a:lnTo>
                    <a:pt x="960" y="224"/>
                  </a:lnTo>
                  <a:lnTo>
                    <a:pt x="960" y="221"/>
                  </a:lnTo>
                  <a:lnTo>
                    <a:pt x="960" y="221"/>
                  </a:lnTo>
                  <a:lnTo>
                    <a:pt x="960" y="219"/>
                  </a:lnTo>
                  <a:lnTo>
                    <a:pt x="957" y="219"/>
                  </a:lnTo>
                  <a:lnTo>
                    <a:pt x="957" y="219"/>
                  </a:lnTo>
                  <a:lnTo>
                    <a:pt x="957" y="217"/>
                  </a:lnTo>
                  <a:lnTo>
                    <a:pt x="955" y="215"/>
                  </a:lnTo>
                  <a:lnTo>
                    <a:pt x="955" y="213"/>
                  </a:lnTo>
                  <a:lnTo>
                    <a:pt x="953" y="210"/>
                  </a:lnTo>
                  <a:lnTo>
                    <a:pt x="951" y="210"/>
                  </a:lnTo>
                  <a:lnTo>
                    <a:pt x="951" y="208"/>
                  </a:lnTo>
                  <a:lnTo>
                    <a:pt x="949" y="208"/>
                  </a:lnTo>
                  <a:lnTo>
                    <a:pt x="949" y="208"/>
                  </a:lnTo>
                  <a:lnTo>
                    <a:pt x="949" y="206"/>
                  </a:lnTo>
                  <a:lnTo>
                    <a:pt x="946" y="206"/>
                  </a:lnTo>
                  <a:lnTo>
                    <a:pt x="946" y="204"/>
                  </a:lnTo>
                  <a:lnTo>
                    <a:pt x="946" y="204"/>
                  </a:lnTo>
                  <a:lnTo>
                    <a:pt x="946" y="204"/>
                  </a:lnTo>
                  <a:lnTo>
                    <a:pt x="944" y="204"/>
                  </a:lnTo>
                  <a:lnTo>
                    <a:pt x="942" y="201"/>
                  </a:lnTo>
                  <a:lnTo>
                    <a:pt x="940" y="201"/>
                  </a:lnTo>
                  <a:lnTo>
                    <a:pt x="938" y="201"/>
                  </a:lnTo>
                  <a:lnTo>
                    <a:pt x="935" y="201"/>
                  </a:lnTo>
                  <a:lnTo>
                    <a:pt x="935" y="201"/>
                  </a:lnTo>
                  <a:lnTo>
                    <a:pt x="935" y="199"/>
                  </a:lnTo>
                  <a:lnTo>
                    <a:pt x="933" y="199"/>
                  </a:lnTo>
                  <a:lnTo>
                    <a:pt x="933" y="199"/>
                  </a:lnTo>
                  <a:lnTo>
                    <a:pt x="933" y="199"/>
                  </a:lnTo>
                  <a:lnTo>
                    <a:pt x="931" y="199"/>
                  </a:lnTo>
                  <a:lnTo>
                    <a:pt x="931" y="199"/>
                  </a:lnTo>
                  <a:lnTo>
                    <a:pt x="929" y="199"/>
                  </a:lnTo>
                  <a:lnTo>
                    <a:pt x="929" y="199"/>
                  </a:lnTo>
                  <a:lnTo>
                    <a:pt x="926" y="199"/>
                  </a:lnTo>
                  <a:lnTo>
                    <a:pt x="926" y="199"/>
                  </a:lnTo>
                  <a:lnTo>
                    <a:pt x="926" y="199"/>
                  </a:lnTo>
                  <a:lnTo>
                    <a:pt x="924" y="199"/>
                  </a:lnTo>
                  <a:lnTo>
                    <a:pt x="924" y="199"/>
                  </a:lnTo>
                  <a:lnTo>
                    <a:pt x="924" y="199"/>
                  </a:lnTo>
                  <a:lnTo>
                    <a:pt x="924" y="201"/>
                  </a:lnTo>
                  <a:lnTo>
                    <a:pt x="924" y="201"/>
                  </a:lnTo>
                  <a:lnTo>
                    <a:pt x="924" y="201"/>
                  </a:lnTo>
                  <a:lnTo>
                    <a:pt x="924" y="204"/>
                  </a:lnTo>
                  <a:lnTo>
                    <a:pt x="922" y="204"/>
                  </a:lnTo>
                  <a:lnTo>
                    <a:pt x="922" y="204"/>
                  </a:lnTo>
                  <a:lnTo>
                    <a:pt x="915" y="206"/>
                  </a:lnTo>
                  <a:lnTo>
                    <a:pt x="913" y="206"/>
                  </a:lnTo>
                  <a:lnTo>
                    <a:pt x="913" y="206"/>
                  </a:lnTo>
                  <a:lnTo>
                    <a:pt x="909" y="210"/>
                  </a:lnTo>
                  <a:lnTo>
                    <a:pt x="906" y="210"/>
                  </a:lnTo>
                  <a:lnTo>
                    <a:pt x="906" y="210"/>
                  </a:lnTo>
                  <a:lnTo>
                    <a:pt x="906" y="210"/>
                  </a:lnTo>
                  <a:lnTo>
                    <a:pt x="906" y="213"/>
                  </a:lnTo>
                  <a:lnTo>
                    <a:pt x="904" y="213"/>
                  </a:lnTo>
                  <a:lnTo>
                    <a:pt x="904" y="213"/>
                  </a:lnTo>
                  <a:lnTo>
                    <a:pt x="904" y="215"/>
                  </a:lnTo>
                  <a:lnTo>
                    <a:pt x="902" y="215"/>
                  </a:lnTo>
                  <a:lnTo>
                    <a:pt x="902" y="217"/>
                  </a:lnTo>
                  <a:lnTo>
                    <a:pt x="902" y="217"/>
                  </a:lnTo>
                  <a:lnTo>
                    <a:pt x="902" y="219"/>
                  </a:lnTo>
                  <a:lnTo>
                    <a:pt x="900" y="224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898" y="230"/>
                  </a:lnTo>
                  <a:lnTo>
                    <a:pt x="898" y="230"/>
                  </a:lnTo>
                  <a:lnTo>
                    <a:pt x="900" y="232"/>
                  </a:lnTo>
                  <a:lnTo>
                    <a:pt x="900" y="237"/>
                  </a:lnTo>
                  <a:lnTo>
                    <a:pt x="900" y="239"/>
                  </a:lnTo>
                  <a:lnTo>
                    <a:pt x="900" y="239"/>
                  </a:lnTo>
                  <a:lnTo>
                    <a:pt x="900" y="239"/>
                  </a:lnTo>
                  <a:lnTo>
                    <a:pt x="900" y="241"/>
                  </a:lnTo>
                  <a:lnTo>
                    <a:pt x="900" y="241"/>
                  </a:lnTo>
                  <a:lnTo>
                    <a:pt x="900" y="241"/>
                  </a:lnTo>
                  <a:lnTo>
                    <a:pt x="900" y="244"/>
                  </a:lnTo>
                  <a:lnTo>
                    <a:pt x="900" y="246"/>
                  </a:lnTo>
                  <a:lnTo>
                    <a:pt x="900" y="246"/>
                  </a:lnTo>
                  <a:lnTo>
                    <a:pt x="898" y="250"/>
                  </a:lnTo>
                  <a:lnTo>
                    <a:pt x="895" y="257"/>
                  </a:lnTo>
                  <a:lnTo>
                    <a:pt x="895" y="257"/>
                  </a:lnTo>
                  <a:lnTo>
                    <a:pt x="895" y="257"/>
                  </a:lnTo>
                  <a:lnTo>
                    <a:pt x="898" y="266"/>
                  </a:lnTo>
                  <a:lnTo>
                    <a:pt x="898" y="266"/>
                  </a:lnTo>
                  <a:lnTo>
                    <a:pt x="895" y="266"/>
                  </a:lnTo>
                  <a:lnTo>
                    <a:pt x="895" y="266"/>
                  </a:lnTo>
                  <a:lnTo>
                    <a:pt x="895" y="266"/>
                  </a:lnTo>
                  <a:lnTo>
                    <a:pt x="891" y="266"/>
                  </a:lnTo>
                  <a:lnTo>
                    <a:pt x="889" y="266"/>
                  </a:lnTo>
                  <a:lnTo>
                    <a:pt x="889" y="266"/>
                  </a:lnTo>
                  <a:lnTo>
                    <a:pt x="889" y="263"/>
                  </a:lnTo>
                  <a:lnTo>
                    <a:pt x="889" y="263"/>
                  </a:lnTo>
                  <a:lnTo>
                    <a:pt x="887" y="263"/>
                  </a:lnTo>
                  <a:lnTo>
                    <a:pt x="887" y="261"/>
                  </a:lnTo>
                  <a:lnTo>
                    <a:pt x="887" y="261"/>
                  </a:lnTo>
                  <a:lnTo>
                    <a:pt x="884" y="263"/>
                  </a:lnTo>
                  <a:lnTo>
                    <a:pt x="880" y="263"/>
                  </a:lnTo>
                  <a:lnTo>
                    <a:pt x="880" y="263"/>
                  </a:lnTo>
                  <a:lnTo>
                    <a:pt x="880" y="263"/>
                  </a:lnTo>
                  <a:lnTo>
                    <a:pt x="880" y="263"/>
                  </a:lnTo>
                  <a:lnTo>
                    <a:pt x="878" y="263"/>
                  </a:lnTo>
                  <a:lnTo>
                    <a:pt x="878" y="263"/>
                  </a:lnTo>
                  <a:lnTo>
                    <a:pt x="878" y="263"/>
                  </a:lnTo>
                  <a:lnTo>
                    <a:pt x="878" y="263"/>
                  </a:lnTo>
                  <a:lnTo>
                    <a:pt x="878" y="263"/>
                  </a:lnTo>
                  <a:lnTo>
                    <a:pt x="878" y="263"/>
                  </a:lnTo>
                  <a:lnTo>
                    <a:pt x="873" y="255"/>
                  </a:lnTo>
                  <a:lnTo>
                    <a:pt x="873" y="252"/>
                  </a:lnTo>
                  <a:lnTo>
                    <a:pt x="871" y="252"/>
                  </a:lnTo>
                  <a:lnTo>
                    <a:pt x="871" y="252"/>
                  </a:lnTo>
                  <a:lnTo>
                    <a:pt x="871" y="252"/>
                  </a:lnTo>
                  <a:lnTo>
                    <a:pt x="871" y="252"/>
                  </a:lnTo>
                  <a:lnTo>
                    <a:pt x="869" y="252"/>
                  </a:lnTo>
                  <a:lnTo>
                    <a:pt x="869" y="252"/>
                  </a:lnTo>
                  <a:lnTo>
                    <a:pt x="869" y="250"/>
                  </a:lnTo>
                  <a:lnTo>
                    <a:pt x="867" y="248"/>
                  </a:lnTo>
                  <a:lnTo>
                    <a:pt x="867" y="248"/>
                  </a:lnTo>
                  <a:lnTo>
                    <a:pt x="867" y="246"/>
                  </a:lnTo>
                  <a:lnTo>
                    <a:pt x="864" y="246"/>
                  </a:lnTo>
                  <a:lnTo>
                    <a:pt x="862" y="244"/>
                  </a:lnTo>
                  <a:lnTo>
                    <a:pt x="858" y="241"/>
                  </a:lnTo>
                  <a:lnTo>
                    <a:pt x="858" y="241"/>
                  </a:lnTo>
                  <a:lnTo>
                    <a:pt x="856" y="239"/>
                  </a:lnTo>
                  <a:lnTo>
                    <a:pt x="856" y="239"/>
                  </a:lnTo>
                  <a:lnTo>
                    <a:pt x="853" y="239"/>
                  </a:lnTo>
                  <a:lnTo>
                    <a:pt x="853" y="239"/>
                  </a:lnTo>
                  <a:lnTo>
                    <a:pt x="853" y="239"/>
                  </a:lnTo>
                  <a:lnTo>
                    <a:pt x="851" y="235"/>
                  </a:lnTo>
                  <a:lnTo>
                    <a:pt x="849" y="235"/>
                  </a:lnTo>
                  <a:lnTo>
                    <a:pt x="849" y="232"/>
                  </a:lnTo>
                  <a:lnTo>
                    <a:pt x="847" y="232"/>
                  </a:lnTo>
                  <a:lnTo>
                    <a:pt x="847" y="232"/>
                  </a:lnTo>
                  <a:lnTo>
                    <a:pt x="844" y="232"/>
                  </a:lnTo>
                  <a:lnTo>
                    <a:pt x="840" y="226"/>
                  </a:lnTo>
                  <a:lnTo>
                    <a:pt x="838" y="224"/>
                  </a:lnTo>
                  <a:lnTo>
                    <a:pt x="838" y="224"/>
                  </a:lnTo>
                  <a:lnTo>
                    <a:pt x="836" y="224"/>
                  </a:lnTo>
                  <a:lnTo>
                    <a:pt x="836" y="221"/>
                  </a:lnTo>
                  <a:lnTo>
                    <a:pt x="833" y="221"/>
                  </a:lnTo>
                  <a:lnTo>
                    <a:pt x="831" y="221"/>
                  </a:lnTo>
                  <a:lnTo>
                    <a:pt x="831" y="221"/>
                  </a:lnTo>
                  <a:lnTo>
                    <a:pt x="831" y="219"/>
                  </a:lnTo>
                  <a:lnTo>
                    <a:pt x="831" y="219"/>
                  </a:lnTo>
                  <a:lnTo>
                    <a:pt x="831" y="217"/>
                  </a:lnTo>
                  <a:lnTo>
                    <a:pt x="831" y="217"/>
                  </a:lnTo>
                  <a:lnTo>
                    <a:pt x="831" y="215"/>
                  </a:lnTo>
                  <a:lnTo>
                    <a:pt x="831" y="215"/>
                  </a:lnTo>
                  <a:lnTo>
                    <a:pt x="831" y="213"/>
                  </a:lnTo>
                  <a:lnTo>
                    <a:pt x="831" y="213"/>
                  </a:lnTo>
                  <a:lnTo>
                    <a:pt x="833" y="213"/>
                  </a:lnTo>
                  <a:lnTo>
                    <a:pt x="836" y="215"/>
                  </a:lnTo>
                  <a:lnTo>
                    <a:pt x="838" y="215"/>
                  </a:lnTo>
                  <a:lnTo>
                    <a:pt x="838" y="215"/>
                  </a:lnTo>
                  <a:lnTo>
                    <a:pt x="838" y="215"/>
                  </a:lnTo>
                  <a:lnTo>
                    <a:pt x="840" y="215"/>
                  </a:lnTo>
                  <a:lnTo>
                    <a:pt x="840" y="215"/>
                  </a:lnTo>
                  <a:lnTo>
                    <a:pt x="840" y="215"/>
                  </a:lnTo>
                  <a:lnTo>
                    <a:pt x="842" y="213"/>
                  </a:lnTo>
                  <a:lnTo>
                    <a:pt x="842" y="213"/>
                  </a:lnTo>
                  <a:lnTo>
                    <a:pt x="842" y="213"/>
                  </a:lnTo>
                  <a:lnTo>
                    <a:pt x="844" y="210"/>
                  </a:lnTo>
                  <a:lnTo>
                    <a:pt x="844" y="210"/>
                  </a:lnTo>
                  <a:lnTo>
                    <a:pt x="844" y="208"/>
                  </a:lnTo>
                  <a:lnTo>
                    <a:pt x="847" y="208"/>
                  </a:lnTo>
                  <a:lnTo>
                    <a:pt x="847" y="208"/>
                  </a:lnTo>
                  <a:lnTo>
                    <a:pt x="844" y="201"/>
                  </a:lnTo>
                  <a:lnTo>
                    <a:pt x="844" y="199"/>
                  </a:lnTo>
                  <a:lnTo>
                    <a:pt x="844" y="199"/>
                  </a:lnTo>
                  <a:lnTo>
                    <a:pt x="844" y="199"/>
                  </a:lnTo>
                  <a:lnTo>
                    <a:pt x="842" y="197"/>
                  </a:lnTo>
                  <a:lnTo>
                    <a:pt x="842" y="197"/>
                  </a:lnTo>
                  <a:lnTo>
                    <a:pt x="840" y="197"/>
                  </a:lnTo>
                  <a:lnTo>
                    <a:pt x="840" y="197"/>
                  </a:lnTo>
                  <a:lnTo>
                    <a:pt x="840" y="195"/>
                  </a:lnTo>
                  <a:lnTo>
                    <a:pt x="840" y="190"/>
                  </a:lnTo>
                  <a:lnTo>
                    <a:pt x="840" y="190"/>
                  </a:lnTo>
                  <a:lnTo>
                    <a:pt x="840" y="188"/>
                  </a:lnTo>
                  <a:lnTo>
                    <a:pt x="840" y="186"/>
                  </a:lnTo>
                  <a:lnTo>
                    <a:pt x="840" y="186"/>
                  </a:lnTo>
                  <a:lnTo>
                    <a:pt x="838" y="181"/>
                  </a:lnTo>
                  <a:lnTo>
                    <a:pt x="838" y="181"/>
                  </a:lnTo>
                  <a:lnTo>
                    <a:pt x="838" y="181"/>
                  </a:lnTo>
                  <a:lnTo>
                    <a:pt x="833" y="179"/>
                  </a:lnTo>
                  <a:lnTo>
                    <a:pt x="833" y="179"/>
                  </a:lnTo>
                  <a:lnTo>
                    <a:pt x="833" y="179"/>
                  </a:lnTo>
                  <a:lnTo>
                    <a:pt x="831" y="177"/>
                  </a:lnTo>
                  <a:lnTo>
                    <a:pt x="831" y="177"/>
                  </a:lnTo>
                  <a:lnTo>
                    <a:pt x="831" y="173"/>
                  </a:lnTo>
                  <a:lnTo>
                    <a:pt x="829" y="170"/>
                  </a:lnTo>
                  <a:lnTo>
                    <a:pt x="829" y="168"/>
                  </a:lnTo>
                  <a:lnTo>
                    <a:pt x="829" y="168"/>
                  </a:lnTo>
                  <a:lnTo>
                    <a:pt x="827" y="166"/>
                  </a:lnTo>
                  <a:lnTo>
                    <a:pt x="825" y="166"/>
                  </a:lnTo>
                  <a:lnTo>
                    <a:pt x="825" y="164"/>
                  </a:lnTo>
                  <a:lnTo>
                    <a:pt x="825" y="162"/>
                  </a:lnTo>
                  <a:lnTo>
                    <a:pt x="825" y="162"/>
                  </a:lnTo>
                  <a:lnTo>
                    <a:pt x="827" y="162"/>
                  </a:lnTo>
                  <a:lnTo>
                    <a:pt x="827" y="162"/>
                  </a:lnTo>
                  <a:lnTo>
                    <a:pt x="827" y="159"/>
                  </a:lnTo>
                  <a:lnTo>
                    <a:pt x="829" y="159"/>
                  </a:lnTo>
                  <a:lnTo>
                    <a:pt x="829" y="155"/>
                  </a:lnTo>
                  <a:lnTo>
                    <a:pt x="829" y="155"/>
                  </a:lnTo>
                  <a:lnTo>
                    <a:pt x="829" y="155"/>
                  </a:lnTo>
                  <a:lnTo>
                    <a:pt x="827" y="153"/>
                  </a:lnTo>
                  <a:lnTo>
                    <a:pt x="827" y="150"/>
                  </a:lnTo>
                  <a:lnTo>
                    <a:pt x="827" y="150"/>
                  </a:lnTo>
                  <a:lnTo>
                    <a:pt x="827" y="144"/>
                  </a:lnTo>
                  <a:lnTo>
                    <a:pt x="827" y="144"/>
                  </a:lnTo>
                  <a:lnTo>
                    <a:pt x="827" y="144"/>
                  </a:lnTo>
                  <a:lnTo>
                    <a:pt x="829" y="139"/>
                  </a:lnTo>
                  <a:lnTo>
                    <a:pt x="829" y="139"/>
                  </a:lnTo>
                  <a:lnTo>
                    <a:pt x="829" y="139"/>
                  </a:lnTo>
                  <a:lnTo>
                    <a:pt x="829" y="137"/>
                  </a:lnTo>
                  <a:lnTo>
                    <a:pt x="829" y="133"/>
                  </a:lnTo>
                  <a:lnTo>
                    <a:pt x="829" y="133"/>
                  </a:lnTo>
                  <a:lnTo>
                    <a:pt x="829" y="133"/>
                  </a:lnTo>
                  <a:lnTo>
                    <a:pt x="829" y="131"/>
                  </a:lnTo>
                  <a:lnTo>
                    <a:pt x="829" y="131"/>
                  </a:lnTo>
                  <a:lnTo>
                    <a:pt x="831" y="131"/>
                  </a:lnTo>
                  <a:lnTo>
                    <a:pt x="831" y="128"/>
                  </a:lnTo>
                  <a:lnTo>
                    <a:pt x="831" y="128"/>
                  </a:lnTo>
                  <a:lnTo>
                    <a:pt x="831" y="128"/>
                  </a:lnTo>
                  <a:lnTo>
                    <a:pt x="833" y="126"/>
                  </a:lnTo>
                  <a:lnTo>
                    <a:pt x="833" y="124"/>
                  </a:lnTo>
                  <a:lnTo>
                    <a:pt x="833" y="124"/>
                  </a:lnTo>
                  <a:lnTo>
                    <a:pt x="829" y="113"/>
                  </a:lnTo>
                  <a:lnTo>
                    <a:pt x="829" y="113"/>
                  </a:lnTo>
                  <a:lnTo>
                    <a:pt x="829" y="111"/>
                  </a:lnTo>
                  <a:lnTo>
                    <a:pt x="829" y="111"/>
                  </a:lnTo>
                  <a:lnTo>
                    <a:pt x="829" y="108"/>
                  </a:lnTo>
                  <a:lnTo>
                    <a:pt x="829" y="108"/>
                  </a:lnTo>
                  <a:lnTo>
                    <a:pt x="829" y="108"/>
                  </a:lnTo>
                  <a:lnTo>
                    <a:pt x="831" y="108"/>
                  </a:lnTo>
                  <a:lnTo>
                    <a:pt x="833" y="106"/>
                  </a:lnTo>
                  <a:lnTo>
                    <a:pt x="833" y="106"/>
                  </a:lnTo>
                  <a:lnTo>
                    <a:pt x="836" y="104"/>
                  </a:lnTo>
                  <a:lnTo>
                    <a:pt x="836" y="102"/>
                  </a:lnTo>
                  <a:lnTo>
                    <a:pt x="833" y="102"/>
                  </a:lnTo>
                  <a:lnTo>
                    <a:pt x="831" y="95"/>
                  </a:lnTo>
                  <a:lnTo>
                    <a:pt x="831" y="93"/>
                  </a:lnTo>
                  <a:lnTo>
                    <a:pt x="831" y="86"/>
                  </a:lnTo>
                  <a:lnTo>
                    <a:pt x="829" y="84"/>
                  </a:lnTo>
                  <a:lnTo>
                    <a:pt x="827" y="80"/>
                  </a:lnTo>
                  <a:lnTo>
                    <a:pt x="827" y="80"/>
                  </a:lnTo>
                  <a:lnTo>
                    <a:pt x="827" y="80"/>
                  </a:lnTo>
                  <a:lnTo>
                    <a:pt x="827" y="77"/>
                  </a:lnTo>
                  <a:lnTo>
                    <a:pt x="822" y="64"/>
                  </a:lnTo>
                  <a:lnTo>
                    <a:pt x="822" y="62"/>
                  </a:lnTo>
                  <a:lnTo>
                    <a:pt x="822" y="62"/>
                  </a:lnTo>
                  <a:lnTo>
                    <a:pt x="822" y="60"/>
                  </a:lnTo>
                  <a:lnTo>
                    <a:pt x="822" y="60"/>
                  </a:lnTo>
                  <a:lnTo>
                    <a:pt x="820" y="57"/>
                  </a:lnTo>
                  <a:lnTo>
                    <a:pt x="820" y="57"/>
                  </a:lnTo>
                  <a:lnTo>
                    <a:pt x="818" y="57"/>
                  </a:lnTo>
                  <a:lnTo>
                    <a:pt x="818" y="55"/>
                  </a:lnTo>
                  <a:lnTo>
                    <a:pt x="818" y="55"/>
                  </a:lnTo>
                  <a:lnTo>
                    <a:pt x="816" y="55"/>
                  </a:lnTo>
                  <a:lnTo>
                    <a:pt x="816" y="53"/>
                  </a:lnTo>
                  <a:lnTo>
                    <a:pt x="813" y="53"/>
                  </a:lnTo>
                  <a:lnTo>
                    <a:pt x="813" y="49"/>
                  </a:lnTo>
                  <a:lnTo>
                    <a:pt x="811" y="46"/>
                  </a:lnTo>
                  <a:lnTo>
                    <a:pt x="809" y="44"/>
                  </a:lnTo>
                  <a:lnTo>
                    <a:pt x="811" y="44"/>
                  </a:lnTo>
                  <a:lnTo>
                    <a:pt x="811" y="42"/>
                  </a:lnTo>
                  <a:lnTo>
                    <a:pt x="811" y="42"/>
                  </a:lnTo>
                  <a:lnTo>
                    <a:pt x="813" y="40"/>
                  </a:lnTo>
                  <a:lnTo>
                    <a:pt x="813" y="40"/>
                  </a:lnTo>
                  <a:lnTo>
                    <a:pt x="816" y="37"/>
                  </a:lnTo>
                  <a:lnTo>
                    <a:pt x="816" y="37"/>
                  </a:lnTo>
                  <a:lnTo>
                    <a:pt x="816" y="35"/>
                  </a:lnTo>
                  <a:lnTo>
                    <a:pt x="816" y="33"/>
                  </a:lnTo>
                  <a:lnTo>
                    <a:pt x="813" y="31"/>
                  </a:lnTo>
                  <a:lnTo>
                    <a:pt x="813" y="31"/>
                  </a:lnTo>
                  <a:lnTo>
                    <a:pt x="813" y="29"/>
                  </a:lnTo>
                  <a:lnTo>
                    <a:pt x="813" y="29"/>
                  </a:lnTo>
                  <a:lnTo>
                    <a:pt x="816" y="29"/>
                  </a:lnTo>
                  <a:lnTo>
                    <a:pt x="818" y="24"/>
                  </a:lnTo>
                  <a:lnTo>
                    <a:pt x="818" y="24"/>
                  </a:lnTo>
                  <a:lnTo>
                    <a:pt x="818" y="24"/>
                  </a:lnTo>
                  <a:lnTo>
                    <a:pt x="818" y="22"/>
                  </a:lnTo>
                  <a:lnTo>
                    <a:pt x="816" y="22"/>
                  </a:lnTo>
                  <a:lnTo>
                    <a:pt x="816" y="20"/>
                  </a:lnTo>
                  <a:lnTo>
                    <a:pt x="816" y="20"/>
                  </a:lnTo>
                  <a:lnTo>
                    <a:pt x="813" y="20"/>
                  </a:lnTo>
                  <a:lnTo>
                    <a:pt x="811" y="20"/>
                  </a:lnTo>
                  <a:lnTo>
                    <a:pt x="807" y="18"/>
                  </a:lnTo>
                  <a:lnTo>
                    <a:pt x="807" y="15"/>
                  </a:lnTo>
                  <a:lnTo>
                    <a:pt x="805" y="15"/>
                  </a:lnTo>
                  <a:lnTo>
                    <a:pt x="802" y="15"/>
                  </a:lnTo>
                  <a:lnTo>
                    <a:pt x="800" y="15"/>
                  </a:lnTo>
                  <a:lnTo>
                    <a:pt x="800" y="15"/>
                  </a:lnTo>
                  <a:lnTo>
                    <a:pt x="798" y="15"/>
                  </a:lnTo>
                  <a:lnTo>
                    <a:pt x="798" y="15"/>
                  </a:lnTo>
                  <a:lnTo>
                    <a:pt x="796" y="15"/>
                  </a:lnTo>
                  <a:lnTo>
                    <a:pt x="796" y="15"/>
                  </a:lnTo>
                  <a:lnTo>
                    <a:pt x="793" y="15"/>
                  </a:lnTo>
                  <a:lnTo>
                    <a:pt x="791" y="15"/>
                  </a:lnTo>
                  <a:lnTo>
                    <a:pt x="791" y="13"/>
                  </a:lnTo>
                  <a:lnTo>
                    <a:pt x="789" y="13"/>
                  </a:lnTo>
                  <a:lnTo>
                    <a:pt x="787" y="11"/>
                  </a:lnTo>
                  <a:lnTo>
                    <a:pt x="785" y="9"/>
                  </a:lnTo>
                  <a:lnTo>
                    <a:pt x="785" y="9"/>
                  </a:lnTo>
                  <a:lnTo>
                    <a:pt x="785" y="6"/>
                  </a:lnTo>
                  <a:lnTo>
                    <a:pt x="785" y="4"/>
                  </a:lnTo>
                  <a:lnTo>
                    <a:pt x="785" y="4"/>
                  </a:lnTo>
                  <a:lnTo>
                    <a:pt x="785" y="4"/>
                  </a:lnTo>
                  <a:lnTo>
                    <a:pt x="782" y="4"/>
                  </a:lnTo>
                  <a:lnTo>
                    <a:pt x="780" y="4"/>
                  </a:lnTo>
                  <a:lnTo>
                    <a:pt x="780" y="4"/>
                  </a:lnTo>
                  <a:lnTo>
                    <a:pt x="778" y="4"/>
                  </a:lnTo>
                  <a:lnTo>
                    <a:pt x="776" y="6"/>
                  </a:lnTo>
                  <a:lnTo>
                    <a:pt x="776" y="6"/>
                  </a:lnTo>
                  <a:lnTo>
                    <a:pt x="776" y="6"/>
                  </a:lnTo>
                  <a:lnTo>
                    <a:pt x="774" y="6"/>
                  </a:lnTo>
                  <a:lnTo>
                    <a:pt x="771" y="4"/>
                  </a:lnTo>
                  <a:lnTo>
                    <a:pt x="769" y="4"/>
                  </a:lnTo>
                  <a:lnTo>
                    <a:pt x="767" y="0"/>
                  </a:lnTo>
                  <a:lnTo>
                    <a:pt x="767" y="0"/>
                  </a:lnTo>
                  <a:lnTo>
                    <a:pt x="765" y="2"/>
                  </a:lnTo>
                  <a:lnTo>
                    <a:pt x="765" y="4"/>
                  </a:lnTo>
                  <a:lnTo>
                    <a:pt x="765" y="4"/>
                  </a:lnTo>
                  <a:lnTo>
                    <a:pt x="765" y="6"/>
                  </a:lnTo>
                  <a:lnTo>
                    <a:pt x="762" y="6"/>
                  </a:lnTo>
                  <a:lnTo>
                    <a:pt x="758" y="9"/>
                  </a:lnTo>
                  <a:lnTo>
                    <a:pt x="756" y="9"/>
                  </a:lnTo>
                  <a:lnTo>
                    <a:pt x="754" y="9"/>
                  </a:lnTo>
                  <a:lnTo>
                    <a:pt x="754" y="9"/>
                  </a:lnTo>
                  <a:lnTo>
                    <a:pt x="749" y="9"/>
                  </a:lnTo>
                  <a:lnTo>
                    <a:pt x="738" y="18"/>
                  </a:lnTo>
                  <a:lnTo>
                    <a:pt x="738" y="20"/>
                  </a:lnTo>
                  <a:lnTo>
                    <a:pt x="736" y="20"/>
                  </a:lnTo>
                  <a:lnTo>
                    <a:pt x="727" y="20"/>
                  </a:lnTo>
                  <a:lnTo>
                    <a:pt x="725" y="20"/>
                  </a:lnTo>
                  <a:lnTo>
                    <a:pt x="723" y="20"/>
                  </a:lnTo>
                  <a:lnTo>
                    <a:pt x="718" y="22"/>
                  </a:lnTo>
                  <a:lnTo>
                    <a:pt x="718" y="24"/>
                  </a:lnTo>
                  <a:lnTo>
                    <a:pt x="716" y="31"/>
                  </a:lnTo>
                  <a:lnTo>
                    <a:pt x="716" y="35"/>
                  </a:lnTo>
                  <a:lnTo>
                    <a:pt x="716" y="40"/>
                  </a:lnTo>
                  <a:lnTo>
                    <a:pt x="716" y="42"/>
                  </a:lnTo>
                  <a:lnTo>
                    <a:pt x="716" y="42"/>
                  </a:lnTo>
                  <a:lnTo>
                    <a:pt x="714" y="44"/>
                  </a:lnTo>
                  <a:lnTo>
                    <a:pt x="714" y="46"/>
                  </a:lnTo>
                  <a:lnTo>
                    <a:pt x="712" y="49"/>
                  </a:lnTo>
                  <a:lnTo>
                    <a:pt x="707" y="51"/>
                  </a:lnTo>
                  <a:lnTo>
                    <a:pt x="705" y="53"/>
                  </a:lnTo>
                  <a:lnTo>
                    <a:pt x="698" y="57"/>
                  </a:lnTo>
                  <a:lnTo>
                    <a:pt x="698" y="60"/>
                  </a:lnTo>
                  <a:lnTo>
                    <a:pt x="696" y="62"/>
                  </a:lnTo>
                  <a:lnTo>
                    <a:pt x="696" y="64"/>
                  </a:lnTo>
                  <a:lnTo>
                    <a:pt x="694" y="64"/>
                  </a:lnTo>
                  <a:lnTo>
                    <a:pt x="692" y="64"/>
                  </a:lnTo>
                  <a:lnTo>
                    <a:pt x="692" y="62"/>
                  </a:lnTo>
                  <a:lnTo>
                    <a:pt x="692" y="60"/>
                  </a:lnTo>
                  <a:lnTo>
                    <a:pt x="694" y="57"/>
                  </a:lnTo>
                  <a:lnTo>
                    <a:pt x="694" y="55"/>
                  </a:lnTo>
                  <a:lnTo>
                    <a:pt x="694" y="53"/>
                  </a:lnTo>
                  <a:lnTo>
                    <a:pt x="694" y="53"/>
                  </a:lnTo>
                  <a:lnTo>
                    <a:pt x="692" y="53"/>
                  </a:lnTo>
                  <a:lnTo>
                    <a:pt x="689" y="53"/>
                  </a:lnTo>
                  <a:lnTo>
                    <a:pt x="687" y="55"/>
                  </a:lnTo>
                  <a:lnTo>
                    <a:pt x="683" y="57"/>
                  </a:lnTo>
                  <a:lnTo>
                    <a:pt x="680" y="60"/>
                  </a:lnTo>
                  <a:lnTo>
                    <a:pt x="678" y="62"/>
                  </a:lnTo>
                  <a:lnTo>
                    <a:pt x="678" y="64"/>
                  </a:lnTo>
                  <a:lnTo>
                    <a:pt x="676" y="66"/>
                  </a:lnTo>
                  <a:lnTo>
                    <a:pt x="667" y="73"/>
                  </a:lnTo>
                  <a:lnTo>
                    <a:pt x="665" y="73"/>
                  </a:lnTo>
                  <a:lnTo>
                    <a:pt x="665" y="73"/>
                  </a:lnTo>
                  <a:lnTo>
                    <a:pt x="661" y="71"/>
                  </a:lnTo>
                  <a:lnTo>
                    <a:pt x="661" y="71"/>
                  </a:lnTo>
                  <a:lnTo>
                    <a:pt x="658" y="71"/>
                  </a:lnTo>
                  <a:lnTo>
                    <a:pt x="656" y="73"/>
                  </a:lnTo>
                  <a:lnTo>
                    <a:pt x="656" y="73"/>
                  </a:lnTo>
                  <a:lnTo>
                    <a:pt x="654" y="75"/>
                  </a:lnTo>
                  <a:lnTo>
                    <a:pt x="652" y="75"/>
                  </a:lnTo>
                  <a:lnTo>
                    <a:pt x="652" y="75"/>
                  </a:lnTo>
                  <a:lnTo>
                    <a:pt x="649" y="75"/>
                  </a:lnTo>
                  <a:lnTo>
                    <a:pt x="647" y="77"/>
                  </a:lnTo>
                  <a:lnTo>
                    <a:pt x="647" y="77"/>
                  </a:lnTo>
                  <a:lnTo>
                    <a:pt x="647" y="77"/>
                  </a:lnTo>
                  <a:lnTo>
                    <a:pt x="647" y="77"/>
                  </a:lnTo>
                  <a:lnTo>
                    <a:pt x="647" y="77"/>
                  </a:lnTo>
                  <a:lnTo>
                    <a:pt x="647" y="80"/>
                  </a:lnTo>
                  <a:lnTo>
                    <a:pt x="645" y="80"/>
                  </a:lnTo>
                  <a:lnTo>
                    <a:pt x="643" y="80"/>
                  </a:lnTo>
                  <a:lnTo>
                    <a:pt x="641" y="80"/>
                  </a:lnTo>
                  <a:lnTo>
                    <a:pt x="638" y="80"/>
                  </a:lnTo>
                  <a:lnTo>
                    <a:pt x="636" y="84"/>
                  </a:lnTo>
                  <a:lnTo>
                    <a:pt x="636" y="91"/>
                  </a:lnTo>
                  <a:lnTo>
                    <a:pt x="634" y="93"/>
                  </a:lnTo>
                  <a:lnTo>
                    <a:pt x="632" y="95"/>
                  </a:lnTo>
                  <a:lnTo>
                    <a:pt x="632" y="95"/>
                  </a:lnTo>
                  <a:lnTo>
                    <a:pt x="630" y="97"/>
                  </a:lnTo>
                  <a:lnTo>
                    <a:pt x="627" y="95"/>
                  </a:lnTo>
                  <a:lnTo>
                    <a:pt x="625" y="95"/>
                  </a:lnTo>
                  <a:lnTo>
                    <a:pt x="623" y="97"/>
                  </a:lnTo>
                  <a:lnTo>
                    <a:pt x="618" y="102"/>
                  </a:lnTo>
                  <a:lnTo>
                    <a:pt x="618" y="104"/>
                  </a:lnTo>
                  <a:lnTo>
                    <a:pt x="618" y="106"/>
                  </a:lnTo>
                  <a:lnTo>
                    <a:pt x="618" y="106"/>
                  </a:lnTo>
                  <a:lnTo>
                    <a:pt x="618" y="108"/>
                  </a:lnTo>
                  <a:lnTo>
                    <a:pt x="618" y="108"/>
                  </a:lnTo>
                  <a:lnTo>
                    <a:pt x="616" y="111"/>
                  </a:lnTo>
                  <a:lnTo>
                    <a:pt x="614" y="113"/>
                  </a:lnTo>
                  <a:lnTo>
                    <a:pt x="614" y="113"/>
                  </a:lnTo>
                  <a:lnTo>
                    <a:pt x="612" y="115"/>
                  </a:lnTo>
                  <a:lnTo>
                    <a:pt x="610" y="115"/>
                  </a:lnTo>
                  <a:lnTo>
                    <a:pt x="607" y="115"/>
                  </a:lnTo>
                  <a:lnTo>
                    <a:pt x="607" y="115"/>
                  </a:lnTo>
                  <a:lnTo>
                    <a:pt x="605" y="115"/>
                  </a:lnTo>
                  <a:lnTo>
                    <a:pt x="605" y="113"/>
                  </a:lnTo>
                  <a:lnTo>
                    <a:pt x="605" y="108"/>
                  </a:lnTo>
                  <a:lnTo>
                    <a:pt x="607" y="106"/>
                  </a:lnTo>
                  <a:lnTo>
                    <a:pt x="610" y="104"/>
                  </a:lnTo>
                  <a:lnTo>
                    <a:pt x="610" y="99"/>
                  </a:lnTo>
                  <a:lnTo>
                    <a:pt x="610" y="97"/>
                  </a:lnTo>
                  <a:lnTo>
                    <a:pt x="610" y="97"/>
                  </a:lnTo>
                  <a:lnTo>
                    <a:pt x="607" y="95"/>
                  </a:lnTo>
                  <a:lnTo>
                    <a:pt x="607" y="93"/>
                  </a:lnTo>
                  <a:lnTo>
                    <a:pt x="605" y="93"/>
                  </a:lnTo>
                  <a:lnTo>
                    <a:pt x="605" y="91"/>
                  </a:lnTo>
                  <a:lnTo>
                    <a:pt x="603" y="91"/>
                  </a:lnTo>
                  <a:lnTo>
                    <a:pt x="603" y="91"/>
                  </a:lnTo>
                  <a:lnTo>
                    <a:pt x="601" y="91"/>
                  </a:lnTo>
                  <a:lnTo>
                    <a:pt x="596" y="91"/>
                  </a:lnTo>
                  <a:lnTo>
                    <a:pt x="594" y="91"/>
                  </a:lnTo>
                  <a:lnTo>
                    <a:pt x="594" y="93"/>
                  </a:lnTo>
                  <a:lnTo>
                    <a:pt x="590" y="93"/>
                  </a:lnTo>
                  <a:lnTo>
                    <a:pt x="583" y="97"/>
                  </a:lnTo>
                  <a:lnTo>
                    <a:pt x="583" y="97"/>
                  </a:lnTo>
                  <a:lnTo>
                    <a:pt x="581" y="99"/>
                  </a:lnTo>
                  <a:lnTo>
                    <a:pt x="579" y="102"/>
                  </a:lnTo>
                  <a:lnTo>
                    <a:pt x="576" y="104"/>
                  </a:lnTo>
                  <a:lnTo>
                    <a:pt x="574" y="104"/>
                  </a:lnTo>
                  <a:lnTo>
                    <a:pt x="574" y="106"/>
                  </a:lnTo>
                  <a:lnTo>
                    <a:pt x="570" y="106"/>
                  </a:lnTo>
                  <a:lnTo>
                    <a:pt x="567" y="106"/>
                  </a:lnTo>
                  <a:lnTo>
                    <a:pt x="565" y="108"/>
                  </a:lnTo>
                  <a:lnTo>
                    <a:pt x="565" y="111"/>
                  </a:lnTo>
                  <a:lnTo>
                    <a:pt x="563" y="108"/>
                  </a:lnTo>
                  <a:lnTo>
                    <a:pt x="561" y="108"/>
                  </a:lnTo>
                  <a:lnTo>
                    <a:pt x="561" y="108"/>
                  </a:lnTo>
                  <a:lnTo>
                    <a:pt x="559" y="106"/>
                  </a:lnTo>
                  <a:lnTo>
                    <a:pt x="559" y="106"/>
                  </a:lnTo>
                  <a:lnTo>
                    <a:pt x="554" y="108"/>
                  </a:lnTo>
                  <a:lnTo>
                    <a:pt x="550" y="108"/>
                  </a:lnTo>
                  <a:lnTo>
                    <a:pt x="545" y="104"/>
                  </a:lnTo>
                  <a:lnTo>
                    <a:pt x="541" y="102"/>
                  </a:lnTo>
                  <a:lnTo>
                    <a:pt x="541" y="99"/>
                  </a:lnTo>
                  <a:lnTo>
                    <a:pt x="536" y="97"/>
                  </a:lnTo>
                  <a:lnTo>
                    <a:pt x="532" y="93"/>
                  </a:lnTo>
                  <a:lnTo>
                    <a:pt x="525" y="88"/>
                  </a:lnTo>
                  <a:lnTo>
                    <a:pt x="521" y="82"/>
                  </a:lnTo>
                  <a:lnTo>
                    <a:pt x="514" y="77"/>
                  </a:lnTo>
                  <a:lnTo>
                    <a:pt x="512" y="75"/>
                  </a:lnTo>
                  <a:lnTo>
                    <a:pt x="510" y="73"/>
                  </a:lnTo>
                  <a:lnTo>
                    <a:pt x="508" y="75"/>
                  </a:lnTo>
                  <a:lnTo>
                    <a:pt x="503" y="75"/>
                  </a:lnTo>
                  <a:lnTo>
                    <a:pt x="497" y="77"/>
                  </a:lnTo>
                  <a:lnTo>
                    <a:pt x="494" y="77"/>
                  </a:lnTo>
                  <a:lnTo>
                    <a:pt x="494" y="75"/>
                  </a:lnTo>
                  <a:lnTo>
                    <a:pt x="494" y="71"/>
                  </a:lnTo>
                  <a:lnTo>
                    <a:pt x="497" y="51"/>
                  </a:lnTo>
                  <a:lnTo>
                    <a:pt x="494" y="46"/>
                  </a:lnTo>
                  <a:lnTo>
                    <a:pt x="492" y="37"/>
                  </a:lnTo>
                  <a:lnTo>
                    <a:pt x="490" y="33"/>
                  </a:lnTo>
                  <a:lnTo>
                    <a:pt x="481" y="22"/>
                  </a:lnTo>
                  <a:lnTo>
                    <a:pt x="479" y="20"/>
                  </a:lnTo>
                  <a:lnTo>
                    <a:pt x="477" y="13"/>
                  </a:lnTo>
                  <a:lnTo>
                    <a:pt x="477" y="11"/>
                  </a:lnTo>
                  <a:lnTo>
                    <a:pt x="474" y="9"/>
                  </a:lnTo>
                  <a:lnTo>
                    <a:pt x="472" y="9"/>
                  </a:lnTo>
                  <a:lnTo>
                    <a:pt x="470" y="6"/>
                  </a:lnTo>
                  <a:lnTo>
                    <a:pt x="468" y="6"/>
                  </a:lnTo>
                  <a:lnTo>
                    <a:pt x="468" y="6"/>
                  </a:lnTo>
                  <a:lnTo>
                    <a:pt x="468" y="9"/>
                  </a:lnTo>
                  <a:lnTo>
                    <a:pt x="466" y="9"/>
                  </a:lnTo>
                  <a:lnTo>
                    <a:pt x="463" y="9"/>
                  </a:lnTo>
                  <a:lnTo>
                    <a:pt x="461" y="11"/>
                  </a:lnTo>
                  <a:lnTo>
                    <a:pt x="461" y="11"/>
                  </a:lnTo>
                  <a:lnTo>
                    <a:pt x="457" y="13"/>
                  </a:lnTo>
                  <a:lnTo>
                    <a:pt x="452" y="20"/>
                  </a:lnTo>
                  <a:lnTo>
                    <a:pt x="443" y="31"/>
                  </a:lnTo>
                  <a:lnTo>
                    <a:pt x="441" y="33"/>
                  </a:lnTo>
                  <a:lnTo>
                    <a:pt x="437" y="35"/>
                  </a:lnTo>
                  <a:lnTo>
                    <a:pt x="435" y="35"/>
                  </a:lnTo>
                  <a:lnTo>
                    <a:pt x="432" y="35"/>
                  </a:lnTo>
                  <a:lnTo>
                    <a:pt x="430" y="35"/>
                  </a:lnTo>
                  <a:lnTo>
                    <a:pt x="428" y="35"/>
                  </a:lnTo>
                  <a:lnTo>
                    <a:pt x="426" y="33"/>
                  </a:lnTo>
                  <a:lnTo>
                    <a:pt x="423" y="31"/>
                  </a:lnTo>
                  <a:lnTo>
                    <a:pt x="421" y="26"/>
                  </a:lnTo>
                  <a:lnTo>
                    <a:pt x="419" y="22"/>
                  </a:lnTo>
                  <a:lnTo>
                    <a:pt x="419" y="22"/>
                  </a:lnTo>
                  <a:lnTo>
                    <a:pt x="419" y="20"/>
                  </a:lnTo>
                  <a:lnTo>
                    <a:pt x="417" y="20"/>
                  </a:lnTo>
                  <a:lnTo>
                    <a:pt x="415" y="20"/>
                  </a:lnTo>
                  <a:lnTo>
                    <a:pt x="415" y="20"/>
                  </a:lnTo>
                  <a:lnTo>
                    <a:pt x="415" y="18"/>
                  </a:lnTo>
                  <a:lnTo>
                    <a:pt x="415" y="18"/>
                  </a:lnTo>
                  <a:lnTo>
                    <a:pt x="415" y="15"/>
                  </a:lnTo>
                  <a:lnTo>
                    <a:pt x="412" y="15"/>
                  </a:lnTo>
                  <a:lnTo>
                    <a:pt x="412" y="15"/>
                  </a:lnTo>
                  <a:lnTo>
                    <a:pt x="408" y="26"/>
                  </a:lnTo>
                  <a:lnTo>
                    <a:pt x="408" y="29"/>
                  </a:lnTo>
                  <a:lnTo>
                    <a:pt x="408" y="29"/>
                  </a:lnTo>
                  <a:lnTo>
                    <a:pt x="410" y="31"/>
                  </a:lnTo>
                  <a:lnTo>
                    <a:pt x="410" y="31"/>
                  </a:lnTo>
                  <a:lnTo>
                    <a:pt x="410" y="33"/>
                  </a:lnTo>
                  <a:lnTo>
                    <a:pt x="410" y="33"/>
                  </a:lnTo>
                  <a:lnTo>
                    <a:pt x="412" y="33"/>
                  </a:lnTo>
                  <a:lnTo>
                    <a:pt x="412" y="35"/>
                  </a:lnTo>
                  <a:lnTo>
                    <a:pt x="415" y="35"/>
                  </a:lnTo>
                  <a:lnTo>
                    <a:pt x="412" y="35"/>
                  </a:lnTo>
                  <a:lnTo>
                    <a:pt x="415" y="35"/>
                  </a:lnTo>
                  <a:lnTo>
                    <a:pt x="415" y="37"/>
                  </a:lnTo>
                  <a:lnTo>
                    <a:pt x="415" y="37"/>
                  </a:lnTo>
                  <a:lnTo>
                    <a:pt x="410" y="37"/>
                  </a:lnTo>
                  <a:lnTo>
                    <a:pt x="406" y="37"/>
                  </a:lnTo>
                  <a:lnTo>
                    <a:pt x="397" y="37"/>
                  </a:lnTo>
                  <a:lnTo>
                    <a:pt x="384" y="37"/>
                  </a:lnTo>
                  <a:lnTo>
                    <a:pt x="368" y="37"/>
                  </a:lnTo>
                  <a:lnTo>
                    <a:pt x="355" y="37"/>
                  </a:lnTo>
                  <a:lnTo>
                    <a:pt x="341" y="37"/>
                  </a:lnTo>
                  <a:lnTo>
                    <a:pt x="333" y="37"/>
                  </a:lnTo>
                  <a:lnTo>
                    <a:pt x="328" y="37"/>
                  </a:lnTo>
                  <a:lnTo>
                    <a:pt x="326" y="37"/>
                  </a:lnTo>
                  <a:lnTo>
                    <a:pt x="319" y="35"/>
                  </a:lnTo>
                  <a:lnTo>
                    <a:pt x="315" y="33"/>
                  </a:lnTo>
                  <a:lnTo>
                    <a:pt x="310" y="33"/>
                  </a:lnTo>
                  <a:lnTo>
                    <a:pt x="306" y="35"/>
                  </a:lnTo>
                  <a:lnTo>
                    <a:pt x="304" y="35"/>
                  </a:lnTo>
                  <a:lnTo>
                    <a:pt x="302" y="35"/>
                  </a:lnTo>
                  <a:lnTo>
                    <a:pt x="302" y="35"/>
                  </a:lnTo>
                  <a:lnTo>
                    <a:pt x="299" y="35"/>
                  </a:lnTo>
                  <a:lnTo>
                    <a:pt x="297" y="37"/>
                  </a:lnTo>
                  <a:lnTo>
                    <a:pt x="295" y="37"/>
                  </a:lnTo>
                  <a:lnTo>
                    <a:pt x="293" y="37"/>
                  </a:lnTo>
                  <a:lnTo>
                    <a:pt x="291" y="37"/>
                  </a:lnTo>
                  <a:lnTo>
                    <a:pt x="293" y="42"/>
                  </a:lnTo>
                  <a:lnTo>
                    <a:pt x="293" y="46"/>
                  </a:lnTo>
                  <a:lnTo>
                    <a:pt x="293" y="51"/>
                  </a:lnTo>
                  <a:lnTo>
                    <a:pt x="293" y="55"/>
                  </a:lnTo>
                  <a:lnTo>
                    <a:pt x="293" y="62"/>
                  </a:lnTo>
                  <a:lnTo>
                    <a:pt x="293" y="66"/>
                  </a:lnTo>
                  <a:lnTo>
                    <a:pt x="291" y="71"/>
                  </a:lnTo>
                  <a:lnTo>
                    <a:pt x="291" y="75"/>
                  </a:lnTo>
                  <a:lnTo>
                    <a:pt x="291" y="82"/>
                  </a:lnTo>
                  <a:lnTo>
                    <a:pt x="291" y="86"/>
                  </a:lnTo>
                  <a:lnTo>
                    <a:pt x="293" y="86"/>
                  </a:lnTo>
                  <a:lnTo>
                    <a:pt x="297" y="84"/>
                  </a:lnTo>
                  <a:lnTo>
                    <a:pt x="297" y="84"/>
                  </a:lnTo>
                  <a:lnTo>
                    <a:pt x="299" y="84"/>
                  </a:lnTo>
                  <a:lnTo>
                    <a:pt x="299" y="84"/>
                  </a:lnTo>
                  <a:lnTo>
                    <a:pt x="302" y="84"/>
                  </a:lnTo>
                  <a:lnTo>
                    <a:pt x="302" y="86"/>
                  </a:lnTo>
                  <a:lnTo>
                    <a:pt x="302" y="86"/>
                  </a:lnTo>
                  <a:lnTo>
                    <a:pt x="308" y="84"/>
                  </a:lnTo>
                  <a:lnTo>
                    <a:pt x="310" y="84"/>
                  </a:lnTo>
                  <a:lnTo>
                    <a:pt x="313" y="86"/>
                  </a:lnTo>
                  <a:lnTo>
                    <a:pt x="315" y="86"/>
                  </a:lnTo>
                  <a:lnTo>
                    <a:pt x="317" y="86"/>
                  </a:lnTo>
                  <a:lnTo>
                    <a:pt x="319" y="86"/>
                  </a:lnTo>
                  <a:lnTo>
                    <a:pt x="319" y="86"/>
                  </a:lnTo>
                  <a:lnTo>
                    <a:pt x="319" y="86"/>
                  </a:lnTo>
                  <a:lnTo>
                    <a:pt x="322" y="86"/>
                  </a:lnTo>
                  <a:lnTo>
                    <a:pt x="322" y="86"/>
                  </a:lnTo>
                  <a:lnTo>
                    <a:pt x="322" y="86"/>
                  </a:lnTo>
                  <a:lnTo>
                    <a:pt x="324" y="88"/>
                  </a:lnTo>
                  <a:lnTo>
                    <a:pt x="324" y="88"/>
                  </a:lnTo>
                  <a:lnTo>
                    <a:pt x="326" y="86"/>
                  </a:lnTo>
                  <a:lnTo>
                    <a:pt x="328" y="84"/>
                  </a:lnTo>
                  <a:lnTo>
                    <a:pt x="328" y="86"/>
                  </a:lnTo>
                  <a:lnTo>
                    <a:pt x="333" y="86"/>
                  </a:lnTo>
                  <a:lnTo>
                    <a:pt x="335" y="88"/>
                  </a:lnTo>
                  <a:lnTo>
                    <a:pt x="335" y="88"/>
                  </a:lnTo>
                  <a:lnTo>
                    <a:pt x="337" y="91"/>
                  </a:lnTo>
                  <a:lnTo>
                    <a:pt x="337" y="91"/>
                  </a:lnTo>
                  <a:lnTo>
                    <a:pt x="337" y="91"/>
                  </a:lnTo>
                  <a:lnTo>
                    <a:pt x="337" y="93"/>
                  </a:lnTo>
                  <a:lnTo>
                    <a:pt x="337" y="93"/>
                  </a:lnTo>
                  <a:lnTo>
                    <a:pt x="339" y="95"/>
                  </a:lnTo>
                  <a:lnTo>
                    <a:pt x="339" y="97"/>
                  </a:lnTo>
                  <a:lnTo>
                    <a:pt x="339" y="97"/>
                  </a:lnTo>
                  <a:lnTo>
                    <a:pt x="341" y="99"/>
                  </a:lnTo>
                  <a:lnTo>
                    <a:pt x="341" y="99"/>
                  </a:lnTo>
                  <a:lnTo>
                    <a:pt x="344" y="99"/>
                  </a:lnTo>
                  <a:lnTo>
                    <a:pt x="344" y="99"/>
                  </a:lnTo>
                  <a:lnTo>
                    <a:pt x="341" y="102"/>
                  </a:lnTo>
                  <a:lnTo>
                    <a:pt x="341" y="102"/>
                  </a:lnTo>
                  <a:lnTo>
                    <a:pt x="341" y="102"/>
                  </a:lnTo>
                  <a:lnTo>
                    <a:pt x="341" y="102"/>
                  </a:lnTo>
                  <a:lnTo>
                    <a:pt x="341" y="106"/>
                  </a:lnTo>
                  <a:lnTo>
                    <a:pt x="341" y="108"/>
                  </a:lnTo>
                  <a:lnTo>
                    <a:pt x="341" y="108"/>
                  </a:lnTo>
                  <a:lnTo>
                    <a:pt x="341" y="108"/>
                  </a:lnTo>
                  <a:lnTo>
                    <a:pt x="339" y="111"/>
                  </a:lnTo>
                  <a:lnTo>
                    <a:pt x="339" y="111"/>
                  </a:lnTo>
                  <a:lnTo>
                    <a:pt x="341" y="111"/>
                  </a:lnTo>
                  <a:lnTo>
                    <a:pt x="341" y="113"/>
                  </a:lnTo>
                  <a:lnTo>
                    <a:pt x="344" y="113"/>
                  </a:lnTo>
                  <a:lnTo>
                    <a:pt x="344" y="115"/>
                  </a:lnTo>
                  <a:lnTo>
                    <a:pt x="344" y="115"/>
                  </a:lnTo>
                  <a:lnTo>
                    <a:pt x="344" y="117"/>
                  </a:lnTo>
                  <a:lnTo>
                    <a:pt x="341" y="117"/>
                  </a:lnTo>
                  <a:lnTo>
                    <a:pt x="341" y="117"/>
                  </a:lnTo>
                  <a:lnTo>
                    <a:pt x="339" y="117"/>
                  </a:lnTo>
                  <a:lnTo>
                    <a:pt x="339" y="117"/>
                  </a:lnTo>
                  <a:lnTo>
                    <a:pt x="339" y="117"/>
                  </a:lnTo>
                  <a:lnTo>
                    <a:pt x="337" y="117"/>
                  </a:lnTo>
                  <a:lnTo>
                    <a:pt x="337" y="117"/>
                  </a:lnTo>
                  <a:lnTo>
                    <a:pt x="337" y="117"/>
                  </a:lnTo>
                  <a:lnTo>
                    <a:pt x="333" y="117"/>
                  </a:lnTo>
                  <a:lnTo>
                    <a:pt x="333" y="117"/>
                  </a:lnTo>
                  <a:lnTo>
                    <a:pt x="333" y="115"/>
                  </a:lnTo>
                  <a:lnTo>
                    <a:pt x="333" y="115"/>
                  </a:lnTo>
                  <a:lnTo>
                    <a:pt x="330" y="115"/>
                  </a:lnTo>
                  <a:lnTo>
                    <a:pt x="328" y="115"/>
                  </a:lnTo>
                  <a:lnTo>
                    <a:pt x="328" y="115"/>
                  </a:lnTo>
                  <a:lnTo>
                    <a:pt x="326" y="115"/>
                  </a:lnTo>
                  <a:lnTo>
                    <a:pt x="322" y="111"/>
                  </a:lnTo>
                  <a:lnTo>
                    <a:pt x="322" y="111"/>
                  </a:lnTo>
                  <a:lnTo>
                    <a:pt x="319" y="108"/>
                  </a:lnTo>
                  <a:lnTo>
                    <a:pt x="317" y="111"/>
                  </a:lnTo>
                  <a:lnTo>
                    <a:pt x="315" y="111"/>
                  </a:lnTo>
                  <a:lnTo>
                    <a:pt x="313" y="113"/>
                  </a:lnTo>
                  <a:lnTo>
                    <a:pt x="313" y="113"/>
                  </a:lnTo>
                  <a:lnTo>
                    <a:pt x="310" y="113"/>
                  </a:lnTo>
                  <a:lnTo>
                    <a:pt x="310" y="115"/>
                  </a:lnTo>
                  <a:lnTo>
                    <a:pt x="308" y="115"/>
                  </a:lnTo>
                  <a:lnTo>
                    <a:pt x="306" y="115"/>
                  </a:lnTo>
                  <a:lnTo>
                    <a:pt x="304" y="115"/>
                  </a:lnTo>
                  <a:lnTo>
                    <a:pt x="304" y="115"/>
                  </a:lnTo>
                  <a:lnTo>
                    <a:pt x="299" y="117"/>
                  </a:lnTo>
                  <a:lnTo>
                    <a:pt x="297" y="117"/>
                  </a:lnTo>
                  <a:lnTo>
                    <a:pt x="295" y="119"/>
                  </a:lnTo>
                  <a:lnTo>
                    <a:pt x="293" y="119"/>
                  </a:lnTo>
                  <a:lnTo>
                    <a:pt x="286" y="119"/>
                  </a:lnTo>
                  <a:lnTo>
                    <a:pt x="286" y="119"/>
                  </a:lnTo>
                  <a:lnTo>
                    <a:pt x="284" y="119"/>
                  </a:lnTo>
                  <a:lnTo>
                    <a:pt x="282" y="119"/>
                  </a:lnTo>
                  <a:lnTo>
                    <a:pt x="282" y="119"/>
                  </a:lnTo>
                  <a:lnTo>
                    <a:pt x="279" y="119"/>
                  </a:lnTo>
                  <a:lnTo>
                    <a:pt x="277" y="122"/>
                  </a:lnTo>
                  <a:lnTo>
                    <a:pt x="277" y="119"/>
                  </a:lnTo>
                  <a:lnTo>
                    <a:pt x="277" y="126"/>
                  </a:lnTo>
                  <a:lnTo>
                    <a:pt x="277" y="126"/>
                  </a:lnTo>
                  <a:lnTo>
                    <a:pt x="277" y="133"/>
                  </a:lnTo>
                  <a:lnTo>
                    <a:pt x="277" y="139"/>
                  </a:lnTo>
                  <a:lnTo>
                    <a:pt x="275" y="146"/>
                  </a:lnTo>
                  <a:lnTo>
                    <a:pt x="275" y="155"/>
                  </a:lnTo>
                  <a:lnTo>
                    <a:pt x="275" y="162"/>
                  </a:lnTo>
                  <a:lnTo>
                    <a:pt x="275" y="166"/>
                  </a:lnTo>
                  <a:lnTo>
                    <a:pt x="275" y="168"/>
                  </a:lnTo>
                  <a:lnTo>
                    <a:pt x="275" y="173"/>
                  </a:lnTo>
                  <a:lnTo>
                    <a:pt x="275" y="175"/>
                  </a:lnTo>
                  <a:lnTo>
                    <a:pt x="277" y="177"/>
                  </a:lnTo>
                  <a:lnTo>
                    <a:pt x="279" y="179"/>
                  </a:lnTo>
                  <a:lnTo>
                    <a:pt x="284" y="184"/>
                  </a:lnTo>
                  <a:lnTo>
                    <a:pt x="284" y="186"/>
                  </a:lnTo>
                  <a:lnTo>
                    <a:pt x="286" y="186"/>
                  </a:lnTo>
                  <a:lnTo>
                    <a:pt x="286" y="186"/>
                  </a:lnTo>
                  <a:lnTo>
                    <a:pt x="291" y="186"/>
                  </a:lnTo>
                  <a:lnTo>
                    <a:pt x="291" y="188"/>
                  </a:lnTo>
                  <a:lnTo>
                    <a:pt x="291" y="188"/>
                  </a:lnTo>
                  <a:lnTo>
                    <a:pt x="293" y="190"/>
                  </a:lnTo>
                  <a:lnTo>
                    <a:pt x="293" y="190"/>
                  </a:lnTo>
                  <a:lnTo>
                    <a:pt x="293" y="190"/>
                  </a:lnTo>
                  <a:lnTo>
                    <a:pt x="295" y="193"/>
                  </a:lnTo>
                  <a:lnTo>
                    <a:pt x="295" y="193"/>
                  </a:lnTo>
                  <a:lnTo>
                    <a:pt x="297" y="195"/>
                  </a:lnTo>
                  <a:lnTo>
                    <a:pt x="299" y="195"/>
                  </a:lnTo>
                  <a:lnTo>
                    <a:pt x="306" y="197"/>
                  </a:lnTo>
                  <a:lnTo>
                    <a:pt x="306" y="199"/>
                  </a:lnTo>
                  <a:lnTo>
                    <a:pt x="308" y="199"/>
                  </a:lnTo>
                  <a:lnTo>
                    <a:pt x="308" y="201"/>
                  </a:lnTo>
                  <a:lnTo>
                    <a:pt x="308" y="204"/>
                  </a:lnTo>
                  <a:lnTo>
                    <a:pt x="310" y="204"/>
                  </a:lnTo>
                  <a:lnTo>
                    <a:pt x="310" y="206"/>
                  </a:lnTo>
                  <a:lnTo>
                    <a:pt x="310" y="208"/>
                  </a:lnTo>
                  <a:lnTo>
                    <a:pt x="310" y="208"/>
                  </a:lnTo>
                  <a:lnTo>
                    <a:pt x="310" y="208"/>
                  </a:lnTo>
                  <a:lnTo>
                    <a:pt x="310" y="208"/>
                  </a:lnTo>
                  <a:lnTo>
                    <a:pt x="310" y="210"/>
                  </a:lnTo>
                  <a:lnTo>
                    <a:pt x="310" y="213"/>
                  </a:lnTo>
                  <a:lnTo>
                    <a:pt x="308" y="215"/>
                  </a:lnTo>
                  <a:lnTo>
                    <a:pt x="308" y="217"/>
                  </a:lnTo>
                  <a:lnTo>
                    <a:pt x="308" y="217"/>
                  </a:lnTo>
                  <a:lnTo>
                    <a:pt x="310" y="221"/>
                  </a:lnTo>
                  <a:lnTo>
                    <a:pt x="313" y="221"/>
                  </a:lnTo>
                  <a:lnTo>
                    <a:pt x="313" y="224"/>
                  </a:lnTo>
                  <a:lnTo>
                    <a:pt x="313" y="226"/>
                  </a:lnTo>
                  <a:lnTo>
                    <a:pt x="313" y="226"/>
                  </a:lnTo>
                  <a:lnTo>
                    <a:pt x="313" y="226"/>
                  </a:lnTo>
                  <a:lnTo>
                    <a:pt x="313" y="226"/>
                  </a:lnTo>
                  <a:lnTo>
                    <a:pt x="315" y="226"/>
                  </a:lnTo>
                  <a:lnTo>
                    <a:pt x="315" y="228"/>
                  </a:lnTo>
                  <a:lnTo>
                    <a:pt x="315" y="228"/>
                  </a:lnTo>
                  <a:lnTo>
                    <a:pt x="315" y="230"/>
                  </a:lnTo>
                  <a:lnTo>
                    <a:pt x="315" y="230"/>
                  </a:lnTo>
                  <a:lnTo>
                    <a:pt x="315" y="230"/>
                  </a:lnTo>
                  <a:lnTo>
                    <a:pt x="315" y="232"/>
                  </a:lnTo>
                  <a:lnTo>
                    <a:pt x="317" y="232"/>
                  </a:lnTo>
                  <a:lnTo>
                    <a:pt x="317" y="232"/>
                  </a:lnTo>
                  <a:lnTo>
                    <a:pt x="319" y="235"/>
                  </a:lnTo>
                  <a:lnTo>
                    <a:pt x="319" y="235"/>
                  </a:lnTo>
                  <a:lnTo>
                    <a:pt x="322" y="235"/>
                  </a:lnTo>
                  <a:lnTo>
                    <a:pt x="322" y="235"/>
                  </a:lnTo>
                  <a:lnTo>
                    <a:pt x="322" y="237"/>
                  </a:lnTo>
                  <a:lnTo>
                    <a:pt x="322" y="237"/>
                  </a:lnTo>
                  <a:lnTo>
                    <a:pt x="322" y="237"/>
                  </a:lnTo>
                  <a:lnTo>
                    <a:pt x="322" y="239"/>
                  </a:lnTo>
                  <a:lnTo>
                    <a:pt x="322" y="239"/>
                  </a:lnTo>
                  <a:lnTo>
                    <a:pt x="322" y="241"/>
                  </a:lnTo>
                  <a:lnTo>
                    <a:pt x="322" y="244"/>
                  </a:lnTo>
                  <a:lnTo>
                    <a:pt x="324" y="248"/>
                  </a:lnTo>
                  <a:lnTo>
                    <a:pt x="324" y="250"/>
                  </a:lnTo>
                  <a:lnTo>
                    <a:pt x="324" y="252"/>
                  </a:lnTo>
                  <a:lnTo>
                    <a:pt x="324" y="252"/>
                  </a:lnTo>
                  <a:lnTo>
                    <a:pt x="324" y="257"/>
                  </a:lnTo>
                  <a:lnTo>
                    <a:pt x="322" y="263"/>
                  </a:lnTo>
                  <a:lnTo>
                    <a:pt x="322" y="266"/>
                  </a:lnTo>
                  <a:lnTo>
                    <a:pt x="322" y="272"/>
                  </a:lnTo>
                  <a:lnTo>
                    <a:pt x="322" y="272"/>
                  </a:lnTo>
                  <a:lnTo>
                    <a:pt x="319" y="277"/>
                  </a:lnTo>
                  <a:lnTo>
                    <a:pt x="319" y="281"/>
                  </a:lnTo>
                  <a:lnTo>
                    <a:pt x="317" y="292"/>
                  </a:lnTo>
                  <a:lnTo>
                    <a:pt x="315" y="306"/>
                  </a:lnTo>
                  <a:lnTo>
                    <a:pt x="313" y="317"/>
                  </a:lnTo>
                  <a:lnTo>
                    <a:pt x="310" y="328"/>
                  </a:lnTo>
                  <a:lnTo>
                    <a:pt x="308" y="341"/>
                  </a:lnTo>
                  <a:lnTo>
                    <a:pt x="306" y="352"/>
                  </a:lnTo>
                  <a:lnTo>
                    <a:pt x="304" y="363"/>
                  </a:lnTo>
                  <a:lnTo>
                    <a:pt x="302" y="374"/>
                  </a:lnTo>
                  <a:lnTo>
                    <a:pt x="299" y="388"/>
                  </a:lnTo>
                  <a:lnTo>
                    <a:pt x="297" y="399"/>
                  </a:lnTo>
                  <a:lnTo>
                    <a:pt x="295" y="410"/>
                  </a:lnTo>
                  <a:lnTo>
                    <a:pt x="293" y="423"/>
                  </a:lnTo>
                  <a:lnTo>
                    <a:pt x="291" y="434"/>
                  </a:lnTo>
                  <a:lnTo>
                    <a:pt x="288" y="445"/>
                  </a:lnTo>
                  <a:lnTo>
                    <a:pt x="286" y="459"/>
                  </a:lnTo>
                  <a:lnTo>
                    <a:pt x="284" y="470"/>
                  </a:lnTo>
                  <a:lnTo>
                    <a:pt x="284" y="470"/>
                  </a:lnTo>
                  <a:lnTo>
                    <a:pt x="284" y="470"/>
                  </a:lnTo>
                  <a:lnTo>
                    <a:pt x="284" y="470"/>
                  </a:lnTo>
                  <a:lnTo>
                    <a:pt x="284" y="470"/>
                  </a:lnTo>
                  <a:lnTo>
                    <a:pt x="284" y="470"/>
                  </a:lnTo>
                  <a:lnTo>
                    <a:pt x="284" y="470"/>
                  </a:lnTo>
                  <a:lnTo>
                    <a:pt x="284" y="470"/>
                  </a:lnTo>
                  <a:lnTo>
                    <a:pt x="284" y="472"/>
                  </a:lnTo>
                  <a:lnTo>
                    <a:pt x="284" y="472"/>
                  </a:lnTo>
                  <a:lnTo>
                    <a:pt x="284" y="472"/>
                  </a:lnTo>
                  <a:lnTo>
                    <a:pt x="284" y="472"/>
                  </a:lnTo>
                  <a:lnTo>
                    <a:pt x="284" y="472"/>
                  </a:lnTo>
                  <a:lnTo>
                    <a:pt x="284" y="472"/>
                  </a:lnTo>
                  <a:lnTo>
                    <a:pt x="284" y="472"/>
                  </a:lnTo>
                  <a:lnTo>
                    <a:pt x="284" y="472"/>
                  </a:lnTo>
                  <a:lnTo>
                    <a:pt x="284" y="472"/>
                  </a:lnTo>
                  <a:lnTo>
                    <a:pt x="284" y="474"/>
                  </a:lnTo>
                  <a:lnTo>
                    <a:pt x="282" y="476"/>
                  </a:lnTo>
                  <a:lnTo>
                    <a:pt x="282" y="478"/>
                  </a:lnTo>
                  <a:lnTo>
                    <a:pt x="279" y="481"/>
                  </a:lnTo>
                  <a:lnTo>
                    <a:pt x="277" y="481"/>
                  </a:lnTo>
                  <a:lnTo>
                    <a:pt x="277" y="478"/>
                  </a:lnTo>
                  <a:lnTo>
                    <a:pt x="275" y="478"/>
                  </a:lnTo>
                  <a:lnTo>
                    <a:pt x="275" y="478"/>
                  </a:lnTo>
                  <a:lnTo>
                    <a:pt x="275" y="478"/>
                  </a:lnTo>
                  <a:lnTo>
                    <a:pt x="275" y="476"/>
                  </a:lnTo>
                  <a:lnTo>
                    <a:pt x="273" y="474"/>
                  </a:lnTo>
                  <a:lnTo>
                    <a:pt x="273" y="474"/>
                  </a:lnTo>
                  <a:lnTo>
                    <a:pt x="271" y="474"/>
                  </a:lnTo>
                  <a:lnTo>
                    <a:pt x="268" y="474"/>
                  </a:lnTo>
                  <a:lnTo>
                    <a:pt x="268" y="476"/>
                  </a:lnTo>
                  <a:lnTo>
                    <a:pt x="266" y="478"/>
                  </a:lnTo>
                  <a:lnTo>
                    <a:pt x="266" y="481"/>
                  </a:lnTo>
                  <a:lnTo>
                    <a:pt x="264" y="478"/>
                  </a:lnTo>
                  <a:lnTo>
                    <a:pt x="264" y="478"/>
                  </a:lnTo>
                  <a:lnTo>
                    <a:pt x="264" y="476"/>
                  </a:lnTo>
                  <a:lnTo>
                    <a:pt x="264" y="476"/>
                  </a:lnTo>
                  <a:lnTo>
                    <a:pt x="262" y="476"/>
                  </a:lnTo>
                  <a:lnTo>
                    <a:pt x="262" y="476"/>
                  </a:lnTo>
                  <a:lnTo>
                    <a:pt x="257" y="474"/>
                  </a:lnTo>
                  <a:lnTo>
                    <a:pt x="257" y="472"/>
                  </a:lnTo>
                  <a:lnTo>
                    <a:pt x="257" y="472"/>
                  </a:lnTo>
                  <a:lnTo>
                    <a:pt x="257" y="470"/>
                  </a:lnTo>
                  <a:lnTo>
                    <a:pt x="257" y="467"/>
                  </a:lnTo>
                  <a:lnTo>
                    <a:pt x="257" y="465"/>
                  </a:lnTo>
                  <a:lnTo>
                    <a:pt x="257" y="465"/>
                  </a:lnTo>
                  <a:lnTo>
                    <a:pt x="255" y="465"/>
                  </a:lnTo>
                  <a:lnTo>
                    <a:pt x="255" y="467"/>
                  </a:lnTo>
                  <a:lnTo>
                    <a:pt x="253" y="467"/>
                  </a:lnTo>
                  <a:lnTo>
                    <a:pt x="251" y="465"/>
                  </a:lnTo>
                  <a:lnTo>
                    <a:pt x="251" y="465"/>
                  </a:lnTo>
                  <a:lnTo>
                    <a:pt x="248" y="465"/>
                  </a:lnTo>
                  <a:lnTo>
                    <a:pt x="248" y="465"/>
                  </a:lnTo>
                  <a:lnTo>
                    <a:pt x="246" y="465"/>
                  </a:lnTo>
                  <a:lnTo>
                    <a:pt x="244" y="467"/>
                  </a:lnTo>
                  <a:lnTo>
                    <a:pt x="242" y="467"/>
                  </a:lnTo>
                  <a:lnTo>
                    <a:pt x="242" y="467"/>
                  </a:lnTo>
                  <a:lnTo>
                    <a:pt x="242" y="467"/>
                  </a:lnTo>
                  <a:lnTo>
                    <a:pt x="242" y="465"/>
                  </a:lnTo>
                  <a:lnTo>
                    <a:pt x="240" y="465"/>
                  </a:lnTo>
                  <a:lnTo>
                    <a:pt x="240" y="465"/>
                  </a:lnTo>
                  <a:lnTo>
                    <a:pt x="240" y="467"/>
                  </a:lnTo>
                  <a:lnTo>
                    <a:pt x="237" y="467"/>
                  </a:lnTo>
                  <a:lnTo>
                    <a:pt x="237" y="470"/>
                  </a:lnTo>
                  <a:lnTo>
                    <a:pt x="235" y="467"/>
                  </a:lnTo>
                  <a:lnTo>
                    <a:pt x="235" y="465"/>
                  </a:lnTo>
                  <a:lnTo>
                    <a:pt x="235" y="465"/>
                  </a:lnTo>
                  <a:lnTo>
                    <a:pt x="235" y="463"/>
                  </a:lnTo>
                  <a:lnTo>
                    <a:pt x="233" y="463"/>
                  </a:lnTo>
                  <a:lnTo>
                    <a:pt x="233" y="463"/>
                  </a:lnTo>
                  <a:lnTo>
                    <a:pt x="231" y="465"/>
                  </a:lnTo>
                  <a:lnTo>
                    <a:pt x="231" y="467"/>
                  </a:lnTo>
                  <a:lnTo>
                    <a:pt x="231" y="467"/>
                  </a:lnTo>
                  <a:lnTo>
                    <a:pt x="228" y="467"/>
                  </a:lnTo>
                  <a:lnTo>
                    <a:pt x="224" y="465"/>
                  </a:lnTo>
                  <a:lnTo>
                    <a:pt x="224" y="465"/>
                  </a:lnTo>
                  <a:lnTo>
                    <a:pt x="220" y="467"/>
                  </a:lnTo>
                  <a:lnTo>
                    <a:pt x="220" y="470"/>
                  </a:lnTo>
                  <a:lnTo>
                    <a:pt x="217" y="470"/>
                  </a:lnTo>
                  <a:lnTo>
                    <a:pt x="220" y="472"/>
                  </a:lnTo>
                  <a:lnTo>
                    <a:pt x="220" y="472"/>
                  </a:lnTo>
                  <a:lnTo>
                    <a:pt x="217" y="472"/>
                  </a:lnTo>
                  <a:lnTo>
                    <a:pt x="217" y="474"/>
                  </a:lnTo>
                  <a:lnTo>
                    <a:pt x="215" y="474"/>
                  </a:lnTo>
                  <a:lnTo>
                    <a:pt x="215" y="476"/>
                  </a:lnTo>
                  <a:lnTo>
                    <a:pt x="215" y="476"/>
                  </a:lnTo>
                  <a:lnTo>
                    <a:pt x="213" y="478"/>
                  </a:lnTo>
                  <a:lnTo>
                    <a:pt x="211" y="481"/>
                  </a:lnTo>
                  <a:lnTo>
                    <a:pt x="211" y="481"/>
                  </a:lnTo>
                  <a:lnTo>
                    <a:pt x="209" y="483"/>
                  </a:lnTo>
                  <a:lnTo>
                    <a:pt x="209" y="481"/>
                  </a:lnTo>
                  <a:lnTo>
                    <a:pt x="206" y="481"/>
                  </a:lnTo>
                  <a:lnTo>
                    <a:pt x="206" y="483"/>
                  </a:lnTo>
                  <a:lnTo>
                    <a:pt x="204" y="483"/>
                  </a:lnTo>
                  <a:lnTo>
                    <a:pt x="202" y="481"/>
                  </a:lnTo>
                  <a:lnTo>
                    <a:pt x="200" y="483"/>
                  </a:lnTo>
                  <a:lnTo>
                    <a:pt x="197" y="483"/>
                  </a:lnTo>
                  <a:lnTo>
                    <a:pt x="197" y="485"/>
                  </a:lnTo>
                  <a:lnTo>
                    <a:pt x="197" y="485"/>
                  </a:lnTo>
                  <a:lnTo>
                    <a:pt x="195" y="483"/>
                  </a:lnTo>
                  <a:lnTo>
                    <a:pt x="195" y="483"/>
                  </a:lnTo>
                  <a:lnTo>
                    <a:pt x="195" y="481"/>
                  </a:lnTo>
                  <a:lnTo>
                    <a:pt x="193" y="483"/>
                  </a:lnTo>
                  <a:lnTo>
                    <a:pt x="193" y="483"/>
                  </a:lnTo>
                  <a:lnTo>
                    <a:pt x="191" y="485"/>
                  </a:lnTo>
                  <a:lnTo>
                    <a:pt x="189" y="483"/>
                  </a:lnTo>
                  <a:lnTo>
                    <a:pt x="189" y="483"/>
                  </a:lnTo>
                  <a:lnTo>
                    <a:pt x="186" y="483"/>
                  </a:lnTo>
                  <a:lnTo>
                    <a:pt x="184" y="483"/>
                  </a:lnTo>
                  <a:lnTo>
                    <a:pt x="184" y="485"/>
                  </a:lnTo>
                  <a:lnTo>
                    <a:pt x="184" y="485"/>
                  </a:lnTo>
                  <a:lnTo>
                    <a:pt x="184" y="485"/>
                  </a:lnTo>
                  <a:lnTo>
                    <a:pt x="184" y="487"/>
                  </a:lnTo>
                  <a:lnTo>
                    <a:pt x="184" y="487"/>
                  </a:lnTo>
                  <a:lnTo>
                    <a:pt x="184" y="487"/>
                  </a:lnTo>
                  <a:lnTo>
                    <a:pt x="182" y="487"/>
                  </a:lnTo>
                  <a:lnTo>
                    <a:pt x="182" y="487"/>
                  </a:lnTo>
                  <a:lnTo>
                    <a:pt x="182" y="487"/>
                  </a:lnTo>
                  <a:lnTo>
                    <a:pt x="182" y="487"/>
                  </a:lnTo>
                  <a:lnTo>
                    <a:pt x="180" y="487"/>
                  </a:lnTo>
                  <a:lnTo>
                    <a:pt x="180" y="487"/>
                  </a:lnTo>
                  <a:lnTo>
                    <a:pt x="180" y="487"/>
                  </a:lnTo>
                  <a:lnTo>
                    <a:pt x="180" y="487"/>
                  </a:lnTo>
                  <a:lnTo>
                    <a:pt x="178" y="487"/>
                  </a:lnTo>
                  <a:lnTo>
                    <a:pt x="175" y="487"/>
                  </a:lnTo>
                  <a:lnTo>
                    <a:pt x="173" y="487"/>
                  </a:lnTo>
                  <a:lnTo>
                    <a:pt x="171" y="487"/>
                  </a:lnTo>
                  <a:lnTo>
                    <a:pt x="171" y="487"/>
                  </a:lnTo>
                  <a:lnTo>
                    <a:pt x="169" y="487"/>
                  </a:lnTo>
                  <a:lnTo>
                    <a:pt x="169" y="490"/>
                  </a:lnTo>
                  <a:lnTo>
                    <a:pt x="169" y="490"/>
                  </a:lnTo>
                  <a:lnTo>
                    <a:pt x="169" y="490"/>
                  </a:lnTo>
                  <a:lnTo>
                    <a:pt x="166" y="490"/>
                  </a:lnTo>
                  <a:lnTo>
                    <a:pt x="164" y="490"/>
                  </a:lnTo>
                  <a:lnTo>
                    <a:pt x="162" y="492"/>
                  </a:lnTo>
                  <a:lnTo>
                    <a:pt x="162" y="490"/>
                  </a:lnTo>
                  <a:lnTo>
                    <a:pt x="162" y="490"/>
                  </a:lnTo>
                  <a:lnTo>
                    <a:pt x="160" y="492"/>
                  </a:lnTo>
                  <a:lnTo>
                    <a:pt x="160" y="492"/>
                  </a:lnTo>
                  <a:lnTo>
                    <a:pt x="158" y="492"/>
                  </a:lnTo>
                  <a:lnTo>
                    <a:pt x="158" y="492"/>
                  </a:lnTo>
                  <a:lnTo>
                    <a:pt x="158" y="492"/>
                  </a:lnTo>
                  <a:lnTo>
                    <a:pt x="155" y="490"/>
                  </a:lnTo>
                  <a:lnTo>
                    <a:pt x="155" y="490"/>
                  </a:lnTo>
                  <a:lnTo>
                    <a:pt x="155" y="492"/>
                  </a:lnTo>
                  <a:lnTo>
                    <a:pt x="153" y="492"/>
                  </a:lnTo>
                  <a:lnTo>
                    <a:pt x="153" y="492"/>
                  </a:lnTo>
                  <a:lnTo>
                    <a:pt x="151" y="490"/>
                  </a:lnTo>
                  <a:lnTo>
                    <a:pt x="149" y="490"/>
                  </a:lnTo>
                  <a:lnTo>
                    <a:pt x="149" y="490"/>
                  </a:lnTo>
                  <a:lnTo>
                    <a:pt x="149" y="492"/>
                  </a:lnTo>
                  <a:lnTo>
                    <a:pt x="149" y="492"/>
                  </a:lnTo>
                  <a:lnTo>
                    <a:pt x="149" y="492"/>
                  </a:lnTo>
                  <a:lnTo>
                    <a:pt x="149" y="492"/>
                  </a:lnTo>
                  <a:lnTo>
                    <a:pt x="142" y="492"/>
                  </a:lnTo>
                  <a:lnTo>
                    <a:pt x="140" y="492"/>
                  </a:lnTo>
                  <a:lnTo>
                    <a:pt x="140" y="494"/>
                  </a:lnTo>
                  <a:lnTo>
                    <a:pt x="135" y="498"/>
                  </a:lnTo>
                  <a:lnTo>
                    <a:pt x="133" y="498"/>
                  </a:lnTo>
                  <a:lnTo>
                    <a:pt x="131" y="498"/>
                  </a:lnTo>
                  <a:lnTo>
                    <a:pt x="131" y="501"/>
                  </a:lnTo>
                  <a:lnTo>
                    <a:pt x="131" y="501"/>
                  </a:lnTo>
                  <a:lnTo>
                    <a:pt x="131" y="498"/>
                  </a:lnTo>
                  <a:lnTo>
                    <a:pt x="129" y="498"/>
                  </a:lnTo>
                  <a:lnTo>
                    <a:pt x="129" y="498"/>
                  </a:lnTo>
                  <a:lnTo>
                    <a:pt x="129" y="501"/>
                  </a:lnTo>
                  <a:lnTo>
                    <a:pt x="127" y="503"/>
                  </a:lnTo>
                  <a:lnTo>
                    <a:pt x="127" y="503"/>
                  </a:lnTo>
                  <a:lnTo>
                    <a:pt x="124" y="505"/>
                  </a:lnTo>
                  <a:lnTo>
                    <a:pt x="120" y="507"/>
                  </a:lnTo>
                  <a:lnTo>
                    <a:pt x="118" y="509"/>
                  </a:lnTo>
                  <a:lnTo>
                    <a:pt x="115" y="509"/>
                  </a:lnTo>
                  <a:lnTo>
                    <a:pt x="113" y="512"/>
                  </a:lnTo>
                  <a:lnTo>
                    <a:pt x="113" y="512"/>
                  </a:lnTo>
                  <a:lnTo>
                    <a:pt x="111" y="509"/>
                  </a:lnTo>
                  <a:lnTo>
                    <a:pt x="109" y="512"/>
                  </a:lnTo>
                  <a:lnTo>
                    <a:pt x="109" y="512"/>
                  </a:lnTo>
                  <a:lnTo>
                    <a:pt x="109" y="512"/>
                  </a:lnTo>
                  <a:lnTo>
                    <a:pt x="109" y="512"/>
                  </a:lnTo>
                  <a:lnTo>
                    <a:pt x="107" y="514"/>
                  </a:lnTo>
                  <a:lnTo>
                    <a:pt x="104" y="514"/>
                  </a:lnTo>
                  <a:lnTo>
                    <a:pt x="104" y="518"/>
                  </a:lnTo>
                  <a:lnTo>
                    <a:pt x="104" y="518"/>
                  </a:lnTo>
                  <a:lnTo>
                    <a:pt x="102" y="521"/>
                  </a:lnTo>
                  <a:lnTo>
                    <a:pt x="100" y="521"/>
                  </a:lnTo>
                  <a:lnTo>
                    <a:pt x="100" y="521"/>
                  </a:lnTo>
                  <a:lnTo>
                    <a:pt x="100" y="521"/>
                  </a:lnTo>
                  <a:lnTo>
                    <a:pt x="100" y="521"/>
                  </a:lnTo>
                  <a:lnTo>
                    <a:pt x="98" y="521"/>
                  </a:lnTo>
                  <a:lnTo>
                    <a:pt x="98" y="523"/>
                  </a:lnTo>
                  <a:lnTo>
                    <a:pt x="98" y="523"/>
                  </a:lnTo>
                  <a:lnTo>
                    <a:pt x="98" y="523"/>
                  </a:lnTo>
                  <a:lnTo>
                    <a:pt x="98" y="523"/>
                  </a:lnTo>
                  <a:lnTo>
                    <a:pt x="98" y="523"/>
                  </a:lnTo>
                  <a:lnTo>
                    <a:pt x="98" y="525"/>
                  </a:lnTo>
                  <a:lnTo>
                    <a:pt x="96" y="525"/>
                  </a:lnTo>
                  <a:lnTo>
                    <a:pt x="96" y="525"/>
                  </a:lnTo>
                  <a:lnTo>
                    <a:pt x="93" y="525"/>
                  </a:lnTo>
                  <a:lnTo>
                    <a:pt x="93" y="525"/>
                  </a:lnTo>
                  <a:lnTo>
                    <a:pt x="91" y="527"/>
                  </a:lnTo>
                  <a:lnTo>
                    <a:pt x="89" y="529"/>
                  </a:lnTo>
                  <a:lnTo>
                    <a:pt x="89" y="529"/>
                  </a:lnTo>
                  <a:lnTo>
                    <a:pt x="87" y="529"/>
                  </a:lnTo>
                  <a:lnTo>
                    <a:pt x="87" y="532"/>
                  </a:lnTo>
                  <a:lnTo>
                    <a:pt x="87" y="532"/>
                  </a:lnTo>
                  <a:lnTo>
                    <a:pt x="87" y="532"/>
                  </a:lnTo>
                  <a:lnTo>
                    <a:pt x="87" y="532"/>
                  </a:lnTo>
                  <a:lnTo>
                    <a:pt x="82" y="532"/>
                  </a:lnTo>
                  <a:lnTo>
                    <a:pt x="80" y="532"/>
                  </a:lnTo>
                  <a:lnTo>
                    <a:pt x="80" y="532"/>
                  </a:lnTo>
                  <a:lnTo>
                    <a:pt x="78" y="532"/>
                  </a:lnTo>
                  <a:lnTo>
                    <a:pt x="78" y="534"/>
                  </a:lnTo>
                  <a:lnTo>
                    <a:pt x="76" y="534"/>
                  </a:lnTo>
                  <a:lnTo>
                    <a:pt x="73" y="536"/>
                  </a:lnTo>
                  <a:lnTo>
                    <a:pt x="73" y="536"/>
                  </a:lnTo>
                  <a:lnTo>
                    <a:pt x="71" y="534"/>
                  </a:lnTo>
                  <a:lnTo>
                    <a:pt x="71" y="534"/>
                  </a:lnTo>
                  <a:lnTo>
                    <a:pt x="71" y="536"/>
                  </a:lnTo>
                  <a:lnTo>
                    <a:pt x="71" y="536"/>
                  </a:lnTo>
                  <a:lnTo>
                    <a:pt x="71" y="536"/>
                  </a:lnTo>
                  <a:lnTo>
                    <a:pt x="69" y="536"/>
                  </a:lnTo>
                  <a:lnTo>
                    <a:pt x="69" y="536"/>
                  </a:lnTo>
                  <a:lnTo>
                    <a:pt x="69" y="538"/>
                  </a:lnTo>
                  <a:lnTo>
                    <a:pt x="67" y="538"/>
                  </a:lnTo>
                  <a:lnTo>
                    <a:pt x="67" y="538"/>
                  </a:lnTo>
                  <a:lnTo>
                    <a:pt x="67" y="540"/>
                  </a:lnTo>
                  <a:lnTo>
                    <a:pt x="67" y="540"/>
                  </a:lnTo>
                  <a:lnTo>
                    <a:pt x="67" y="543"/>
                  </a:lnTo>
                  <a:lnTo>
                    <a:pt x="69" y="547"/>
                  </a:lnTo>
                  <a:lnTo>
                    <a:pt x="69" y="547"/>
                  </a:lnTo>
                  <a:lnTo>
                    <a:pt x="67" y="549"/>
                  </a:lnTo>
                  <a:lnTo>
                    <a:pt x="67" y="549"/>
                  </a:lnTo>
                  <a:lnTo>
                    <a:pt x="67" y="552"/>
                  </a:lnTo>
                  <a:lnTo>
                    <a:pt x="65" y="554"/>
                  </a:lnTo>
                  <a:lnTo>
                    <a:pt x="65" y="556"/>
                  </a:lnTo>
                  <a:lnTo>
                    <a:pt x="62" y="560"/>
                  </a:lnTo>
                  <a:lnTo>
                    <a:pt x="62" y="563"/>
                  </a:lnTo>
                  <a:lnTo>
                    <a:pt x="62" y="565"/>
                  </a:lnTo>
                  <a:lnTo>
                    <a:pt x="62" y="567"/>
                  </a:lnTo>
                  <a:lnTo>
                    <a:pt x="62" y="569"/>
                  </a:lnTo>
                  <a:lnTo>
                    <a:pt x="62" y="576"/>
                  </a:lnTo>
                  <a:lnTo>
                    <a:pt x="62" y="578"/>
                  </a:lnTo>
                  <a:lnTo>
                    <a:pt x="60" y="580"/>
                  </a:lnTo>
                  <a:lnTo>
                    <a:pt x="53" y="589"/>
                  </a:lnTo>
                  <a:lnTo>
                    <a:pt x="51" y="591"/>
                  </a:lnTo>
                  <a:lnTo>
                    <a:pt x="47" y="603"/>
                  </a:lnTo>
                  <a:lnTo>
                    <a:pt x="45" y="605"/>
                  </a:lnTo>
                  <a:lnTo>
                    <a:pt x="42" y="607"/>
                  </a:lnTo>
                  <a:lnTo>
                    <a:pt x="42" y="609"/>
                  </a:lnTo>
                  <a:lnTo>
                    <a:pt x="45" y="611"/>
                  </a:lnTo>
                  <a:lnTo>
                    <a:pt x="47" y="616"/>
                  </a:lnTo>
                  <a:lnTo>
                    <a:pt x="47" y="618"/>
                  </a:lnTo>
                  <a:lnTo>
                    <a:pt x="49" y="622"/>
                  </a:lnTo>
                  <a:lnTo>
                    <a:pt x="49" y="625"/>
                  </a:lnTo>
                  <a:lnTo>
                    <a:pt x="51" y="629"/>
                  </a:lnTo>
                  <a:lnTo>
                    <a:pt x="51" y="629"/>
                  </a:lnTo>
                  <a:lnTo>
                    <a:pt x="51" y="631"/>
                  </a:lnTo>
                  <a:lnTo>
                    <a:pt x="51" y="634"/>
                  </a:lnTo>
                  <a:lnTo>
                    <a:pt x="49" y="636"/>
                  </a:lnTo>
                  <a:lnTo>
                    <a:pt x="47" y="640"/>
                  </a:lnTo>
                  <a:lnTo>
                    <a:pt x="47" y="640"/>
                  </a:lnTo>
                  <a:lnTo>
                    <a:pt x="42" y="642"/>
                  </a:lnTo>
                  <a:lnTo>
                    <a:pt x="40" y="642"/>
                  </a:lnTo>
                  <a:lnTo>
                    <a:pt x="36" y="642"/>
                  </a:lnTo>
                  <a:lnTo>
                    <a:pt x="33" y="645"/>
                  </a:lnTo>
                  <a:lnTo>
                    <a:pt x="31" y="647"/>
                  </a:lnTo>
                  <a:lnTo>
                    <a:pt x="27" y="649"/>
                  </a:lnTo>
                  <a:lnTo>
                    <a:pt x="22" y="654"/>
                  </a:lnTo>
                  <a:lnTo>
                    <a:pt x="16" y="656"/>
                  </a:lnTo>
                  <a:lnTo>
                    <a:pt x="14" y="658"/>
                  </a:lnTo>
                  <a:lnTo>
                    <a:pt x="11" y="660"/>
                  </a:lnTo>
                  <a:lnTo>
                    <a:pt x="9" y="660"/>
                  </a:lnTo>
                  <a:lnTo>
                    <a:pt x="9" y="662"/>
                  </a:lnTo>
                  <a:lnTo>
                    <a:pt x="9" y="665"/>
                  </a:lnTo>
                  <a:lnTo>
                    <a:pt x="5" y="665"/>
                  </a:lnTo>
                  <a:lnTo>
                    <a:pt x="5" y="667"/>
                  </a:lnTo>
                  <a:lnTo>
                    <a:pt x="5" y="667"/>
                  </a:lnTo>
                  <a:lnTo>
                    <a:pt x="5" y="671"/>
                  </a:lnTo>
                  <a:lnTo>
                    <a:pt x="2" y="678"/>
                  </a:lnTo>
                  <a:lnTo>
                    <a:pt x="0" y="680"/>
                  </a:lnTo>
                  <a:lnTo>
                    <a:pt x="0" y="682"/>
                  </a:lnTo>
                  <a:lnTo>
                    <a:pt x="0" y="682"/>
                  </a:lnTo>
                  <a:lnTo>
                    <a:pt x="2" y="685"/>
                  </a:lnTo>
                  <a:lnTo>
                    <a:pt x="84" y="718"/>
                  </a:lnTo>
                  <a:lnTo>
                    <a:pt x="253" y="760"/>
                  </a:lnTo>
                  <a:lnTo>
                    <a:pt x="295" y="782"/>
                  </a:lnTo>
                  <a:lnTo>
                    <a:pt x="514" y="884"/>
                  </a:lnTo>
                  <a:lnTo>
                    <a:pt x="517" y="882"/>
                  </a:lnTo>
                  <a:lnTo>
                    <a:pt x="519" y="880"/>
                  </a:lnTo>
                  <a:lnTo>
                    <a:pt x="519" y="880"/>
                  </a:lnTo>
                  <a:lnTo>
                    <a:pt x="519" y="877"/>
                  </a:lnTo>
                  <a:lnTo>
                    <a:pt x="519" y="877"/>
                  </a:lnTo>
                  <a:lnTo>
                    <a:pt x="521" y="877"/>
                  </a:lnTo>
                  <a:lnTo>
                    <a:pt x="523" y="877"/>
                  </a:lnTo>
                  <a:lnTo>
                    <a:pt x="523" y="877"/>
                  </a:lnTo>
                  <a:lnTo>
                    <a:pt x="528" y="873"/>
                  </a:lnTo>
                  <a:lnTo>
                    <a:pt x="530" y="871"/>
                  </a:lnTo>
                  <a:lnTo>
                    <a:pt x="532" y="871"/>
                  </a:lnTo>
                  <a:lnTo>
                    <a:pt x="536" y="871"/>
                  </a:lnTo>
                  <a:lnTo>
                    <a:pt x="536" y="868"/>
                  </a:lnTo>
                  <a:lnTo>
                    <a:pt x="539" y="868"/>
                  </a:lnTo>
                  <a:lnTo>
                    <a:pt x="539" y="866"/>
                  </a:lnTo>
                  <a:lnTo>
                    <a:pt x="545" y="860"/>
                  </a:lnTo>
                  <a:lnTo>
                    <a:pt x="545" y="860"/>
                  </a:lnTo>
                  <a:lnTo>
                    <a:pt x="545" y="860"/>
                  </a:lnTo>
                  <a:lnTo>
                    <a:pt x="545" y="857"/>
                  </a:lnTo>
                  <a:lnTo>
                    <a:pt x="545" y="857"/>
                  </a:lnTo>
                  <a:lnTo>
                    <a:pt x="545" y="853"/>
                  </a:lnTo>
                  <a:lnTo>
                    <a:pt x="545" y="853"/>
                  </a:lnTo>
                  <a:lnTo>
                    <a:pt x="545" y="853"/>
                  </a:lnTo>
                  <a:lnTo>
                    <a:pt x="545" y="851"/>
                  </a:lnTo>
                  <a:lnTo>
                    <a:pt x="548" y="851"/>
                  </a:lnTo>
                  <a:lnTo>
                    <a:pt x="548" y="853"/>
                  </a:lnTo>
                  <a:lnTo>
                    <a:pt x="550" y="853"/>
                  </a:lnTo>
                  <a:lnTo>
                    <a:pt x="550" y="853"/>
                  </a:lnTo>
                  <a:lnTo>
                    <a:pt x="552" y="853"/>
                  </a:lnTo>
                  <a:lnTo>
                    <a:pt x="554" y="853"/>
                  </a:lnTo>
                  <a:lnTo>
                    <a:pt x="554" y="853"/>
                  </a:lnTo>
                  <a:lnTo>
                    <a:pt x="556" y="853"/>
                  </a:lnTo>
                  <a:lnTo>
                    <a:pt x="559" y="853"/>
                  </a:lnTo>
                  <a:lnTo>
                    <a:pt x="559" y="853"/>
                  </a:lnTo>
                  <a:lnTo>
                    <a:pt x="563" y="853"/>
                  </a:lnTo>
                  <a:lnTo>
                    <a:pt x="567" y="853"/>
                  </a:lnTo>
                  <a:lnTo>
                    <a:pt x="574" y="851"/>
                  </a:lnTo>
                  <a:lnTo>
                    <a:pt x="576" y="851"/>
                  </a:lnTo>
                  <a:lnTo>
                    <a:pt x="579" y="851"/>
                  </a:lnTo>
                  <a:lnTo>
                    <a:pt x="579" y="853"/>
                  </a:lnTo>
                  <a:lnTo>
                    <a:pt x="579" y="853"/>
                  </a:lnTo>
                  <a:lnTo>
                    <a:pt x="581" y="853"/>
                  </a:lnTo>
                  <a:lnTo>
                    <a:pt x="581" y="855"/>
                  </a:lnTo>
                  <a:lnTo>
                    <a:pt x="583" y="857"/>
                  </a:lnTo>
                  <a:lnTo>
                    <a:pt x="585" y="857"/>
                  </a:lnTo>
                  <a:lnTo>
                    <a:pt x="587" y="860"/>
                  </a:lnTo>
                  <a:lnTo>
                    <a:pt x="587" y="860"/>
                  </a:lnTo>
                  <a:lnTo>
                    <a:pt x="587" y="860"/>
                  </a:lnTo>
                  <a:lnTo>
                    <a:pt x="587" y="860"/>
                  </a:lnTo>
                  <a:lnTo>
                    <a:pt x="587" y="860"/>
                  </a:lnTo>
                  <a:lnTo>
                    <a:pt x="587" y="860"/>
                  </a:lnTo>
                  <a:lnTo>
                    <a:pt x="590" y="862"/>
                  </a:lnTo>
                  <a:lnTo>
                    <a:pt x="590" y="862"/>
                  </a:lnTo>
                  <a:lnTo>
                    <a:pt x="590" y="864"/>
                  </a:lnTo>
                  <a:lnTo>
                    <a:pt x="592" y="864"/>
                  </a:lnTo>
                  <a:lnTo>
                    <a:pt x="592" y="864"/>
                  </a:lnTo>
                  <a:lnTo>
                    <a:pt x="594" y="864"/>
                  </a:lnTo>
                  <a:lnTo>
                    <a:pt x="594" y="864"/>
                  </a:lnTo>
                  <a:lnTo>
                    <a:pt x="596" y="862"/>
                  </a:lnTo>
                  <a:lnTo>
                    <a:pt x="596" y="862"/>
                  </a:lnTo>
                  <a:lnTo>
                    <a:pt x="599" y="862"/>
                  </a:lnTo>
                  <a:lnTo>
                    <a:pt x="599" y="860"/>
                  </a:lnTo>
                  <a:lnTo>
                    <a:pt x="599" y="860"/>
                  </a:lnTo>
                  <a:lnTo>
                    <a:pt x="599" y="857"/>
                  </a:lnTo>
                  <a:lnTo>
                    <a:pt x="601" y="857"/>
                  </a:lnTo>
                  <a:lnTo>
                    <a:pt x="601" y="855"/>
                  </a:lnTo>
                  <a:lnTo>
                    <a:pt x="601" y="855"/>
                  </a:lnTo>
                  <a:lnTo>
                    <a:pt x="607" y="853"/>
                  </a:lnTo>
                  <a:lnTo>
                    <a:pt x="607" y="853"/>
                  </a:lnTo>
                  <a:lnTo>
                    <a:pt x="607" y="853"/>
                  </a:lnTo>
                  <a:lnTo>
                    <a:pt x="610" y="853"/>
                  </a:lnTo>
                  <a:lnTo>
                    <a:pt x="610" y="853"/>
                  </a:lnTo>
                  <a:lnTo>
                    <a:pt x="610" y="853"/>
                  </a:lnTo>
                  <a:lnTo>
                    <a:pt x="612" y="853"/>
                  </a:lnTo>
                  <a:lnTo>
                    <a:pt x="612" y="855"/>
                  </a:lnTo>
                  <a:lnTo>
                    <a:pt x="612" y="855"/>
                  </a:lnTo>
                  <a:lnTo>
                    <a:pt x="612" y="855"/>
                  </a:lnTo>
                  <a:lnTo>
                    <a:pt x="614" y="855"/>
                  </a:lnTo>
                  <a:lnTo>
                    <a:pt x="614" y="855"/>
                  </a:lnTo>
                  <a:lnTo>
                    <a:pt x="616" y="855"/>
                  </a:lnTo>
                  <a:lnTo>
                    <a:pt x="616" y="855"/>
                  </a:lnTo>
                  <a:lnTo>
                    <a:pt x="616" y="853"/>
                  </a:lnTo>
                  <a:lnTo>
                    <a:pt x="616" y="853"/>
                  </a:lnTo>
                  <a:lnTo>
                    <a:pt x="616" y="851"/>
                  </a:lnTo>
                  <a:lnTo>
                    <a:pt x="616" y="851"/>
                  </a:lnTo>
                  <a:lnTo>
                    <a:pt x="618" y="849"/>
                  </a:lnTo>
                  <a:lnTo>
                    <a:pt x="621" y="849"/>
                  </a:lnTo>
                  <a:lnTo>
                    <a:pt x="621" y="849"/>
                  </a:lnTo>
                  <a:lnTo>
                    <a:pt x="621" y="846"/>
                  </a:lnTo>
                  <a:lnTo>
                    <a:pt x="623" y="846"/>
                  </a:lnTo>
                  <a:lnTo>
                    <a:pt x="627" y="844"/>
                  </a:lnTo>
                  <a:lnTo>
                    <a:pt x="630" y="842"/>
                  </a:lnTo>
                  <a:lnTo>
                    <a:pt x="630" y="842"/>
                  </a:lnTo>
                  <a:lnTo>
                    <a:pt x="632" y="842"/>
                  </a:lnTo>
                  <a:lnTo>
                    <a:pt x="632" y="840"/>
                  </a:lnTo>
                  <a:lnTo>
                    <a:pt x="634" y="842"/>
                  </a:lnTo>
                  <a:lnTo>
                    <a:pt x="634" y="842"/>
                  </a:lnTo>
                  <a:lnTo>
                    <a:pt x="634" y="844"/>
                  </a:lnTo>
                  <a:lnTo>
                    <a:pt x="634" y="844"/>
                  </a:lnTo>
                  <a:lnTo>
                    <a:pt x="634" y="844"/>
                  </a:lnTo>
                  <a:lnTo>
                    <a:pt x="634" y="844"/>
                  </a:lnTo>
                  <a:lnTo>
                    <a:pt x="634" y="846"/>
                  </a:lnTo>
                  <a:lnTo>
                    <a:pt x="636" y="846"/>
                  </a:lnTo>
                  <a:lnTo>
                    <a:pt x="634" y="849"/>
                  </a:lnTo>
                  <a:lnTo>
                    <a:pt x="634" y="849"/>
                  </a:lnTo>
                  <a:lnTo>
                    <a:pt x="636" y="849"/>
                  </a:lnTo>
                  <a:lnTo>
                    <a:pt x="636" y="851"/>
                  </a:lnTo>
                  <a:lnTo>
                    <a:pt x="636" y="851"/>
                  </a:lnTo>
                  <a:lnTo>
                    <a:pt x="636" y="853"/>
                  </a:lnTo>
                  <a:lnTo>
                    <a:pt x="636" y="853"/>
                  </a:lnTo>
                  <a:lnTo>
                    <a:pt x="638" y="853"/>
                  </a:lnTo>
                  <a:lnTo>
                    <a:pt x="638" y="853"/>
                  </a:lnTo>
                  <a:lnTo>
                    <a:pt x="641" y="855"/>
                  </a:lnTo>
                  <a:lnTo>
                    <a:pt x="641" y="855"/>
                  </a:lnTo>
                  <a:lnTo>
                    <a:pt x="643" y="853"/>
                  </a:lnTo>
                  <a:lnTo>
                    <a:pt x="643" y="853"/>
                  </a:lnTo>
                  <a:lnTo>
                    <a:pt x="645" y="853"/>
                  </a:lnTo>
                  <a:lnTo>
                    <a:pt x="645" y="851"/>
                  </a:lnTo>
                  <a:lnTo>
                    <a:pt x="645" y="851"/>
                  </a:lnTo>
                  <a:lnTo>
                    <a:pt x="645" y="851"/>
                  </a:lnTo>
                  <a:lnTo>
                    <a:pt x="647" y="849"/>
                  </a:lnTo>
                  <a:lnTo>
                    <a:pt x="647" y="846"/>
                  </a:lnTo>
                  <a:lnTo>
                    <a:pt x="647" y="846"/>
                  </a:lnTo>
                  <a:lnTo>
                    <a:pt x="649" y="846"/>
                  </a:lnTo>
                  <a:lnTo>
                    <a:pt x="649" y="846"/>
                  </a:lnTo>
                  <a:lnTo>
                    <a:pt x="649" y="844"/>
                  </a:lnTo>
                  <a:lnTo>
                    <a:pt x="649" y="844"/>
                  </a:lnTo>
                  <a:lnTo>
                    <a:pt x="652" y="842"/>
                  </a:lnTo>
                  <a:lnTo>
                    <a:pt x="652" y="842"/>
                  </a:lnTo>
                  <a:lnTo>
                    <a:pt x="654" y="840"/>
                  </a:lnTo>
                  <a:lnTo>
                    <a:pt x="654" y="840"/>
                  </a:lnTo>
                  <a:lnTo>
                    <a:pt x="654" y="837"/>
                  </a:lnTo>
                  <a:lnTo>
                    <a:pt x="654" y="837"/>
                  </a:lnTo>
                  <a:lnTo>
                    <a:pt x="654" y="837"/>
                  </a:lnTo>
                  <a:lnTo>
                    <a:pt x="654" y="835"/>
                  </a:lnTo>
                  <a:lnTo>
                    <a:pt x="654" y="833"/>
                  </a:lnTo>
                  <a:lnTo>
                    <a:pt x="654" y="831"/>
                  </a:lnTo>
                  <a:lnTo>
                    <a:pt x="654" y="831"/>
                  </a:lnTo>
                  <a:lnTo>
                    <a:pt x="654" y="831"/>
                  </a:lnTo>
                  <a:lnTo>
                    <a:pt x="654" y="829"/>
                  </a:lnTo>
                  <a:lnTo>
                    <a:pt x="656" y="829"/>
                  </a:lnTo>
                  <a:lnTo>
                    <a:pt x="656" y="826"/>
                  </a:lnTo>
                  <a:lnTo>
                    <a:pt x="656" y="826"/>
                  </a:lnTo>
                  <a:lnTo>
                    <a:pt x="658" y="824"/>
                  </a:lnTo>
                  <a:lnTo>
                    <a:pt x="658" y="824"/>
                  </a:lnTo>
                  <a:lnTo>
                    <a:pt x="665" y="822"/>
                  </a:lnTo>
                  <a:lnTo>
                    <a:pt x="665" y="820"/>
                  </a:lnTo>
                  <a:lnTo>
                    <a:pt x="665" y="822"/>
                  </a:lnTo>
                  <a:lnTo>
                    <a:pt x="667" y="822"/>
                  </a:lnTo>
                  <a:lnTo>
                    <a:pt x="667" y="822"/>
                  </a:lnTo>
                  <a:lnTo>
                    <a:pt x="667" y="822"/>
                  </a:lnTo>
                  <a:lnTo>
                    <a:pt x="669" y="824"/>
                  </a:lnTo>
                  <a:lnTo>
                    <a:pt x="669" y="824"/>
                  </a:lnTo>
                  <a:lnTo>
                    <a:pt x="669" y="824"/>
                  </a:lnTo>
                  <a:lnTo>
                    <a:pt x="678" y="824"/>
                  </a:lnTo>
                  <a:lnTo>
                    <a:pt x="678" y="824"/>
                  </a:lnTo>
                  <a:lnTo>
                    <a:pt x="680" y="824"/>
                  </a:lnTo>
                  <a:lnTo>
                    <a:pt x="680" y="822"/>
                  </a:lnTo>
                  <a:lnTo>
                    <a:pt x="680" y="822"/>
                  </a:lnTo>
                  <a:lnTo>
                    <a:pt x="683" y="820"/>
                  </a:lnTo>
                  <a:lnTo>
                    <a:pt x="685" y="820"/>
                  </a:lnTo>
                  <a:lnTo>
                    <a:pt x="685" y="820"/>
                  </a:lnTo>
                  <a:lnTo>
                    <a:pt x="687" y="818"/>
                  </a:lnTo>
                  <a:lnTo>
                    <a:pt x="687" y="818"/>
                  </a:lnTo>
                  <a:lnTo>
                    <a:pt x="689" y="820"/>
                  </a:lnTo>
                  <a:lnTo>
                    <a:pt x="689" y="820"/>
                  </a:lnTo>
                  <a:lnTo>
                    <a:pt x="689" y="820"/>
                  </a:lnTo>
                  <a:lnTo>
                    <a:pt x="692" y="820"/>
                  </a:lnTo>
                  <a:lnTo>
                    <a:pt x="692" y="818"/>
                  </a:lnTo>
                  <a:lnTo>
                    <a:pt x="694" y="818"/>
                  </a:lnTo>
                  <a:lnTo>
                    <a:pt x="694" y="818"/>
                  </a:lnTo>
                  <a:lnTo>
                    <a:pt x="694" y="818"/>
                  </a:lnTo>
                  <a:lnTo>
                    <a:pt x="698" y="818"/>
                  </a:lnTo>
                  <a:lnTo>
                    <a:pt x="700" y="818"/>
                  </a:lnTo>
                  <a:lnTo>
                    <a:pt x="703" y="818"/>
                  </a:lnTo>
                  <a:lnTo>
                    <a:pt x="705" y="818"/>
                  </a:lnTo>
                  <a:lnTo>
                    <a:pt x="705" y="818"/>
                  </a:lnTo>
                  <a:lnTo>
                    <a:pt x="707" y="818"/>
                  </a:lnTo>
                  <a:lnTo>
                    <a:pt x="709" y="818"/>
                  </a:lnTo>
                  <a:lnTo>
                    <a:pt x="709" y="818"/>
                  </a:lnTo>
                  <a:lnTo>
                    <a:pt x="712" y="818"/>
                  </a:lnTo>
                  <a:lnTo>
                    <a:pt x="712" y="820"/>
                  </a:lnTo>
                  <a:lnTo>
                    <a:pt x="712" y="820"/>
                  </a:lnTo>
                  <a:lnTo>
                    <a:pt x="712" y="818"/>
                  </a:lnTo>
                  <a:lnTo>
                    <a:pt x="712" y="818"/>
                  </a:lnTo>
                  <a:lnTo>
                    <a:pt x="712" y="813"/>
                  </a:lnTo>
                  <a:lnTo>
                    <a:pt x="712" y="813"/>
                  </a:lnTo>
                  <a:lnTo>
                    <a:pt x="712" y="811"/>
                  </a:lnTo>
                  <a:lnTo>
                    <a:pt x="712" y="811"/>
                  </a:lnTo>
                  <a:lnTo>
                    <a:pt x="712" y="809"/>
                  </a:lnTo>
                  <a:lnTo>
                    <a:pt x="712" y="809"/>
                  </a:lnTo>
                  <a:lnTo>
                    <a:pt x="712" y="806"/>
                  </a:lnTo>
                  <a:lnTo>
                    <a:pt x="712" y="806"/>
                  </a:lnTo>
                  <a:lnTo>
                    <a:pt x="712" y="806"/>
                  </a:lnTo>
                  <a:lnTo>
                    <a:pt x="712" y="806"/>
                  </a:lnTo>
                  <a:lnTo>
                    <a:pt x="712" y="804"/>
                  </a:lnTo>
                  <a:lnTo>
                    <a:pt x="712" y="802"/>
                  </a:lnTo>
                  <a:lnTo>
                    <a:pt x="712" y="800"/>
                  </a:lnTo>
                  <a:lnTo>
                    <a:pt x="712" y="800"/>
                  </a:lnTo>
                  <a:lnTo>
                    <a:pt x="712" y="800"/>
                  </a:lnTo>
                  <a:lnTo>
                    <a:pt x="712" y="800"/>
                  </a:lnTo>
                  <a:lnTo>
                    <a:pt x="712" y="798"/>
                  </a:lnTo>
                  <a:lnTo>
                    <a:pt x="714" y="800"/>
                  </a:lnTo>
                  <a:lnTo>
                    <a:pt x="714" y="800"/>
                  </a:lnTo>
                  <a:lnTo>
                    <a:pt x="714" y="800"/>
                  </a:lnTo>
                  <a:lnTo>
                    <a:pt x="714" y="800"/>
                  </a:lnTo>
                  <a:lnTo>
                    <a:pt x="716" y="800"/>
                  </a:lnTo>
                  <a:lnTo>
                    <a:pt x="716" y="800"/>
                  </a:lnTo>
                  <a:lnTo>
                    <a:pt x="718" y="800"/>
                  </a:lnTo>
                  <a:lnTo>
                    <a:pt x="720" y="800"/>
                  </a:lnTo>
                  <a:lnTo>
                    <a:pt x="720" y="800"/>
                  </a:lnTo>
                  <a:lnTo>
                    <a:pt x="720" y="798"/>
                  </a:lnTo>
                  <a:lnTo>
                    <a:pt x="723" y="798"/>
                  </a:lnTo>
                  <a:lnTo>
                    <a:pt x="723" y="795"/>
                  </a:lnTo>
                  <a:lnTo>
                    <a:pt x="725" y="793"/>
                  </a:lnTo>
                  <a:lnTo>
                    <a:pt x="725" y="793"/>
                  </a:lnTo>
                  <a:lnTo>
                    <a:pt x="725" y="793"/>
                  </a:lnTo>
                  <a:lnTo>
                    <a:pt x="725" y="793"/>
                  </a:lnTo>
                  <a:lnTo>
                    <a:pt x="725" y="791"/>
                  </a:lnTo>
                  <a:lnTo>
                    <a:pt x="727" y="789"/>
                  </a:lnTo>
                  <a:lnTo>
                    <a:pt x="727" y="789"/>
                  </a:lnTo>
                  <a:lnTo>
                    <a:pt x="727" y="789"/>
                  </a:lnTo>
                  <a:lnTo>
                    <a:pt x="727" y="786"/>
                  </a:lnTo>
                  <a:lnTo>
                    <a:pt x="727" y="786"/>
                  </a:lnTo>
                  <a:lnTo>
                    <a:pt x="725" y="786"/>
                  </a:lnTo>
                  <a:lnTo>
                    <a:pt x="725" y="784"/>
                  </a:lnTo>
                  <a:lnTo>
                    <a:pt x="723" y="784"/>
                  </a:lnTo>
                  <a:lnTo>
                    <a:pt x="723" y="784"/>
                  </a:lnTo>
                  <a:lnTo>
                    <a:pt x="723" y="782"/>
                  </a:lnTo>
                  <a:lnTo>
                    <a:pt x="723" y="782"/>
                  </a:lnTo>
                  <a:lnTo>
                    <a:pt x="723" y="782"/>
                  </a:lnTo>
                  <a:lnTo>
                    <a:pt x="723" y="780"/>
                  </a:lnTo>
                  <a:lnTo>
                    <a:pt x="723" y="780"/>
                  </a:lnTo>
                  <a:lnTo>
                    <a:pt x="723" y="780"/>
                  </a:lnTo>
                  <a:lnTo>
                    <a:pt x="725" y="775"/>
                  </a:lnTo>
                  <a:lnTo>
                    <a:pt x="725" y="775"/>
                  </a:lnTo>
                  <a:lnTo>
                    <a:pt x="727" y="773"/>
                  </a:lnTo>
                  <a:lnTo>
                    <a:pt x="727" y="773"/>
                  </a:lnTo>
                  <a:lnTo>
                    <a:pt x="729" y="771"/>
                  </a:lnTo>
                  <a:lnTo>
                    <a:pt x="729" y="771"/>
                  </a:lnTo>
                  <a:lnTo>
                    <a:pt x="729" y="771"/>
                  </a:lnTo>
                  <a:lnTo>
                    <a:pt x="734" y="771"/>
                  </a:lnTo>
                  <a:lnTo>
                    <a:pt x="736" y="769"/>
                  </a:lnTo>
                  <a:lnTo>
                    <a:pt x="740" y="769"/>
                  </a:lnTo>
                  <a:lnTo>
                    <a:pt x="740" y="769"/>
                  </a:lnTo>
                  <a:lnTo>
                    <a:pt x="740" y="769"/>
                  </a:lnTo>
                  <a:lnTo>
                    <a:pt x="740" y="767"/>
                  </a:lnTo>
                  <a:lnTo>
                    <a:pt x="740" y="764"/>
                  </a:lnTo>
                  <a:lnTo>
                    <a:pt x="740" y="764"/>
                  </a:lnTo>
                  <a:lnTo>
                    <a:pt x="740" y="764"/>
                  </a:lnTo>
                  <a:lnTo>
                    <a:pt x="740" y="762"/>
                  </a:lnTo>
                  <a:lnTo>
                    <a:pt x="740" y="762"/>
                  </a:lnTo>
                  <a:lnTo>
                    <a:pt x="743" y="762"/>
                  </a:lnTo>
                  <a:lnTo>
                    <a:pt x="743" y="762"/>
                  </a:lnTo>
                  <a:lnTo>
                    <a:pt x="745" y="762"/>
                  </a:lnTo>
                  <a:lnTo>
                    <a:pt x="747" y="760"/>
                  </a:lnTo>
                  <a:lnTo>
                    <a:pt x="749" y="760"/>
                  </a:lnTo>
                  <a:lnTo>
                    <a:pt x="749" y="760"/>
                  </a:lnTo>
                  <a:lnTo>
                    <a:pt x="751" y="760"/>
                  </a:lnTo>
                  <a:lnTo>
                    <a:pt x="751" y="760"/>
                  </a:lnTo>
                  <a:lnTo>
                    <a:pt x="751" y="760"/>
                  </a:lnTo>
                  <a:lnTo>
                    <a:pt x="751" y="758"/>
                  </a:lnTo>
                  <a:lnTo>
                    <a:pt x="751" y="755"/>
                  </a:lnTo>
                  <a:lnTo>
                    <a:pt x="751" y="755"/>
                  </a:lnTo>
                  <a:lnTo>
                    <a:pt x="751" y="753"/>
                  </a:lnTo>
                  <a:lnTo>
                    <a:pt x="751" y="753"/>
                  </a:lnTo>
                  <a:lnTo>
                    <a:pt x="754" y="751"/>
                  </a:lnTo>
                  <a:lnTo>
                    <a:pt x="756" y="749"/>
                  </a:lnTo>
                  <a:lnTo>
                    <a:pt x="802" y="749"/>
                  </a:lnTo>
                  <a:lnTo>
                    <a:pt x="807" y="749"/>
                  </a:lnTo>
                  <a:lnTo>
                    <a:pt x="807" y="749"/>
                  </a:lnTo>
                  <a:lnTo>
                    <a:pt x="809" y="751"/>
                  </a:lnTo>
                  <a:lnTo>
                    <a:pt x="813" y="751"/>
                  </a:lnTo>
                  <a:lnTo>
                    <a:pt x="813" y="751"/>
                  </a:lnTo>
                  <a:lnTo>
                    <a:pt x="813" y="753"/>
                  </a:lnTo>
                  <a:lnTo>
                    <a:pt x="816" y="753"/>
                  </a:lnTo>
                  <a:lnTo>
                    <a:pt x="818" y="758"/>
                  </a:lnTo>
                  <a:lnTo>
                    <a:pt x="818" y="758"/>
                  </a:lnTo>
                  <a:lnTo>
                    <a:pt x="820" y="758"/>
                  </a:lnTo>
                  <a:lnTo>
                    <a:pt x="820" y="760"/>
                  </a:lnTo>
                  <a:lnTo>
                    <a:pt x="820" y="760"/>
                  </a:lnTo>
                  <a:lnTo>
                    <a:pt x="822" y="764"/>
                  </a:lnTo>
                  <a:lnTo>
                    <a:pt x="822" y="764"/>
                  </a:lnTo>
                  <a:lnTo>
                    <a:pt x="822" y="767"/>
                  </a:lnTo>
                  <a:lnTo>
                    <a:pt x="825" y="767"/>
                  </a:lnTo>
                  <a:lnTo>
                    <a:pt x="827" y="769"/>
                  </a:lnTo>
                  <a:lnTo>
                    <a:pt x="827" y="769"/>
                  </a:lnTo>
                  <a:lnTo>
                    <a:pt x="827" y="771"/>
                  </a:lnTo>
                  <a:lnTo>
                    <a:pt x="827" y="771"/>
                  </a:lnTo>
                  <a:lnTo>
                    <a:pt x="829" y="773"/>
                  </a:lnTo>
                  <a:lnTo>
                    <a:pt x="829" y="775"/>
                  </a:lnTo>
                  <a:lnTo>
                    <a:pt x="829" y="775"/>
                  </a:lnTo>
                  <a:lnTo>
                    <a:pt x="829" y="775"/>
                  </a:lnTo>
                  <a:lnTo>
                    <a:pt x="829" y="775"/>
                  </a:lnTo>
                  <a:lnTo>
                    <a:pt x="831" y="775"/>
                  </a:lnTo>
                  <a:lnTo>
                    <a:pt x="831" y="775"/>
                  </a:lnTo>
                  <a:lnTo>
                    <a:pt x="831" y="775"/>
                  </a:lnTo>
                  <a:lnTo>
                    <a:pt x="831" y="773"/>
                  </a:lnTo>
                  <a:lnTo>
                    <a:pt x="833" y="773"/>
                  </a:lnTo>
                  <a:lnTo>
                    <a:pt x="836" y="773"/>
                  </a:lnTo>
                  <a:lnTo>
                    <a:pt x="838" y="775"/>
                  </a:lnTo>
                  <a:lnTo>
                    <a:pt x="838" y="775"/>
                  </a:lnTo>
                  <a:lnTo>
                    <a:pt x="840" y="775"/>
                  </a:lnTo>
                  <a:lnTo>
                    <a:pt x="840" y="775"/>
                  </a:lnTo>
                  <a:lnTo>
                    <a:pt x="840" y="778"/>
                  </a:lnTo>
                  <a:lnTo>
                    <a:pt x="842" y="778"/>
                  </a:lnTo>
                  <a:lnTo>
                    <a:pt x="842" y="778"/>
                  </a:lnTo>
                  <a:lnTo>
                    <a:pt x="842" y="780"/>
                  </a:lnTo>
                  <a:lnTo>
                    <a:pt x="842" y="780"/>
                  </a:lnTo>
                  <a:lnTo>
                    <a:pt x="842" y="782"/>
                  </a:lnTo>
                  <a:lnTo>
                    <a:pt x="842" y="782"/>
                  </a:lnTo>
                  <a:lnTo>
                    <a:pt x="844" y="784"/>
                  </a:lnTo>
                  <a:lnTo>
                    <a:pt x="844" y="789"/>
                  </a:lnTo>
                  <a:lnTo>
                    <a:pt x="844" y="789"/>
                  </a:lnTo>
                  <a:lnTo>
                    <a:pt x="844" y="791"/>
                  </a:lnTo>
                  <a:lnTo>
                    <a:pt x="847" y="791"/>
                  </a:lnTo>
                  <a:lnTo>
                    <a:pt x="847" y="791"/>
                  </a:lnTo>
                  <a:lnTo>
                    <a:pt x="847" y="791"/>
                  </a:lnTo>
                  <a:lnTo>
                    <a:pt x="849" y="791"/>
                  </a:lnTo>
                  <a:lnTo>
                    <a:pt x="849" y="791"/>
                  </a:lnTo>
                  <a:lnTo>
                    <a:pt x="851" y="791"/>
                  </a:lnTo>
                  <a:lnTo>
                    <a:pt x="853" y="791"/>
                  </a:lnTo>
                  <a:lnTo>
                    <a:pt x="853" y="791"/>
                  </a:lnTo>
                  <a:lnTo>
                    <a:pt x="856" y="793"/>
                  </a:lnTo>
                  <a:lnTo>
                    <a:pt x="856" y="793"/>
                  </a:lnTo>
                  <a:lnTo>
                    <a:pt x="856" y="795"/>
                  </a:lnTo>
                  <a:lnTo>
                    <a:pt x="856" y="795"/>
                  </a:lnTo>
                  <a:lnTo>
                    <a:pt x="856" y="795"/>
                  </a:lnTo>
                  <a:lnTo>
                    <a:pt x="858" y="798"/>
                  </a:lnTo>
                  <a:lnTo>
                    <a:pt x="858" y="800"/>
                  </a:lnTo>
                  <a:lnTo>
                    <a:pt x="858" y="804"/>
                  </a:lnTo>
                  <a:lnTo>
                    <a:pt x="858" y="804"/>
                  </a:lnTo>
                  <a:lnTo>
                    <a:pt x="858" y="804"/>
                  </a:lnTo>
                  <a:lnTo>
                    <a:pt x="860" y="806"/>
                  </a:lnTo>
                  <a:lnTo>
                    <a:pt x="860" y="806"/>
                  </a:lnTo>
                  <a:lnTo>
                    <a:pt x="860" y="806"/>
                  </a:lnTo>
                  <a:lnTo>
                    <a:pt x="862" y="806"/>
                  </a:lnTo>
                  <a:lnTo>
                    <a:pt x="862" y="806"/>
                  </a:lnTo>
                  <a:lnTo>
                    <a:pt x="867" y="806"/>
                  </a:lnTo>
                  <a:lnTo>
                    <a:pt x="867" y="809"/>
                  </a:lnTo>
                  <a:lnTo>
                    <a:pt x="869" y="809"/>
                  </a:lnTo>
                  <a:lnTo>
                    <a:pt x="869" y="809"/>
                  </a:lnTo>
                  <a:lnTo>
                    <a:pt x="869" y="809"/>
                  </a:lnTo>
                  <a:lnTo>
                    <a:pt x="869" y="811"/>
                  </a:lnTo>
                  <a:lnTo>
                    <a:pt x="871" y="811"/>
                  </a:lnTo>
                  <a:lnTo>
                    <a:pt x="873" y="813"/>
                  </a:lnTo>
                  <a:lnTo>
                    <a:pt x="873" y="813"/>
                  </a:lnTo>
                  <a:lnTo>
                    <a:pt x="875" y="813"/>
                  </a:lnTo>
                  <a:lnTo>
                    <a:pt x="875" y="813"/>
                  </a:lnTo>
                  <a:lnTo>
                    <a:pt x="875" y="811"/>
                  </a:lnTo>
                  <a:lnTo>
                    <a:pt x="878" y="811"/>
                  </a:lnTo>
                  <a:lnTo>
                    <a:pt x="878" y="811"/>
                  </a:lnTo>
                  <a:lnTo>
                    <a:pt x="878" y="811"/>
                  </a:lnTo>
                  <a:lnTo>
                    <a:pt x="878" y="809"/>
                  </a:lnTo>
                  <a:lnTo>
                    <a:pt x="878" y="809"/>
                  </a:lnTo>
                  <a:lnTo>
                    <a:pt x="878" y="806"/>
                  </a:lnTo>
                  <a:lnTo>
                    <a:pt x="878" y="804"/>
                  </a:lnTo>
                  <a:lnTo>
                    <a:pt x="880" y="804"/>
                  </a:lnTo>
                  <a:lnTo>
                    <a:pt x="880" y="804"/>
                  </a:lnTo>
                  <a:lnTo>
                    <a:pt x="880" y="804"/>
                  </a:lnTo>
                  <a:lnTo>
                    <a:pt x="880" y="802"/>
                  </a:lnTo>
                  <a:lnTo>
                    <a:pt x="882" y="802"/>
                  </a:lnTo>
                  <a:lnTo>
                    <a:pt x="884" y="802"/>
                  </a:lnTo>
                  <a:lnTo>
                    <a:pt x="884" y="802"/>
                  </a:lnTo>
                  <a:lnTo>
                    <a:pt x="884" y="802"/>
                  </a:lnTo>
                  <a:lnTo>
                    <a:pt x="887" y="802"/>
                  </a:lnTo>
                  <a:lnTo>
                    <a:pt x="887" y="800"/>
                  </a:lnTo>
                  <a:lnTo>
                    <a:pt x="887" y="800"/>
                  </a:lnTo>
                  <a:lnTo>
                    <a:pt x="889" y="800"/>
                  </a:lnTo>
                  <a:lnTo>
                    <a:pt x="889" y="800"/>
                  </a:lnTo>
                  <a:lnTo>
                    <a:pt x="891" y="800"/>
                  </a:lnTo>
                  <a:lnTo>
                    <a:pt x="895" y="800"/>
                  </a:lnTo>
                  <a:lnTo>
                    <a:pt x="895" y="800"/>
                  </a:lnTo>
                  <a:lnTo>
                    <a:pt x="898" y="802"/>
                  </a:lnTo>
                  <a:lnTo>
                    <a:pt x="898" y="802"/>
                  </a:lnTo>
                  <a:lnTo>
                    <a:pt x="895" y="804"/>
                  </a:lnTo>
                  <a:lnTo>
                    <a:pt x="1121" y="804"/>
                  </a:lnTo>
                  <a:lnTo>
                    <a:pt x="1126" y="802"/>
                  </a:lnTo>
                  <a:lnTo>
                    <a:pt x="1126" y="800"/>
                  </a:lnTo>
                  <a:lnTo>
                    <a:pt x="1128" y="800"/>
                  </a:lnTo>
                  <a:lnTo>
                    <a:pt x="1128" y="793"/>
                  </a:lnTo>
                  <a:lnTo>
                    <a:pt x="1128" y="793"/>
                  </a:lnTo>
                  <a:lnTo>
                    <a:pt x="1130" y="789"/>
                  </a:lnTo>
                  <a:lnTo>
                    <a:pt x="1130" y="789"/>
                  </a:lnTo>
                  <a:lnTo>
                    <a:pt x="1130" y="789"/>
                  </a:lnTo>
                  <a:lnTo>
                    <a:pt x="1130" y="786"/>
                  </a:lnTo>
                  <a:lnTo>
                    <a:pt x="1130" y="786"/>
                  </a:lnTo>
                  <a:lnTo>
                    <a:pt x="1130" y="784"/>
                  </a:lnTo>
                  <a:lnTo>
                    <a:pt x="1130" y="780"/>
                  </a:lnTo>
                  <a:lnTo>
                    <a:pt x="1130" y="780"/>
                  </a:lnTo>
                  <a:lnTo>
                    <a:pt x="1130" y="778"/>
                  </a:lnTo>
                  <a:lnTo>
                    <a:pt x="1130" y="778"/>
                  </a:lnTo>
                  <a:lnTo>
                    <a:pt x="1133" y="775"/>
                  </a:lnTo>
                  <a:lnTo>
                    <a:pt x="1133" y="775"/>
                  </a:lnTo>
                  <a:lnTo>
                    <a:pt x="1133" y="775"/>
                  </a:lnTo>
                  <a:lnTo>
                    <a:pt x="1133" y="773"/>
                  </a:lnTo>
                  <a:lnTo>
                    <a:pt x="1135" y="771"/>
                  </a:lnTo>
                  <a:lnTo>
                    <a:pt x="1135" y="771"/>
                  </a:lnTo>
                  <a:lnTo>
                    <a:pt x="1135" y="769"/>
                  </a:lnTo>
                  <a:lnTo>
                    <a:pt x="1137" y="767"/>
                  </a:lnTo>
                  <a:lnTo>
                    <a:pt x="1137" y="767"/>
                  </a:lnTo>
                  <a:lnTo>
                    <a:pt x="1137" y="767"/>
                  </a:lnTo>
                  <a:lnTo>
                    <a:pt x="1137" y="764"/>
                  </a:lnTo>
                  <a:lnTo>
                    <a:pt x="1137" y="764"/>
                  </a:lnTo>
                  <a:lnTo>
                    <a:pt x="1137" y="764"/>
                  </a:lnTo>
                  <a:lnTo>
                    <a:pt x="1139" y="758"/>
                  </a:lnTo>
                  <a:lnTo>
                    <a:pt x="1139" y="755"/>
                  </a:lnTo>
                  <a:lnTo>
                    <a:pt x="1139" y="755"/>
                  </a:lnTo>
                  <a:lnTo>
                    <a:pt x="1139" y="753"/>
                  </a:lnTo>
                  <a:lnTo>
                    <a:pt x="1137" y="749"/>
                  </a:lnTo>
                  <a:lnTo>
                    <a:pt x="1137" y="744"/>
                  </a:lnTo>
                  <a:lnTo>
                    <a:pt x="1135" y="742"/>
                  </a:lnTo>
                  <a:lnTo>
                    <a:pt x="1135" y="740"/>
                  </a:lnTo>
                  <a:lnTo>
                    <a:pt x="1135" y="740"/>
                  </a:lnTo>
                  <a:lnTo>
                    <a:pt x="1135" y="738"/>
                  </a:lnTo>
                  <a:lnTo>
                    <a:pt x="1135" y="736"/>
                  </a:lnTo>
                  <a:lnTo>
                    <a:pt x="1135" y="736"/>
                  </a:lnTo>
                  <a:lnTo>
                    <a:pt x="1135" y="736"/>
                  </a:lnTo>
                  <a:lnTo>
                    <a:pt x="1135" y="733"/>
                  </a:lnTo>
                  <a:lnTo>
                    <a:pt x="1135" y="733"/>
                  </a:lnTo>
                  <a:lnTo>
                    <a:pt x="1135" y="731"/>
                  </a:lnTo>
                  <a:lnTo>
                    <a:pt x="1137" y="731"/>
                  </a:lnTo>
                  <a:lnTo>
                    <a:pt x="1139" y="729"/>
                  </a:lnTo>
                  <a:lnTo>
                    <a:pt x="1139" y="729"/>
                  </a:lnTo>
                  <a:lnTo>
                    <a:pt x="1141" y="724"/>
                  </a:lnTo>
                  <a:lnTo>
                    <a:pt x="1141" y="724"/>
                  </a:lnTo>
                  <a:lnTo>
                    <a:pt x="1144" y="722"/>
                  </a:lnTo>
                  <a:lnTo>
                    <a:pt x="1146" y="720"/>
                  </a:lnTo>
                  <a:lnTo>
                    <a:pt x="1146" y="720"/>
                  </a:lnTo>
                  <a:lnTo>
                    <a:pt x="1146" y="718"/>
                  </a:lnTo>
                  <a:lnTo>
                    <a:pt x="1146" y="718"/>
                  </a:lnTo>
                  <a:lnTo>
                    <a:pt x="1146" y="716"/>
                  </a:lnTo>
                  <a:lnTo>
                    <a:pt x="1146" y="716"/>
                  </a:lnTo>
                  <a:lnTo>
                    <a:pt x="1146" y="716"/>
                  </a:lnTo>
                  <a:lnTo>
                    <a:pt x="1146" y="713"/>
                  </a:lnTo>
                  <a:lnTo>
                    <a:pt x="1146" y="711"/>
                  </a:lnTo>
                  <a:lnTo>
                    <a:pt x="1146" y="711"/>
                  </a:lnTo>
                  <a:lnTo>
                    <a:pt x="1146" y="711"/>
                  </a:lnTo>
                  <a:lnTo>
                    <a:pt x="1146" y="709"/>
                  </a:lnTo>
                  <a:lnTo>
                    <a:pt x="1146" y="709"/>
                  </a:lnTo>
                  <a:lnTo>
                    <a:pt x="1146" y="707"/>
                  </a:lnTo>
                  <a:lnTo>
                    <a:pt x="1146" y="707"/>
                  </a:lnTo>
                  <a:lnTo>
                    <a:pt x="1146" y="707"/>
                  </a:lnTo>
                  <a:lnTo>
                    <a:pt x="1146" y="704"/>
                  </a:lnTo>
                  <a:lnTo>
                    <a:pt x="1148" y="704"/>
                  </a:lnTo>
                  <a:lnTo>
                    <a:pt x="1148" y="702"/>
                  </a:lnTo>
                  <a:lnTo>
                    <a:pt x="1150" y="700"/>
                  </a:lnTo>
                  <a:lnTo>
                    <a:pt x="1152" y="700"/>
                  </a:lnTo>
                  <a:lnTo>
                    <a:pt x="1150" y="698"/>
                  </a:lnTo>
                  <a:lnTo>
                    <a:pt x="1148" y="696"/>
                  </a:lnTo>
                  <a:lnTo>
                    <a:pt x="1148" y="696"/>
                  </a:lnTo>
                  <a:lnTo>
                    <a:pt x="1148" y="696"/>
                  </a:lnTo>
                  <a:lnTo>
                    <a:pt x="1148" y="693"/>
                  </a:lnTo>
                  <a:lnTo>
                    <a:pt x="1148" y="693"/>
                  </a:lnTo>
                  <a:lnTo>
                    <a:pt x="1148" y="691"/>
                  </a:lnTo>
                  <a:lnTo>
                    <a:pt x="1148" y="687"/>
                  </a:lnTo>
                  <a:lnTo>
                    <a:pt x="1148" y="687"/>
                  </a:lnTo>
                  <a:lnTo>
                    <a:pt x="1146" y="682"/>
                  </a:lnTo>
                  <a:lnTo>
                    <a:pt x="1144" y="682"/>
                  </a:lnTo>
                  <a:lnTo>
                    <a:pt x="1141" y="680"/>
                  </a:lnTo>
                  <a:lnTo>
                    <a:pt x="1139" y="676"/>
                  </a:lnTo>
                  <a:lnTo>
                    <a:pt x="1137" y="673"/>
                  </a:lnTo>
                  <a:lnTo>
                    <a:pt x="1135" y="673"/>
                  </a:lnTo>
                  <a:lnTo>
                    <a:pt x="1133" y="671"/>
                  </a:lnTo>
                  <a:lnTo>
                    <a:pt x="1133" y="669"/>
                  </a:lnTo>
                  <a:lnTo>
                    <a:pt x="1130" y="669"/>
                  </a:lnTo>
                  <a:lnTo>
                    <a:pt x="1130" y="667"/>
                  </a:lnTo>
                  <a:lnTo>
                    <a:pt x="1128" y="658"/>
                  </a:lnTo>
                  <a:lnTo>
                    <a:pt x="1128" y="658"/>
                  </a:lnTo>
                  <a:lnTo>
                    <a:pt x="1126" y="656"/>
                  </a:lnTo>
                  <a:lnTo>
                    <a:pt x="1128" y="654"/>
                  </a:lnTo>
                  <a:lnTo>
                    <a:pt x="1128" y="654"/>
                  </a:lnTo>
                  <a:lnTo>
                    <a:pt x="1128" y="651"/>
                  </a:lnTo>
                  <a:lnTo>
                    <a:pt x="1130" y="649"/>
                  </a:lnTo>
                  <a:lnTo>
                    <a:pt x="1130" y="647"/>
                  </a:lnTo>
                  <a:lnTo>
                    <a:pt x="1137" y="642"/>
                  </a:lnTo>
                  <a:lnTo>
                    <a:pt x="1137" y="642"/>
                  </a:lnTo>
                  <a:lnTo>
                    <a:pt x="1139" y="638"/>
                  </a:lnTo>
                  <a:lnTo>
                    <a:pt x="1252" y="394"/>
                  </a:lnTo>
                  <a:lnTo>
                    <a:pt x="1281" y="337"/>
                  </a:lnTo>
                  <a:lnTo>
                    <a:pt x="1281" y="334"/>
                  </a:lnTo>
                  <a:lnTo>
                    <a:pt x="1281" y="334"/>
                  </a:lnTo>
                  <a:lnTo>
                    <a:pt x="1279" y="332"/>
                  </a:lnTo>
                  <a:lnTo>
                    <a:pt x="1279" y="332"/>
                  </a:lnTo>
                  <a:lnTo>
                    <a:pt x="1279" y="332"/>
                  </a:lnTo>
                  <a:lnTo>
                    <a:pt x="1279" y="330"/>
                  </a:lnTo>
                  <a:lnTo>
                    <a:pt x="1279" y="330"/>
                  </a:lnTo>
                  <a:lnTo>
                    <a:pt x="1279" y="330"/>
                  </a:lnTo>
                  <a:lnTo>
                    <a:pt x="1281" y="330"/>
                  </a:lnTo>
                  <a:lnTo>
                    <a:pt x="1281" y="330"/>
                  </a:lnTo>
                  <a:lnTo>
                    <a:pt x="1283" y="328"/>
                  </a:lnTo>
                  <a:lnTo>
                    <a:pt x="1285" y="328"/>
                  </a:lnTo>
                  <a:lnTo>
                    <a:pt x="1285" y="326"/>
                  </a:lnTo>
                  <a:lnTo>
                    <a:pt x="1285" y="326"/>
                  </a:lnTo>
                  <a:lnTo>
                    <a:pt x="1285" y="326"/>
                  </a:lnTo>
                  <a:lnTo>
                    <a:pt x="1281" y="328"/>
                  </a:lnTo>
                  <a:close/>
                </a:path>
              </a:pathLst>
            </a:custGeom>
            <a:solidFill>
              <a:srgbClr val="D6D9ED"/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9">
              <a:extLst>
                <a:ext uri="{FF2B5EF4-FFF2-40B4-BE49-F238E27FC236}">
                  <a16:creationId xmlns:a16="http://schemas.microsoft.com/office/drawing/2014/main" id="{58874AE6-F297-4218-AACD-9AFD3FFAC5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40" y="615"/>
              <a:ext cx="361" cy="414"/>
            </a:xfrm>
            <a:custGeom>
              <a:avLst/>
              <a:gdLst>
                <a:gd name="T0" fmla="*/ 317 w 361"/>
                <a:gd name="T1" fmla="*/ 166 h 414"/>
                <a:gd name="T2" fmla="*/ 344 w 361"/>
                <a:gd name="T3" fmla="*/ 270 h 414"/>
                <a:gd name="T4" fmla="*/ 315 w 361"/>
                <a:gd name="T5" fmla="*/ 175 h 414"/>
                <a:gd name="T6" fmla="*/ 326 w 361"/>
                <a:gd name="T7" fmla="*/ 177 h 414"/>
                <a:gd name="T8" fmla="*/ 348 w 361"/>
                <a:gd name="T9" fmla="*/ 257 h 414"/>
                <a:gd name="T10" fmla="*/ 348 w 361"/>
                <a:gd name="T11" fmla="*/ 235 h 414"/>
                <a:gd name="T12" fmla="*/ 352 w 361"/>
                <a:gd name="T13" fmla="*/ 197 h 414"/>
                <a:gd name="T14" fmla="*/ 315 w 361"/>
                <a:gd name="T15" fmla="*/ 188 h 414"/>
                <a:gd name="T16" fmla="*/ 297 w 361"/>
                <a:gd name="T17" fmla="*/ 175 h 414"/>
                <a:gd name="T18" fmla="*/ 297 w 361"/>
                <a:gd name="T19" fmla="*/ 168 h 414"/>
                <a:gd name="T20" fmla="*/ 297 w 361"/>
                <a:gd name="T21" fmla="*/ 146 h 414"/>
                <a:gd name="T22" fmla="*/ 290 w 361"/>
                <a:gd name="T23" fmla="*/ 129 h 414"/>
                <a:gd name="T24" fmla="*/ 282 w 361"/>
                <a:gd name="T25" fmla="*/ 109 h 414"/>
                <a:gd name="T26" fmla="*/ 273 w 361"/>
                <a:gd name="T27" fmla="*/ 40 h 414"/>
                <a:gd name="T28" fmla="*/ 239 w 361"/>
                <a:gd name="T29" fmla="*/ 2 h 414"/>
                <a:gd name="T30" fmla="*/ 235 w 361"/>
                <a:gd name="T31" fmla="*/ 22 h 414"/>
                <a:gd name="T32" fmla="*/ 208 w 361"/>
                <a:gd name="T33" fmla="*/ 53 h 414"/>
                <a:gd name="T34" fmla="*/ 186 w 361"/>
                <a:gd name="T35" fmla="*/ 89 h 414"/>
                <a:gd name="T36" fmla="*/ 166 w 361"/>
                <a:gd name="T37" fmla="*/ 129 h 414"/>
                <a:gd name="T38" fmla="*/ 153 w 361"/>
                <a:gd name="T39" fmla="*/ 153 h 414"/>
                <a:gd name="T40" fmla="*/ 124 w 361"/>
                <a:gd name="T41" fmla="*/ 164 h 414"/>
                <a:gd name="T42" fmla="*/ 98 w 361"/>
                <a:gd name="T43" fmla="*/ 160 h 414"/>
                <a:gd name="T44" fmla="*/ 73 w 361"/>
                <a:gd name="T45" fmla="*/ 153 h 414"/>
                <a:gd name="T46" fmla="*/ 58 w 361"/>
                <a:gd name="T47" fmla="*/ 166 h 414"/>
                <a:gd name="T48" fmla="*/ 40 w 361"/>
                <a:gd name="T49" fmla="*/ 168 h 414"/>
                <a:gd name="T50" fmla="*/ 20 w 361"/>
                <a:gd name="T51" fmla="*/ 157 h 414"/>
                <a:gd name="T52" fmla="*/ 9 w 361"/>
                <a:gd name="T53" fmla="*/ 148 h 414"/>
                <a:gd name="T54" fmla="*/ 5 w 361"/>
                <a:gd name="T55" fmla="*/ 162 h 414"/>
                <a:gd name="T56" fmla="*/ 5 w 361"/>
                <a:gd name="T57" fmla="*/ 173 h 414"/>
                <a:gd name="T58" fmla="*/ 2 w 361"/>
                <a:gd name="T59" fmla="*/ 186 h 414"/>
                <a:gd name="T60" fmla="*/ 13 w 361"/>
                <a:gd name="T61" fmla="*/ 195 h 414"/>
                <a:gd name="T62" fmla="*/ 27 w 361"/>
                <a:gd name="T63" fmla="*/ 197 h 414"/>
                <a:gd name="T64" fmla="*/ 36 w 361"/>
                <a:gd name="T65" fmla="*/ 197 h 414"/>
                <a:gd name="T66" fmla="*/ 44 w 361"/>
                <a:gd name="T67" fmla="*/ 204 h 414"/>
                <a:gd name="T68" fmla="*/ 51 w 361"/>
                <a:gd name="T69" fmla="*/ 208 h 414"/>
                <a:gd name="T70" fmla="*/ 58 w 361"/>
                <a:gd name="T71" fmla="*/ 215 h 414"/>
                <a:gd name="T72" fmla="*/ 64 w 361"/>
                <a:gd name="T73" fmla="*/ 219 h 414"/>
                <a:gd name="T74" fmla="*/ 71 w 361"/>
                <a:gd name="T75" fmla="*/ 224 h 414"/>
                <a:gd name="T76" fmla="*/ 78 w 361"/>
                <a:gd name="T77" fmla="*/ 222 h 414"/>
                <a:gd name="T78" fmla="*/ 82 w 361"/>
                <a:gd name="T79" fmla="*/ 222 h 414"/>
                <a:gd name="T80" fmla="*/ 87 w 361"/>
                <a:gd name="T81" fmla="*/ 226 h 414"/>
                <a:gd name="T82" fmla="*/ 91 w 361"/>
                <a:gd name="T83" fmla="*/ 228 h 414"/>
                <a:gd name="T84" fmla="*/ 100 w 361"/>
                <a:gd name="T85" fmla="*/ 233 h 414"/>
                <a:gd name="T86" fmla="*/ 98 w 361"/>
                <a:gd name="T87" fmla="*/ 239 h 414"/>
                <a:gd name="T88" fmla="*/ 102 w 361"/>
                <a:gd name="T89" fmla="*/ 257 h 414"/>
                <a:gd name="T90" fmla="*/ 124 w 361"/>
                <a:gd name="T91" fmla="*/ 275 h 414"/>
                <a:gd name="T92" fmla="*/ 129 w 361"/>
                <a:gd name="T93" fmla="*/ 306 h 414"/>
                <a:gd name="T94" fmla="*/ 140 w 361"/>
                <a:gd name="T95" fmla="*/ 339 h 414"/>
                <a:gd name="T96" fmla="*/ 157 w 361"/>
                <a:gd name="T97" fmla="*/ 350 h 414"/>
                <a:gd name="T98" fmla="*/ 164 w 361"/>
                <a:gd name="T99" fmla="*/ 370 h 414"/>
                <a:gd name="T100" fmla="*/ 169 w 361"/>
                <a:gd name="T101" fmla="*/ 386 h 414"/>
                <a:gd name="T102" fmla="*/ 175 w 361"/>
                <a:gd name="T103" fmla="*/ 388 h 414"/>
                <a:gd name="T104" fmla="*/ 180 w 361"/>
                <a:gd name="T105" fmla="*/ 401 h 414"/>
                <a:gd name="T106" fmla="*/ 200 w 361"/>
                <a:gd name="T107" fmla="*/ 410 h 414"/>
                <a:gd name="T108" fmla="*/ 206 w 361"/>
                <a:gd name="T109" fmla="*/ 410 h 414"/>
                <a:gd name="T110" fmla="*/ 213 w 361"/>
                <a:gd name="T111" fmla="*/ 410 h 414"/>
                <a:gd name="T112" fmla="*/ 233 w 361"/>
                <a:gd name="T113" fmla="*/ 375 h 414"/>
                <a:gd name="T114" fmla="*/ 237 w 361"/>
                <a:gd name="T115" fmla="*/ 363 h 414"/>
                <a:gd name="T116" fmla="*/ 262 w 361"/>
                <a:gd name="T117" fmla="*/ 335 h 414"/>
                <a:gd name="T118" fmla="*/ 273 w 361"/>
                <a:gd name="T119" fmla="*/ 328 h 414"/>
                <a:gd name="T120" fmla="*/ 328 w 361"/>
                <a:gd name="T121" fmla="*/ 270 h 414"/>
                <a:gd name="T122" fmla="*/ 361 w 361"/>
                <a:gd name="T123" fmla="*/ 239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61" h="414">
                  <a:moveTo>
                    <a:pt x="313" y="168"/>
                  </a:moveTo>
                  <a:lnTo>
                    <a:pt x="313" y="168"/>
                  </a:lnTo>
                  <a:lnTo>
                    <a:pt x="315" y="168"/>
                  </a:lnTo>
                  <a:lnTo>
                    <a:pt x="315" y="171"/>
                  </a:lnTo>
                  <a:lnTo>
                    <a:pt x="315" y="171"/>
                  </a:lnTo>
                  <a:lnTo>
                    <a:pt x="317" y="171"/>
                  </a:lnTo>
                  <a:lnTo>
                    <a:pt x="317" y="171"/>
                  </a:lnTo>
                  <a:lnTo>
                    <a:pt x="319" y="171"/>
                  </a:lnTo>
                  <a:lnTo>
                    <a:pt x="319" y="171"/>
                  </a:lnTo>
                  <a:lnTo>
                    <a:pt x="319" y="171"/>
                  </a:lnTo>
                  <a:lnTo>
                    <a:pt x="321" y="171"/>
                  </a:lnTo>
                  <a:lnTo>
                    <a:pt x="321" y="171"/>
                  </a:lnTo>
                  <a:lnTo>
                    <a:pt x="321" y="171"/>
                  </a:lnTo>
                  <a:lnTo>
                    <a:pt x="321" y="168"/>
                  </a:lnTo>
                  <a:lnTo>
                    <a:pt x="321" y="166"/>
                  </a:lnTo>
                  <a:lnTo>
                    <a:pt x="319" y="166"/>
                  </a:lnTo>
                  <a:lnTo>
                    <a:pt x="319" y="166"/>
                  </a:lnTo>
                  <a:lnTo>
                    <a:pt x="317" y="166"/>
                  </a:lnTo>
                  <a:lnTo>
                    <a:pt x="315" y="166"/>
                  </a:lnTo>
                  <a:lnTo>
                    <a:pt x="313" y="166"/>
                  </a:lnTo>
                  <a:lnTo>
                    <a:pt x="313" y="168"/>
                  </a:lnTo>
                  <a:lnTo>
                    <a:pt x="313" y="168"/>
                  </a:lnTo>
                  <a:lnTo>
                    <a:pt x="313" y="168"/>
                  </a:lnTo>
                  <a:close/>
                  <a:moveTo>
                    <a:pt x="348" y="259"/>
                  </a:moveTo>
                  <a:lnTo>
                    <a:pt x="346" y="257"/>
                  </a:lnTo>
                  <a:lnTo>
                    <a:pt x="346" y="257"/>
                  </a:lnTo>
                  <a:lnTo>
                    <a:pt x="344" y="257"/>
                  </a:lnTo>
                  <a:lnTo>
                    <a:pt x="341" y="259"/>
                  </a:lnTo>
                  <a:lnTo>
                    <a:pt x="337" y="261"/>
                  </a:lnTo>
                  <a:lnTo>
                    <a:pt x="333" y="266"/>
                  </a:lnTo>
                  <a:lnTo>
                    <a:pt x="333" y="268"/>
                  </a:lnTo>
                  <a:lnTo>
                    <a:pt x="333" y="270"/>
                  </a:lnTo>
                  <a:lnTo>
                    <a:pt x="335" y="270"/>
                  </a:lnTo>
                  <a:lnTo>
                    <a:pt x="337" y="270"/>
                  </a:lnTo>
                  <a:lnTo>
                    <a:pt x="341" y="270"/>
                  </a:lnTo>
                  <a:lnTo>
                    <a:pt x="344" y="270"/>
                  </a:lnTo>
                  <a:lnTo>
                    <a:pt x="344" y="270"/>
                  </a:lnTo>
                  <a:lnTo>
                    <a:pt x="346" y="270"/>
                  </a:lnTo>
                  <a:lnTo>
                    <a:pt x="346" y="268"/>
                  </a:lnTo>
                  <a:lnTo>
                    <a:pt x="348" y="266"/>
                  </a:lnTo>
                  <a:lnTo>
                    <a:pt x="348" y="266"/>
                  </a:lnTo>
                  <a:lnTo>
                    <a:pt x="350" y="266"/>
                  </a:lnTo>
                  <a:lnTo>
                    <a:pt x="350" y="264"/>
                  </a:lnTo>
                  <a:lnTo>
                    <a:pt x="350" y="261"/>
                  </a:lnTo>
                  <a:lnTo>
                    <a:pt x="352" y="259"/>
                  </a:lnTo>
                  <a:lnTo>
                    <a:pt x="350" y="259"/>
                  </a:lnTo>
                  <a:lnTo>
                    <a:pt x="348" y="259"/>
                  </a:lnTo>
                  <a:close/>
                  <a:moveTo>
                    <a:pt x="321" y="171"/>
                  </a:moveTo>
                  <a:lnTo>
                    <a:pt x="319" y="171"/>
                  </a:lnTo>
                  <a:lnTo>
                    <a:pt x="319" y="173"/>
                  </a:lnTo>
                  <a:lnTo>
                    <a:pt x="317" y="171"/>
                  </a:lnTo>
                  <a:lnTo>
                    <a:pt x="315" y="173"/>
                  </a:lnTo>
                  <a:lnTo>
                    <a:pt x="315" y="173"/>
                  </a:lnTo>
                  <a:lnTo>
                    <a:pt x="315" y="175"/>
                  </a:lnTo>
                  <a:lnTo>
                    <a:pt x="315" y="177"/>
                  </a:lnTo>
                  <a:lnTo>
                    <a:pt x="315" y="180"/>
                  </a:lnTo>
                  <a:lnTo>
                    <a:pt x="315" y="180"/>
                  </a:lnTo>
                  <a:lnTo>
                    <a:pt x="317" y="180"/>
                  </a:lnTo>
                  <a:lnTo>
                    <a:pt x="317" y="182"/>
                  </a:lnTo>
                  <a:lnTo>
                    <a:pt x="317" y="184"/>
                  </a:lnTo>
                  <a:lnTo>
                    <a:pt x="319" y="188"/>
                  </a:lnTo>
                  <a:lnTo>
                    <a:pt x="321" y="188"/>
                  </a:lnTo>
                  <a:lnTo>
                    <a:pt x="321" y="188"/>
                  </a:lnTo>
                  <a:lnTo>
                    <a:pt x="324" y="188"/>
                  </a:lnTo>
                  <a:lnTo>
                    <a:pt x="326" y="188"/>
                  </a:lnTo>
                  <a:lnTo>
                    <a:pt x="328" y="186"/>
                  </a:lnTo>
                  <a:lnTo>
                    <a:pt x="330" y="184"/>
                  </a:lnTo>
                  <a:lnTo>
                    <a:pt x="330" y="182"/>
                  </a:lnTo>
                  <a:lnTo>
                    <a:pt x="330" y="182"/>
                  </a:lnTo>
                  <a:lnTo>
                    <a:pt x="328" y="180"/>
                  </a:lnTo>
                  <a:lnTo>
                    <a:pt x="328" y="177"/>
                  </a:lnTo>
                  <a:lnTo>
                    <a:pt x="326" y="177"/>
                  </a:lnTo>
                  <a:lnTo>
                    <a:pt x="326" y="175"/>
                  </a:lnTo>
                  <a:lnTo>
                    <a:pt x="326" y="173"/>
                  </a:lnTo>
                  <a:lnTo>
                    <a:pt x="324" y="173"/>
                  </a:lnTo>
                  <a:lnTo>
                    <a:pt x="324" y="171"/>
                  </a:lnTo>
                  <a:lnTo>
                    <a:pt x="324" y="171"/>
                  </a:lnTo>
                  <a:lnTo>
                    <a:pt x="321" y="171"/>
                  </a:lnTo>
                  <a:lnTo>
                    <a:pt x="321" y="171"/>
                  </a:lnTo>
                  <a:close/>
                  <a:moveTo>
                    <a:pt x="357" y="248"/>
                  </a:moveTo>
                  <a:lnTo>
                    <a:pt x="355" y="248"/>
                  </a:lnTo>
                  <a:lnTo>
                    <a:pt x="352" y="250"/>
                  </a:lnTo>
                  <a:lnTo>
                    <a:pt x="352" y="250"/>
                  </a:lnTo>
                  <a:lnTo>
                    <a:pt x="350" y="250"/>
                  </a:lnTo>
                  <a:lnTo>
                    <a:pt x="350" y="250"/>
                  </a:lnTo>
                  <a:lnTo>
                    <a:pt x="350" y="253"/>
                  </a:lnTo>
                  <a:lnTo>
                    <a:pt x="348" y="253"/>
                  </a:lnTo>
                  <a:lnTo>
                    <a:pt x="346" y="255"/>
                  </a:lnTo>
                  <a:lnTo>
                    <a:pt x="346" y="257"/>
                  </a:lnTo>
                  <a:lnTo>
                    <a:pt x="348" y="257"/>
                  </a:lnTo>
                  <a:lnTo>
                    <a:pt x="348" y="257"/>
                  </a:lnTo>
                  <a:lnTo>
                    <a:pt x="350" y="257"/>
                  </a:lnTo>
                  <a:lnTo>
                    <a:pt x="350" y="257"/>
                  </a:lnTo>
                  <a:lnTo>
                    <a:pt x="352" y="257"/>
                  </a:lnTo>
                  <a:lnTo>
                    <a:pt x="352" y="255"/>
                  </a:lnTo>
                  <a:lnTo>
                    <a:pt x="352" y="255"/>
                  </a:lnTo>
                  <a:lnTo>
                    <a:pt x="355" y="255"/>
                  </a:lnTo>
                  <a:lnTo>
                    <a:pt x="357" y="253"/>
                  </a:lnTo>
                  <a:lnTo>
                    <a:pt x="357" y="253"/>
                  </a:lnTo>
                  <a:lnTo>
                    <a:pt x="357" y="250"/>
                  </a:lnTo>
                  <a:lnTo>
                    <a:pt x="357" y="250"/>
                  </a:lnTo>
                  <a:lnTo>
                    <a:pt x="359" y="248"/>
                  </a:lnTo>
                  <a:lnTo>
                    <a:pt x="359" y="246"/>
                  </a:lnTo>
                  <a:lnTo>
                    <a:pt x="357" y="248"/>
                  </a:lnTo>
                  <a:close/>
                  <a:moveTo>
                    <a:pt x="344" y="235"/>
                  </a:moveTo>
                  <a:lnTo>
                    <a:pt x="344" y="237"/>
                  </a:lnTo>
                  <a:lnTo>
                    <a:pt x="346" y="237"/>
                  </a:lnTo>
                  <a:lnTo>
                    <a:pt x="348" y="235"/>
                  </a:lnTo>
                  <a:lnTo>
                    <a:pt x="350" y="235"/>
                  </a:lnTo>
                  <a:lnTo>
                    <a:pt x="355" y="235"/>
                  </a:lnTo>
                  <a:lnTo>
                    <a:pt x="357" y="233"/>
                  </a:lnTo>
                  <a:lnTo>
                    <a:pt x="359" y="233"/>
                  </a:lnTo>
                  <a:lnTo>
                    <a:pt x="361" y="230"/>
                  </a:lnTo>
                  <a:lnTo>
                    <a:pt x="361" y="230"/>
                  </a:lnTo>
                  <a:lnTo>
                    <a:pt x="361" y="226"/>
                  </a:lnTo>
                  <a:lnTo>
                    <a:pt x="361" y="224"/>
                  </a:lnTo>
                  <a:lnTo>
                    <a:pt x="361" y="219"/>
                  </a:lnTo>
                  <a:lnTo>
                    <a:pt x="361" y="217"/>
                  </a:lnTo>
                  <a:lnTo>
                    <a:pt x="361" y="213"/>
                  </a:lnTo>
                  <a:lnTo>
                    <a:pt x="361" y="211"/>
                  </a:lnTo>
                  <a:lnTo>
                    <a:pt x="361" y="211"/>
                  </a:lnTo>
                  <a:lnTo>
                    <a:pt x="359" y="208"/>
                  </a:lnTo>
                  <a:lnTo>
                    <a:pt x="359" y="204"/>
                  </a:lnTo>
                  <a:lnTo>
                    <a:pt x="359" y="202"/>
                  </a:lnTo>
                  <a:lnTo>
                    <a:pt x="357" y="199"/>
                  </a:lnTo>
                  <a:lnTo>
                    <a:pt x="352" y="197"/>
                  </a:lnTo>
                  <a:lnTo>
                    <a:pt x="346" y="195"/>
                  </a:lnTo>
                  <a:lnTo>
                    <a:pt x="344" y="193"/>
                  </a:lnTo>
                  <a:lnTo>
                    <a:pt x="341" y="193"/>
                  </a:lnTo>
                  <a:lnTo>
                    <a:pt x="339" y="193"/>
                  </a:lnTo>
                  <a:lnTo>
                    <a:pt x="337" y="193"/>
                  </a:lnTo>
                  <a:lnTo>
                    <a:pt x="337" y="193"/>
                  </a:lnTo>
                  <a:lnTo>
                    <a:pt x="335" y="193"/>
                  </a:lnTo>
                  <a:lnTo>
                    <a:pt x="333" y="193"/>
                  </a:lnTo>
                  <a:lnTo>
                    <a:pt x="333" y="193"/>
                  </a:lnTo>
                  <a:lnTo>
                    <a:pt x="330" y="193"/>
                  </a:lnTo>
                  <a:lnTo>
                    <a:pt x="328" y="193"/>
                  </a:lnTo>
                  <a:lnTo>
                    <a:pt x="328" y="193"/>
                  </a:lnTo>
                  <a:lnTo>
                    <a:pt x="324" y="193"/>
                  </a:lnTo>
                  <a:lnTo>
                    <a:pt x="321" y="193"/>
                  </a:lnTo>
                  <a:lnTo>
                    <a:pt x="319" y="193"/>
                  </a:lnTo>
                  <a:lnTo>
                    <a:pt x="317" y="191"/>
                  </a:lnTo>
                  <a:lnTo>
                    <a:pt x="317" y="191"/>
                  </a:lnTo>
                  <a:lnTo>
                    <a:pt x="315" y="188"/>
                  </a:lnTo>
                  <a:lnTo>
                    <a:pt x="315" y="188"/>
                  </a:lnTo>
                  <a:lnTo>
                    <a:pt x="315" y="186"/>
                  </a:lnTo>
                  <a:lnTo>
                    <a:pt x="315" y="184"/>
                  </a:lnTo>
                  <a:lnTo>
                    <a:pt x="313" y="182"/>
                  </a:lnTo>
                  <a:lnTo>
                    <a:pt x="310" y="177"/>
                  </a:lnTo>
                  <a:lnTo>
                    <a:pt x="310" y="177"/>
                  </a:lnTo>
                  <a:lnTo>
                    <a:pt x="308" y="173"/>
                  </a:lnTo>
                  <a:lnTo>
                    <a:pt x="308" y="171"/>
                  </a:lnTo>
                  <a:lnTo>
                    <a:pt x="304" y="168"/>
                  </a:lnTo>
                  <a:lnTo>
                    <a:pt x="304" y="168"/>
                  </a:lnTo>
                  <a:lnTo>
                    <a:pt x="302" y="168"/>
                  </a:lnTo>
                  <a:lnTo>
                    <a:pt x="299" y="171"/>
                  </a:lnTo>
                  <a:lnTo>
                    <a:pt x="299" y="171"/>
                  </a:lnTo>
                  <a:lnTo>
                    <a:pt x="299" y="173"/>
                  </a:lnTo>
                  <a:lnTo>
                    <a:pt x="299" y="173"/>
                  </a:lnTo>
                  <a:lnTo>
                    <a:pt x="299" y="175"/>
                  </a:lnTo>
                  <a:lnTo>
                    <a:pt x="297" y="175"/>
                  </a:lnTo>
                  <a:lnTo>
                    <a:pt x="297" y="175"/>
                  </a:lnTo>
                  <a:lnTo>
                    <a:pt x="297" y="175"/>
                  </a:lnTo>
                  <a:lnTo>
                    <a:pt x="297" y="175"/>
                  </a:lnTo>
                  <a:lnTo>
                    <a:pt x="297" y="175"/>
                  </a:lnTo>
                  <a:lnTo>
                    <a:pt x="295" y="173"/>
                  </a:lnTo>
                  <a:lnTo>
                    <a:pt x="295" y="173"/>
                  </a:lnTo>
                  <a:lnTo>
                    <a:pt x="297" y="171"/>
                  </a:lnTo>
                  <a:lnTo>
                    <a:pt x="297" y="171"/>
                  </a:lnTo>
                  <a:lnTo>
                    <a:pt x="297" y="171"/>
                  </a:lnTo>
                  <a:lnTo>
                    <a:pt x="297" y="168"/>
                  </a:lnTo>
                  <a:lnTo>
                    <a:pt x="297" y="168"/>
                  </a:lnTo>
                  <a:lnTo>
                    <a:pt x="295" y="168"/>
                  </a:lnTo>
                  <a:lnTo>
                    <a:pt x="295" y="168"/>
                  </a:lnTo>
                  <a:lnTo>
                    <a:pt x="295" y="168"/>
                  </a:lnTo>
                  <a:lnTo>
                    <a:pt x="295" y="168"/>
                  </a:lnTo>
                  <a:lnTo>
                    <a:pt x="295" y="166"/>
                  </a:lnTo>
                  <a:lnTo>
                    <a:pt x="295" y="166"/>
                  </a:lnTo>
                  <a:lnTo>
                    <a:pt x="295" y="168"/>
                  </a:lnTo>
                  <a:lnTo>
                    <a:pt x="297" y="168"/>
                  </a:lnTo>
                  <a:lnTo>
                    <a:pt x="299" y="168"/>
                  </a:lnTo>
                  <a:lnTo>
                    <a:pt x="299" y="168"/>
                  </a:lnTo>
                  <a:lnTo>
                    <a:pt x="302" y="168"/>
                  </a:lnTo>
                  <a:lnTo>
                    <a:pt x="302" y="168"/>
                  </a:lnTo>
                  <a:lnTo>
                    <a:pt x="302" y="168"/>
                  </a:lnTo>
                  <a:lnTo>
                    <a:pt x="304" y="166"/>
                  </a:lnTo>
                  <a:lnTo>
                    <a:pt x="302" y="164"/>
                  </a:lnTo>
                  <a:lnTo>
                    <a:pt x="302" y="164"/>
                  </a:lnTo>
                  <a:lnTo>
                    <a:pt x="302" y="162"/>
                  </a:lnTo>
                  <a:lnTo>
                    <a:pt x="299" y="160"/>
                  </a:lnTo>
                  <a:lnTo>
                    <a:pt x="299" y="157"/>
                  </a:lnTo>
                  <a:lnTo>
                    <a:pt x="299" y="155"/>
                  </a:lnTo>
                  <a:lnTo>
                    <a:pt x="299" y="153"/>
                  </a:lnTo>
                  <a:lnTo>
                    <a:pt x="299" y="153"/>
                  </a:lnTo>
                  <a:lnTo>
                    <a:pt x="299" y="151"/>
                  </a:lnTo>
                  <a:lnTo>
                    <a:pt x="297" y="151"/>
                  </a:lnTo>
                  <a:lnTo>
                    <a:pt x="297" y="148"/>
                  </a:lnTo>
                  <a:lnTo>
                    <a:pt x="297" y="146"/>
                  </a:lnTo>
                  <a:lnTo>
                    <a:pt x="297" y="144"/>
                  </a:lnTo>
                  <a:lnTo>
                    <a:pt x="295" y="142"/>
                  </a:lnTo>
                  <a:lnTo>
                    <a:pt x="295" y="142"/>
                  </a:lnTo>
                  <a:lnTo>
                    <a:pt x="293" y="142"/>
                  </a:lnTo>
                  <a:lnTo>
                    <a:pt x="293" y="142"/>
                  </a:lnTo>
                  <a:lnTo>
                    <a:pt x="293" y="144"/>
                  </a:lnTo>
                  <a:lnTo>
                    <a:pt x="293" y="144"/>
                  </a:lnTo>
                  <a:lnTo>
                    <a:pt x="290" y="142"/>
                  </a:lnTo>
                  <a:lnTo>
                    <a:pt x="290" y="142"/>
                  </a:lnTo>
                  <a:lnTo>
                    <a:pt x="290" y="142"/>
                  </a:lnTo>
                  <a:lnTo>
                    <a:pt x="293" y="142"/>
                  </a:lnTo>
                  <a:lnTo>
                    <a:pt x="293" y="140"/>
                  </a:lnTo>
                  <a:lnTo>
                    <a:pt x="293" y="140"/>
                  </a:lnTo>
                  <a:lnTo>
                    <a:pt x="293" y="135"/>
                  </a:lnTo>
                  <a:lnTo>
                    <a:pt x="290" y="133"/>
                  </a:lnTo>
                  <a:lnTo>
                    <a:pt x="290" y="131"/>
                  </a:lnTo>
                  <a:lnTo>
                    <a:pt x="290" y="131"/>
                  </a:lnTo>
                  <a:lnTo>
                    <a:pt x="290" y="129"/>
                  </a:lnTo>
                  <a:lnTo>
                    <a:pt x="288" y="129"/>
                  </a:lnTo>
                  <a:lnTo>
                    <a:pt x="288" y="126"/>
                  </a:lnTo>
                  <a:lnTo>
                    <a:pt x="288" y="124"/>
                  </a:lnTo>
                  <a:lnTo>
                    <a:pt x="288" y="124"/>
                  </a:lnTo>
                  <a:lnTo>
                    <a:pt x="286" y="122"/>
                  </a:lnTo>
                  <a:lnTo>
                    <a:pt x="286" y="122"/>
                  </a:lnTo>
                  <a:lnTo>
                    <a:pt x="286" y="120"/>
                  </a:lnTo>
                  <a:lnTo>
                    <a:pt x="286" y="120"/>
                  </a:lnTo>
                  <a:lnTo>
                    <a:pt x="284" y="120"/>
                  </a:lnTo>
                  <a:lnTo>
                    <a:pt x="284" y="120"/>
                  </a:lnTo>
                  <a:lnTo>
                    <a:pt x="284" y="117"/>
                  </a:lnTo>
                  <a:lnTo>
                    <a:pt x="284" y="117"/>
                  </a:lnTo>
                  <a:lnTo>
                    <a:pt x="284" y="115"/>
                  </a:lnTo>
                  <a:lnTo>
                    <a:pt x="284" y="115"/>
                  </a:lnTo>
                  <a:lnTo>
                    <a:pt x="284" y="113"/>
                  </a:lnTo>
                  <a:lnTo>
                    <a:pt x="282" y="113"/>
                  </a:lnTo>
                  <a:lnTo>
                    <a:pt x="282" y="111"/>
                  </a:lnTo>
                  <a:lnTo>
                    <a:pt x="282" y="109"/>
                  </a:lnTo>
                  <a:lnTo>
                    <a:pt x="279" y="106"/>
                  </a:lnTo>
                  <a:lnTo>
                    <a:pt x="279" y="106"/>
                  </a:lnTo>
                  <a:lnTo>
                    <a:pt x="279" y="104"/>
                  </a:lnTo>
                  <a:lnTo>
                    <a:pt x="279" y="104"/>
                  </a:lnTo>
                  <a:lnTo>
                    <a:pt x="277" y="102"/>
                  </a:lnTo>
                  <a:lnTo>
                    <a:pt x="279" y="100"/>
                  </a:lnTo>
                  <a:lnTo>
                    <a:pt x="277" y="100"/>
                  </a:lnTo>
                  <a:lnTo>
                    <a:pt x="277" y="98"/>
                  </a:lnTo>
                  <a:lnTo>
                    <a:pt x="277" y="95"/>
                  </a:lnTo>
                  <a:lnTo>
                    <a:pt x="277" y="93"/>
                  </a:lnTo>
                  <a:lnTo>
                    <a:pt x="277" y="89"/>
                  </a:lnTo>
                  <a:lnTo>
                    <a:pt x="273" y="78"/>
                  </a:lnTo>
                  <a:lnTo>
                    <a:pt x="273" y="73"/>
                  </a:lnTo>
                  <a:lnTo>
                    <a:pt x="273" y="71"/>
                  </a:lnTo>
                  <a:lnTo>
                    <a:pt x="273" y="62"/>
                  </a:lnTo>
                  <a:lnTo>
                    <a:pt x="273" y="53"/>
                  </a:lnTo>
                  <a:lnTo>
                    <a:pt x="273" y="42"/>
                  </a:lnTo>
                  <a:lnTo>
                    <a:pt x="273" y="40"/>
                  </a:lnTo>
                  <a:lnTo>
                    <a:pt x="270" y="40"/>
                  </a:lnTo>
                  <a:lnTo>
                    <a:pt x="270" y="42"/>
                  </a:lnTo>
                  <a:lnTo>
                    <a:pt x="268" y="47"/>
                  </a:lnTo>
                  <a:lnTo>
                    <a:pt x="268" y="51"/>
                  </a:lnTo>
                  <a:lnTo>
                    <a:pt x="266" y="58"/>
                  </a:lnTo>
                  <a:lnTo>
                    <a:pt x="266" y="58"/>
                  </a:lnTo>
                  <a:lnTo>
                    <a:pt x="266" y="55"/>
                  </a:lnTo>
                  <a:lnTo>
                    <a:pt x="266" y="47"/>
                  </a:lnTo>
                  <a:lnTo>
                    <a:pt x="266" y="38"/>
                  </a:lnTo>
                  <a:lnTo>
                    <a:pt x="266" y="31"/>
                  </a:lnTo>
                  <a:lnTo>
                    <a:pt x="266" y="27"/>
                  </a:lnTo>
                  <a:lnTo>
                    <a:pt x="264" y="20"/>
                  </a:lnTo>
                  <a:lnTo>
                    <a:pt x="257" y="13"/>
                  </a:lnTo>
                  <a:lnTo>
                    <a:pt x="251" y="7"/>
                  </a:lnTo>
                  <a:lnTo>
                    <a:pt x="246" y="4"/>
                  </a:lnTo>
                  <a:lnTo>
                    <a:pt x="244" y="2"/>
                  </a:lnTo>
                  <a:lnTo>
                    <a:pt x="242" y="0"/>
                  </a:lnTo>
                  <a:lnTo>
                    <a:pt x="239" y="2"/>
                  </a:lnTo>
                  <a:lnTo>
                    <a:pt x="239" y="2"/>
                  </a:lnTo>
                  <a:lnTo>
                    <a:pt x="239" y="7"/>
                  </a:lnTo>
                  <a:lnTo>
                    <a:pt x="237" y="7"/>
                  </a:lnTo>
                  <a:lnTo>
                    <a:pt x="239" y="13"/>
                  </a:lnTo>
                  <a:lnTo>
                    <a:pt x="244" y="24"/>
                  </a:lnTo>
                  <a:lnTo>
                    <a:pt x="246" y="31"/>
                  </a:lnTo>
                  <a:lnTo>
                    <a:pt x="248" y="33"/>
                  </a:lnTo>
                  <a:lnTo>
                    <a:pt x="248" y="35"/>
                  </a:lnTo>
                  <a:lnTo>
                    <a:pt x="248" y="38"/>
                  </a:lnTo>
                  <a:lnTo>
                    <a:pt x="246" y="35"/>
                  </a:lnTo>
                  <a:lnTo>
                    <a:pt x="242" y="27"/>
                  </a:lnTo>
                  <a:lnTo>
                    <a:pt x="239" y="22"/>
                  </a:lnTo>
                  <a:lnTo>
                    <a:pt x="239" y="18"/>
                  </a:lnTo>
                  <a:lnTo>
                    <a:pt x="239" y="16"/>
                  </a:lnTo>
                  <a:lnTo>
                    <a:pt x="237" y="16"/>
                  </a:lnTo>
                  <a:lnTo>
                    <a:pt x="237" y="16"/>
                  </a:lnTo>
                  <a:lnTo>
                    <a:pt x="235" y="18"/>
                  </a:lnTo>
                  <a:lnTo>
                    <a:pt x="235" y="22"/>
                  </a:lnTo>
                  <a:lnTo>
                    <a:pt x="233" y="29"/>
                  </a:lnTo>
                  <a:lnTo>
                    <a:pt x="231" y="29"/>
                  </a:lnTo>
                  <a:lnTo>
                    <a:pt x="228" y="31"/>
                  </a:lnTo>
                  <a:lnTo>
                    <a:pt x="224" y="33"/>
                  </a:lnTo>
                  <a:lnTo>
                    <a:pt x="222" y="33"/>
                  </a:lnTo>
                  <a:lnTo>
                    <a:pt x="222" y="35"/>
                  </a:lnTo>
                  <a:lnTo>
                    <a:pt x="220" y="40"/>
                  </a:lnTo>
                  <a:lnTo>
                    <a:pt x="220" y="40"/>
                  </a:lnTo>
                  <a:lnTo>
                    <a:pt x="217" y="42"/>
                  </a:lnTo>
                  <a:lnTo>
                    <a:pt x="213" y="49"/>
                  </a:lnTo>
                  <a:lnTo>
                    <a:pt x="211" y="49"/>
                  </a:lnTo>
                  <a:lnTo>
                    <a:pt x="211" y="49"/>
                  </a:lnTo>
                  <a:lnTo>
                    <a:pt x="211" y="51"/>
                  </a:lnTo>
                  <a:lnTo>
                    <a:pt x="211" y="51"/>
                  </a:lnTo>
                  <a:lnTo>
                    <a:pt x="211" y="53"/>
                  </a:lnTo>
                  <a:lnTo>
                    <a:pt x="211" y="53"/>
                  </a:lnTo>
                  <a:lnTo>
                    <a:pt x="208" y="53"/>
                  </a:lnTo>
                  <a:lnTo>
                    <a:pt x="208" y="53"/>
                  </a:lnTo>
                  <a:lnTo>
                    <a:pt x="208" y="53"/>
                  </a:lnTo>
                  <a:lnTo>
                    <a:pt x="206" y="55"/>
                  </a:lnTo>
                  <a:lnTo>
                    <a:pt x="206" y="55"/>
                  </a:lnTo>
                  <a:lnTo>
                    <a:pt x="206" y="60"/>
                  </a:lnTo>
                  <a:lnTo>
                    <a:pt x="206" y="60"/>
                  </a:lnTo>
                  <a:lnTo>
                    <a:pt x="202" y="64"/>
                  </a:lnTo>
                  <a:lnTo>
                    <a:pt x="202" y="66"/>
                  </a:lnTo>
                  <a:lnTo>
                    <a:pt x="200" y="69"/>
                  </a:lnTo>
                  <a:lnTo>
                    <a:pt x="200" y="69"/>
                  </a:lnTo>
                  <a:lnTo>
                    <a:pt x="200" y="69"/>
                  </a:lnTo>
                  <a:lnTo>
                    <a:pt x="200" y="71"/>
                  </a:lnTo>
                  <a:lnTo>
                    <a:pt x="200" y="71"/>
                  </a:lnTo>
                  <a:lnTo>
                    <a:pt x="189" y="86"/>
                  </a:lnTo>
                  <a:lnTo>
                    <a:pt x="189" y="89"/>
                  </a:lnTo>
                  <a:lnTo>
                    <a:pt x="189" y="89"/>
                  </a:lnTo>
                  <a:lnTo>
                    <a:pt x="186" y="89"/>
                  </a:lnTo>
                  <a:lnTo>
                    <a:pt x="186" y="89"/>
                  </a:lnTo>
                  <a:lnTo>
                    <a:pt x="186" y="89"/>
                  </a:lnTo>
                  <a:lnTo>
                    <a:pt x="184" y="89"/>
                  </a:lnTo>
                  <a:lnTo>
                    <a:pt x="182" y="93"/>
                  </a:lnTo>
                  <a:lnTo>
                    <a:pt x="180" y="95"/>
                  </a:lnTo>
                  <a:lnTo>
                    <a:pt x="180" y="95"/>
                  </a:lnTo>
                  <a:lnTo>
                    <a:pt x="180" y="98"/>
                  </a:lnTo>
                  <a:lnTo>
                    <a:pt x="180" y="102"/>
                  </a:lnTo>
                  <a:lnTo>
                    <a:pt x="180" y="102"/>
                  </a:lnTo>
                  <a:lnTo>
                    <a:pt x="175" y="111"/>
                  </a:lnTo>
                  <a:lnTo>
                    <a:pt x="175" y="111"/>
                  </a:lnTo>
                  <a:lnTo>
                    <a:pt x="175" y="113"/>
                  </a:lnTo>
                  <a:lnTo>
                    <a:pt x="175" y="113"/>
                  </a:lnTo>
                  <a:lnTo>
                    <a:pt x="175" y="113"/>
                  </a:lnTo>
                  <a:lnTo>
                    <a:pt x="175" y="113"/>
                  </a:lnTo>
                  <a:lnTo>
                    <a:pt x="175" y="115"/>
                  </a:lnTo>
                  <a:lnTo>
                    <a:pt x="173" y="115"/>
                  </a:lnTo>
                  <a:lnTo>
                    <a:pt x="173" y="115"/>
                  </a:lnTo>
                  <a:lnTo>
                    <a:pt x="173" y="115"/>
                  </a:lnTo>
                  <a:lnTo>
                    <a:pt x="166" y="129"/>
                  </a:lnTo>
                  <a:lnTo>
                    <a:pt x="166" y="131"/>
                  </a:lnTo>
                  <a:lnTo>
                    <a:pt x="166" y="131"/>
                  </a:lnTo>
                  <a:lnTo>
                    <a:pt x="166" y="131"/>
                  </a:lnTo>
                  <a:lnTo>
                    <a:pt x="164" y="133"/>
                  </a:lnTo>
                  <a:lnTo>
                    <a:pt x="164" y="133"/>
                  </a:lnTo>
                  <a:lnTo>
                    <a:pt x="164" y="133"/>
                  </a:lnTo>
                  <a:lnTo>
                    <a:pt x="166" y="135"/>
                  </a:lnTo>
                  <a:lnTo>
                    <a:pt x="166" y="135"/>
                  </a:lnTo>
                  <a:lnTo>
                    <a:pt x="166" y="137"/>
                  </a:lnTo>
                  <a:lnTo>
                    <a:pt x="164" y="137"/>
                  </a:lnTo>
                  <a:lnTo>
                    <a:pt x="164" y="137"/>
                  </a:lnTo>
                  <a:lnTo>
                    <a:pt x="164" y="140"/>
                  </a:lnTo>
                  <a:lnTo>
                    <a:pt x="162" y="142"/>
                  </a:lnTo>
                  <a:lnTo>
                    <a:pt x="160" y="144"/>
                  </a:lnTo>
                  <a:lnTo>
                    <a:pt x="157" y="148"/>
                  </a:lnTo>
                  <a:lnTo>
                    <a:pt x="155" y="151"/>
                  </a:lnTo>
                  <a:lnTo>
                    <a:pt x="155" y="151"/>
                  </a:lnTo>
                  <a:lnTo>
                    <a:pt x="153" y="153"/>
                  </a:lnTo>
                  <a:lnTo>
                    <a:pt x="146" y="157"/>
                  </a:lnTo>
                  <a:lnTo>
                    <a:pt x="142" y="160"/>
                  </a:lnTo>
                  <a:lnTo>
                    <a:pt x="142" y="160"/>
                  </a:lnTo>
                  <a:lnTo>
                    <a:pt x="140" y="162"/>
                  </a:lnTo>
                  <a:lnTo>
                    <a:pt x="140" y="164"/>
                  </a:lnTo>
                  <a:lnTo>
                    <a:pt x="140" y="164"/>
                  </a:lnTo>
                  <a:lnTo>
                    <a:pt x="140" y="164"/>
                  </a:lnTo>
                  <a:lnTo>
                    <a:pt x="138" y="164"/>
                  </a:lnTo>
                  <a:lnTo>
                    <a:pt x="138" y="164"/>
                  </a:lnTo>
                  <a:lnTo>
                    <a:pt x="138" y="164"/>
                  </a:lnTo>
                  <a:lnTo>
                    <a:pt x="138" y="164"/>
                  </a:lnTo>
                  <a:lnTo>
                    <a:pt x="135" y="166"/>
                  </a:lnTo>
                  <a:lnTo>
                    <a:pt x="135" y="166"/>
                  </a:lnTo>
                  <a:lnTo>
                    <a:pt x="133" y="166"/>
                  </a:lnTo>
                  <a:lnTo>
                    <a:pt x="131" y="166"/>
                  </a:lnTo>
                  <a:lnTo>
                    <a:pt x="129" y="166"/>
                  </a:lnTo>
                  <a:lnTo>
                    <a:pt x="126" y="164"/>
                  </a:lnTo>
                  <a:lnTo>
                    <a:pt x="124" y="164"/>
                  </a:lnTo>
                  <a:lnTo>
                    <a:pt x="122" y="164"/>
                  </a:lnTo>
                  <a:lnTo>
                    <a:pt x="113" y="164"/>
                  </a:lnTo>
                  <a:lnTo>
                    <a:pt x="113" y="164"/>
                  </a:lnTo>
                  <a:lnTo>
                    <a:pt x="113" y="164"/>
                  </a:lnTo>
                  <a:lnTo>
                    <a:pt x="113" y="164"/>
                  </a:lnTo>
                  <a:lnTo>
                    <a:pt x="113" y="162"/>
                  </a:lnTo>
                  <a:lnTo>
                    <a:pt x="115" y="162"/>
                  </a:lnTo>
                  <a:lnTo>
                    <a:pt x="115" y="160"/>
                  </a:lnTo>
                  <a:lnTo>
                    <a:pt x="111" y="157"/>
                  </a:lnTo>
                  <a:lnTo>
                    <a:pt x="109" y="155"/>
                  </a:lnTo>
                  <a:lnTo>
                    <a:pt x="109" y="153"/>
                  </a:lnTo>
                  <a:lnTo>
                    <a:pt x="107" y="153"/>
                  </a:lnTo>
                  <a:lnTo>
                    <a:pt x="107" y="153"/>
                  </a:lnTo>
                  <a:lnTo>
                    <a:pt x="107" y="153"/>
                  </a:lnTo>
                  <a:lnTo>
                    <a:pt x="104" y="157"/>
                  </a:lnTo>
                  <a:lnTo>
                    <a:pt x="104" y="157"/>
                  </a:lnTo>
                  <a:lnTo>
                    <a:pt x="102" y="157"/>
                  </a:lnTo>
                  <a:lnTo>
                    <a:pt x="98" y="160"/>
                  </a:lnTo>
                  <a:lnTo>
                    <a:pt x="98" y="160"/>
                  </a:lnTo>
                  <a:lnTo>
                    <a:pt x="95" y="160"/>
                  </a:lnTo>
                  <a:lnTo>
                    <a:pt x="93" y="162"/>
                  </a:lnTo>
                  <a:lnTo>
                    <a:pt x="93" y="160"/>
                  </a:lnTo>
                  <a:lnTo>
                    <a:pt x="91" y="160"/>
                  </a:lnTo>
                  <a:lnTo>
                    <a:pt x="89" y="160"/>
                  </a:lnTo>
                  <a:lnTo>
                    <a:pt x="87" y="160"/>
                  </a:lnTo>
                  <a:lnTo>
                    <a:pt x="84" y="160"/>
                  </a:lnTo>
                  <a:lnTo>
                    <a:pt x="80" y="157"/>
                  </a:lnTo>
                  <a:lnTo>
                    <a:pt x="78" y="157"/>
                  </a:lnTo>
                  <a:lnTo>
                    <a:pt x="78" y="155"/>
                  </a:lnTo>
                  <a:lnTo>
                    <a:pt x="78" y="155"/>
                  </a:lnTo>
                  <a:lnTo>
                    <a:pt x="78" y="155"/>
                  </a:lnTo>
                  <a:lnTo>
                    <a:pt x="78" y="153"/>
                  </a:lnTo>
                  <a:lnTo>
                    <a:pt x="78" y="153"/>
                  </a:lnTo>
                  <a:lnTo>
                    <a:pt x="76" y="153"/>
                  </a:lnTo>
                  <a:lnTo>
                    <a:pt x="76" y="153"/>
                  </a:lnTo>
                  <a:lnTo>
                    <a:pt x="73" y="153"/>
                  </a:lnTo>
                  <a:lnTo>
                    <a:pt x="73" y="155"/>
                  </a:lnTo>
                  <a:lnTo>
                    <a:pt x="73" y="155"/>
                  </a:lnTo>
                  <a:lnTo>
                    <a:pt x="71" y="157"/>
                  </a:lnTo>
                  <a:lnTo>
                    <a:pt x="71" y="157"/>
                  </a:lnTo>
                  <a:lnTo>
                    <a:pt x="69" y="157"/>
                  </a:lnTo>
                  <a:lnTo>
                    <a:pt x="69" y="157"/>
                  </a:lnTo>
                  <a:lnTo>
                    <a:pt x="67" y="160"/>
                  </a:lnTo>
                  <a:lnTo>
                    <a:pt x="67" y="160"/>
                  </a:lnTo>
                  <a:lnTo>
                    <a:pt x="64" y="160"/>
                  </a:lnTo>
                  <a:lnTo>
                    <a:pt x="64" y="160"/>
                  </a:lnTo>
                  <a:lnTo>
                    <a:pt x="64" y="160"/>
                  </a:lnTo>
                  <a:lnTo>
                    <a:pt x="64" y="162"/>
                  </a:lnTo>
                  <a:lnTo>
                    <a:pt x="62" y="162"/>
                  </a:lnTo>
                  <a:lnTo>
                    <a:pt x="62" y="164"/>
                  </a:lnTo>
                  <a:lnTo>
                    <a:pt x="58" y="164"/>
                  </a:lnTo>
                  <a:lnTo>
                    <a:pt x="58" y="164"/>
                  </a:lnTo>
                  <a:lnTo>
                    <a:pt x="58" y="166"/>
                  </a:lnTo>
                  <a:lnTo>
                    <a:pt x="58" y="166"/>
                  </a:lnTo>
                  <a:lnTo>
                    <a:pt x="58" y="166"/>
                  </a:lnTo>
                  <a:lnTo>
                    <a:pt x="56" y="166"/>
                  </a:lnTo>
                  <a:lnTo>
                    <a:pt x="56" y="166"/>
                  </a:lnTo>
                  <a:lnTo>
                    <a:pt x="53" y="166"/>
                  </a:lnTo>
                  <a:lnTo>
                    <a:pt x="53" y="166"/>
                  </a:lnTo>
                  <a:lnTo>
                    <a:pt x="53" y="166"/>
                  </a:lnTo>
                  <a:lnTo>
                    <a:pt x="51" y="171"/>
                  </a:lnTo>
                  <a:lnTo>
                    <a:pt x="51" y="171"/>
                  </a:lnTo>
                  <a:lnTo>
                    <a:pt x="51" y="171"/>
                  </a:lnTo>
                  <a:lnTo>
                    <a:pt x="49" y="171"/>
                  </a:lnTo>
                  <a:lnTo>
                    <a:pt x="49" y="171"/>
                  </a:lnTo>
                  <a:lnTo>
                    <a:pt x="47" y="171"/>
                  </a:lnTo>
                  <a:lnTo>
                    <a:pt x="44" y="166"/>
                  </a:lnTo>
                  <a:lnTo>
                    <a:pt x="44" y="166"/>
                  </a:lnTo>
                  <a:lnTo>
                    <a:pt x="44" y="166"/>
                  </a:lnTo>
                  <a:lnTo>
                    <a:pt x="42" y="168"/>
                  </a:lnTo>
                  <a:lnTo>
                    <a:pt x="42" y="168"/>
                  </a:lnTo>
                  <a:lnTo>
                    <a:pt x="40" y="168"/>
                  </a:lnTo>
                  <a:lnTo>
                    <a:pt x="36" y="168"/>
                  </a:lnTo>
                  <a:lnTo>
                    <a:pt x="36" y="168"/>
                  </a:lnTo>
                  <a:lnTo>
                    <a:pt x="36" y="166"/>
                  </a:lnTo>
                  <a:lnTo>
                    <a:pt x="33" y="166"/>
                  </a:lnTo>
                  <a:lnTo>
                    <a:pt x="31" y="164"/>
                  </a:lnTo>
                  <a:lnTo>
                    <a:pt x="31" y="164"/>
                  </a:lnTo>
                  <a:lnTo>
                    <a:pt x="31" y="164"/>
                  </a:lnTo>
                  <a:lnTo>
                    <a:pt x="29" y="164"/>
                  </a:lnTo>
                  <a:lnTo>
                    <a:pt x="29" y="164"/>
                  </a:lnTo>
                  <a:lnTo>
                    <a:pt x="29" y="164"/>
                  </a:lnTo>
                  <a:lnTo>
                    <a:pt x="27" y="164"/>
                  </a:lnTo>
                  <a:lnTo>
                    <a:pt x="25" y="164"/>
                  </a:lnTo>
                  <a:lnTo>
                    <a:pt x="22" y="162"/>
                  </a:lnTo>
                  <a:lnTo>
                    <a:pt x="22" y="162"/>
                  </a:lnTo>
                  <a:lnTo>
                    <a:pt x="20" y="160"/>
                  </a:lnTo>
                  <a:lnTo>
                    <a:pt x="18" y="160"/>
                  </a:lnTo>
                  <a:lnTo>
                    <a:pt x="20" y="157"/>
                  </a:lnTo>
                  <a:lnTo>
                    <a:pt x="20" y="157"/>
                  </a:lnTo>
                  <a:lnTo>
                    <a:pt x="18" y="155"/>
                  </a:lnTo>
                  <a:lnTo>
                    <a:pt x="16" y="155"/>
                  </a:lnTo>
                  <a:lnTo>
                    <a:pt x="13" y="155"/>
                  </a:lnTo>
                  <a:lnTo>
                    <a:pt x="13" y="155"/>
                  </a:lnTo>
                  <a:lnTo>
                    <a:pt x="11" y="155"/>
                  </a:lnTo>
                  <a:lnTo>
                    <a:pt x="9" y="155"/>
                  </a:lnTo>
                  <a:lnTo>
                    <a:pt x="9" y="155"/>
                  </a:lnTo>
                  <a:lnTo>
                    <a:pt x="7" y="155"/>
                  </a:lnTo>
                  <a:lnTo>
                    <a:pt x="7" y="155"/>
                  </a:lnTo>
                  <a:lnTo>
                    <a:pt x="7" y="153"/>
                  </a:lnTo>
                  <a:lnTo>
                    <a:pt x="7" y="153"/>
                  </a:lnTo>
                  <a:lnTo>
                    <a:pt x="7" y="151"/>
                  </a:lnTo>
                  <a:lnTo>
                    <a:pt x="7" y="151"/>
                  </a:lnTo>
                  <a:lnTo>
                    <a:pt x="7" y="151"/>
                  </a:lnTo>
                  <a:lnTo>
                    <a:pt x="7" y="151"/>
                  </a:lnTo>
                  <a:lnTo>
                    <a:pt x="9" y="151"/>
                  </a:lnTo>
                  <a:lnTo>
                    <a:pt x="9" y="148"/>
                  </a:lnTo>
                  <a:lnTo>
                    <a:pt x="9" y="148"/>
                  </a:lnTo>
                  <a:lnTo>
                    <a:pt x="7" y="148"/>
                  </a:lnTo>
                  <a:lnTo>
                    <a:pt x="7" y="148"/>
                  </a:lnTo>
                  <a:lnTo>
                    <a:pt x="7" y="146"/>
                  </a:lnTo>
                  <a:lnTo>
                    <a:pt x="7" y="146"/>
                  </a:lnTo>
                  <a:lnTo>
                    <a:pt x="7" y="146"/>
                  </a:lnTo>
                  <a:lnTo>
                    <a:pt x="5" y="144"/>
                  </a:lnTo>
                  <a:lnTo>
                    <a:pt x="5" y="144"/>
                  </a:lnTo>
                  <a:lnTo>
                    <a:pt x="2" y="146"/>
                  </a:lnTo>
                  <a:lnTo>
                    <a:pt x="2" y="146"/>
                  </a:lnTo>
                  <a:lnTo>
                    <a:pt x="5" y="148"/>
                  </a:lnTo>
                  <a:lnTo>
                    <a:pt x="5" y="148"/>
                  </a:lnTo>
                  <a:lnTo>
                    <a:pt x="5" y="151"/>
                  </a:lnTo>
                  <a:lnTo>
                    <a:pt x="5" y="153"/>
                  </a:lnTo>
                  <a:lnTo>
                    <a:pt x="7" y="157"/>
                  </a:lnTo>
                  <a:lnTo>
                    <a:pt x="7" y="160"/>
                  </a:lnTo>
                  <a:lnTo>
                    <a:pt x="7" y="160"/>
                  </a:lnTo>
                  <a:lnTo>
                    <a:pt x="7" y="162"/>
                  </a:lnTo>
                  <a:lnTo>
                    <a:pt x="5" y="162"/>
                  </a:lnTo>
                  <a:lnTo>
                    <a:pt x="5" y="164"/>
                  </a:lnTo>
                  <a:lnTo>
                    <a:pt x="5" y="164"/>
                  </a:lnTo>
                  <a:lnTo>
                    <a:pt x="5" y="166"/>
                  </a:lnTo>
                  <a:lnTo>
                    <a:pt x="5" y="166"/>
                  </a:lnTo>
                  <a:lnTo>
                    <a:pt x="2" y="166"/>
                  </a:lnTo>
                  <a:lnTo>
                    <a:pt x="2" y="166"/>
                  </a:lnTo>
                  <a:lnTo>
                    <a:pt x="2" y="166"/>
                  </a:lnTo>
                  <a:lnTo>
                    <a:pt x="2" y="166"/>
                  </a:lnTo>
                  <a:lnTo>
                    <a:pt x="2" y="168"/>
                  </a:lnTo>
                  <a:lnTo>
                    <a:pt x="2" y="168"/>
                  </a:lnTo>
                  <a:lnTo>
                    <a:pt x="2" y="171"/>
                  </a:lnTo>
                  <a:lnTo>
                    <a:pt x="2" y="171"/>
                  </a:lnTo>
                  <a:lnTo>
                    <a:pt x="2" y="171"/>
                  </a:lnTo>
                  <a:lnTo>
                    <a:pt x="2" y="171"/>
                  </a:lnTo>
                  <a:lnTo>
                    <a:pt x="2" y="171"/>
                  </a:lnTo>
                  <a:lnTo>
                    <a:pt x="2" y="171"/>
                  </a:lnTo>
                  <a:lnTo>
                    <a:pt x="5" y="173"/>
                  </a:lnTo>
                  <a:lnTo>
                    <a:pt x="5" y="173"/>
                  </a:lnTo>
                  <a:lnTo>
                    <a:pt x="5" y="173"/>
                  </a:lnTo>
                  <a:lnTo>
                    <a:pt x="5" y="175"/>
                  </a:lnTo>
                  <a:lnTo>
                    <a:pt x="5" y="175"/>
                  </a:lnTo>
                  <a:lnTo>
                    <a:pt x="5" y="175"/>
                  </a:lnTo>
                  <a:lnTo>
                    <a:pt x="2" y="175"/>
                  </a:lnTo>
                  <a:lnTo>
                    <a:pt x="2" y="177"/>
                  </a:lnTo>
                  <a:lnTo>
                    <a:pt x="0" y="177"/>
                  </a:lnTo>
                  <a:lnTo>
                    <a:pt x="0" y="177"/>
                  </a:lnTo>
                  <a:lnTo>
                    <a:pt x="0" y="177"/>
                  </a:lnTo>
                  <a:lnTo>
                    <a:pt x="0" y="177"/>
                  </a:lnTo>
                  <a:lnTo>
                    <a:pt x="0" y="177"/>
                  </a:lnTo>
                  <a:lnTo>
                    <a:pt x="2" y="180"/>
                  </a:lnTo>
                  <a:lnTo>
                    <a:pt x="2" y="180"/>
                  </a:lnTo>
                  <a:lnTo>
                    <a:pt x="2" y="180"/>
                  </a:lnTo>
                  <a:lnTo>
                    <a:pt x="2" y="180"/>
                  </a:lnTo>
                  <a:lnTo>
                    <a:pt x="2" y="180"/>
                  </a:lnTo>
                  <a:lnTo>
                    <a:pt x="2" y="182"/>
                  </a:lnTo>
                  <a:lnTo>
                    <a:pt x="2" y="186"/>
                  </a:lnTo>
                  <a:lnTo>
                    <a:pt x="2" y="186"/>
                  </a:lnTo>
                  <a:lnTo>
                    <a:pt x="2" y="188"/>
                  </a:lnTo>
                  <a:lnTo>
                    <a:pt x="5" y="193"/>
                  </a:lnTo>
                  <a:lnTo>
                    <a:pt x="5" y="193"/>
                  </a:lnTo>
                  <a:lnTo>
                    <a:pt x="5" y="195"/>
                  </a:lnTo>
                  <a:lnTo>
                    <a:pt x="5" y="195"/>
                  </a:lnTo>
                  <a:lnTo>
                    <a:pt x="5" y="195"/>
                  </a:lnTo>
                  <a:lnTo>
                    <a:pt x="7" y="195"/>
                  </a:lnTo>
                  <a:lnTo>
                    <a:pt x="7" y="195"/>
                  </a:lnTo>
                  <a:lnTo>
                    <a:pt x="7" y="195"/>
                  </a:lnTo>
                  <a:lnTo>
                    <a:pt x="7" y="195"/>
                  </a:lnTo>
                  <a:lnTo>
                    <a:pt x="9" y="195"/>
                  </a:lnTo>
                  <a:lnTo>
                    <a:pt x="9" y="197"/>
                  </a:lnTo>
                  <a:lnTo>
                    <a:pt x="9" y="197"/>
                  </a:lnTo>
                  <a:lnTo>
                    <a:pt x="11" y="195"/>
                  </a:lnTo>
                  <a:lnTo>
                    <a:pt x="11" y="195"/>
                  </a:lnTo>
                  <a:lnTo>
                    <a:pt x="11" y="195"/>
                  </a:lnTo>
                  <a:lnTo>
                    <a:pt x="13" y="195"/>
                  </a:lnTo>
                  <a:lnTo>
                    <a:pt x="16" y="195"/>
                  </a:lnTo>
                  <a:lnTo>
                    <a:pt x="16" y="195"/>
                  </a:lnTo>
                  <a:lnTo>
                    <a:pt x="16" y="195"/>
                  </a:lnTo>
                  <a:lnTo>
                    <a:pt x="18" y="195"/>
                  </a:lnTo>
                  <a:lnTo>
                    <a:pt x="18" y="195"/>
                  </a:lnTo>
                  <a:lnTo>
                    <a:pt x="18" y="195"/>
                  </a:lnTo>
                  <a:lnTo>
                    <a:pt x="20" y="197"/>
                  </a:lnTo>
                  <a:lnTo>
                    <a:pt x="22" y="197"/>
                  </a:lnTo>
                  <a:lnTo>
                    <a:pt x="22" y="197"/>
                  </a:lnTo>
                  <a:lnTo>
                    <a:pt x="22" y="197"/>
                  </a:lnTo>
                  <a:lnTo>
                    <a:pt x="22" y="197"/>
                  </a:lnTo>
                  <a:lnTo>
                    <a:pt x="22" y="197"/>
                  </a:lnTo>
                  <a:lnTo>
                    <a:pt x="22" y="197"/>
                  </a:lnTo>
                  <a:lnTo>
                    <a:pt x="25" y="197"/>
                  </a:lnTo>
                  <a:lnTo>
                    <a:pt x="25" y="197"/>
                  </a:lnTo>
                  <a:lnTo>
                    <a:pt x="27" y="197"/>
                  </a:lnTo>
                  <a:lnTo>
                    <a:pt x="27" y="197"/>
                  </a:lnTo>
                  <a:lnTo>
                    <a:pt x="27" y="197"/>
                  </a:lnTo>
                  <a:lnTo>
                    <a:pt x="27" y="197"/>
                  </a:lnTo>
                  <a:lnTo>
                    <a:pt x="27" y="197"/>
                  </a:lnTo>
                  <a:lnTo>
                    <a:pt x="27" y="197"/>
                  </a:lnTo>
                  <a:lnTo>
                    <a:pt x="29" y="197"/>
                  </a:lnTo>
                  <a:lnTo>
                    <a:pt x="29" y="197"/>
                  </a:lnTo>
                  <a:lnTo>
                    <a:pt x="29" y="197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33" y="197"/>
                  </a:lnTo>
                  <a:lnTo>
                    <a:pt x="33" y="197"/>
                  </a:lnTo>
                  <a:lnTo>
                    <a:pt x="33" y="197"/>
                  </a:lnTo>
                  <a:lnTo>
                    <a:pt x="33" y="197"/>
                  </a:lnTo>
                  <a:lnTo>
                    <a:pt x="33" y="197"/>
                  </a:lnTo>
                  <a:lnTo>
                    <a:pt x="36" y="197"/>
                  </a:lnTo>
                  <a:lnTo>
                    <a:pt x="36" y="197"/>
                  </a:lnTo>
                  <a:lnTo>
                    <a:pt x="36" y="197"/>
                  </a:lnTo>
                  <a:lnTo>
                    <a:pt x="36" y="199"/>
                  </a:lnTo>
                  <a:lnTo>
                    <a:pt x="38" y="199"/>
                  </a:lnTo>
                  <a:lnTo>
                    <a:pt x="38" y="199"/>
                  </a:lnTo>
                  <a:lnTo>
                    <a:pt x="38" y="199"/>
                  </a:lnTo>
                  <a:lnTo>
                    <a:pt x="38" y="199"/>
                  </a:lnTo>
                  <a:lnTo>
                    <a:pt x="40" y="199"/>
                  </a:lnTo>
                  <a:lnTo>
                    <a:pt x="40" y="199"/>
                  </a:lnTo>
                  <a:lnTo>
                    <a:pt x="40" y="202"/>
                  </a:lnTo>
                  <a:lnTo>
                    <a:pt x="40" y="202"/>
                  </a:lnTo>
                  <a:lnTo>
                    <a:pt x="40" y="202"/>
                  </a:lnTo>
                  <a:lnTo>
                    <a:pt x="40" y="202"/>
                  </a:lnTo>
                  <a:lnTo>
                    <a:pt x="42" y="202"/>
                  </a:lnTo>
                  <a:lnTo>
                    <a:pt x="42" y="202"/>
                  </a:lnTo>
                  <a:lnTo>
                    <a:pt x="42" y="202"/>
                  </a:lnTo>
                  <a:lnTo>
                    <a:pt x="44" y="204"/>
                  </a:lnTo>
                  <a:lnTo>
                    <a:pt x="44" y="204"/>
                  </a:lnTo>
                  <a:lnTo>
                    <a:pt x="44" y="204"/>
                  </a:lnTo>
                  <a:lnTo>
                    <a:pt x="44" y="204"/>
                  </a:lnTo>
                  <a:lnTo>
                    <a:pt x="47" y="204"/>
                  </a:lnTo>
                  <a:lnTo>
                    <a:pt x="47" y="204"/>
                  </a:lnTo>
                  <a:lnTo>
                    <a:pt x="47" y="204"/>
                  </a:lnTo>
                  <a:lnTo>
                    <a:pt x="49" y="204"/>
                  </a:lnTo>
                  <a:lnTo>
                    <a:pt x="49" y="206"/>
                  </a:lnTo>
                  <a:lnTo>
                    <a:pt x="49" y="206"/>
                  </a:lnTo>
                  <a:lnTo>
                    <a:pt x="49" y="206"/>
                  </a:lnTo>
                  <a:lnTo>
                    <a:pt x="49" y="206"/>
                  </a:lnTo>
                  <a:lnTo>
                    <a:pt x="49" y="208"/>
                  </a:lnTo>
                  <a:lnTo>
                    <a:pt x="51" y="208"/>
                  </a:lnTo>
                  <a:lnTo>
                    <a:pt x="51" y="208"/>
                  </a:lnTo>
                  <a:lnTo>
                    <a:pt x="51" y="208"/>
                  </a:lnTo>
                  <a:lnTo>
                    <a:pt x="51" y="208"/>
                  </a:lnTo>
                  <a:lnTo>
                    <a:pt x="51" y="208"/>
                  </a:lnTo>
                  <a:lnTo>
                    <a:pt x="51" y="208"/>
                  </a:lnTo>
                  <a:lnTo>
                    <a:pt x="51" y="208"/>
                  </a:lnTo>
                  <a:lnTo>
                    <a:pt x="51" y="208"/>
                  </a:lnTo>
                  <a:lnTo>
                    <a:pt x="51" y="208"/>
                  </a:lnTo>
                  <a:lnTo>
                    <a:pt x="51" y="211"/>
                  </a:lnTo>
                  <a:lnTo>
                    <a:pt x="51" y="211"/>
                  </a:lnTo>
                  <a:lnTo>
                    <a:pt x="53" y="211"/>
                  </a:lnTo>
                  <a:lnTo>
                    <a:pt x="53" y="213"/>
                  </a:lnTo>
                  <a:lnTo>
                    <a:pt x="53" y="213"/>
                  </a:lnTo>
                  <a:lnTo>
                    <a:pt x="53" y="213"/>
                  </a:lnTo>
                  <a:lnTo>
                    <a:pt x="53" y="213"/>
                  </a:lnTo>
                  <a:lnTo>
                    <a:pt x="53" y="213"/>
                  </a:lnTo>
                  <a:lnTo>
                    <a:pt x="53" y="215"/>
                  </a:lnTo>
                  <a:lnTo>
                    <a:pt x="53" y="215"/>
                  </a:lnTo>
                  <a:lnTo>
                    <a:pt x="53" y="215"/>
                  </a:lnTo>
                  <a:lnTo>
                    <a:pt x="53" y="215"/>
                  </a:lnTo>
                  <a:lnTo>
                    <a:pt x="56" y="215"/>
                  </a:lnTo>
                  <a:lnTo>
                    <a:pt x="56" y="215"/>
                  </a:lnTo>
                  <a:lnTo>
                    <a:pt x="58" y="215"/>
                  </a:lnTo>
                  <a:lnTo>
                    <a:pt x="58" y="215"/>
                  </a:lnTo>
                  <a:lnTo>
                    <a:pt x="58" y="215"/>
                  </a:lnTo>
                  <a:lnTo>
                    <a:pt x="58" y="213"/>
                  </a:lnTo>
                  <a:lnTo>
                    <a:pt x="58" y="213"/>
                  </a:lnTo>
                  <a:lnTo>
                    <a:pt x="60" y="213"/>
                  </a:lnTo>
                  <a:lnTo>
                    <a:pt x="60" y="213"/>
                  </a:lnTo>
                  <a:lnTo>
                    <a:pt x="60" y="215"/>
                  </a:lnTo>
                  <a:lnTo>
                    <a:pt x="60" y="215"/>
                  </a:lnTo>
                  <a:lnTo>
                    <a:pt x="60" y="215"/>
                  </a:lnTo>
                  <a:lnTo>
                    <a:pt x="62" y="215"/>
                  </a:lnTo>
                  <a:lnTo>
                    <a:pt x="62" y="215"/>
                  </a:lnTo>
                  <a:lnTo>
                    <a:pt x="62" y="217"/>
                  </a:lnTo>
                  <a:lnTo>
                    <a:pt x="62" y="217"/>
                  </a:lnTo>
                  <a:lnTo>
                    <a:pt x="64" y="217"/>
                  </a:lnTo>
                  <a:lnTo>
                    <a:pt x="64" y="217"/>
                  </a:lnTo>
                  <a:lnTo>
                    <a:pt x="64" y="217"/>
                  </a:lnTo>
                  <a:lnTo>
                    <a:pt x="64" y="217"/>
                  </a:lnTo>
                  <a:lnTo>
                    <a:pt x="64" y="217"/>
                  </a:lnTo>
                  <a:lnTo>
                    <a:pt x="64" y="219"/>
                  </a:lnTo>
                  <a:lnTo>
                    <a:pt x="64" y="219"/>
                  </a:lnTo>
                  <a:lnTo>
                    <a:pt x="64" y="219"/>
                  </a:lnTo>
                  <a:lnTo>
                    <a:pt x="64" y="219"/>
                  </a:lnTo>
                  <a:lnTo>
                    <a:pt x="67" y="219"/>
                  </a:lnTo>
                  <a:lnTo>
                    <a:pt x="67" y="222"/>
                  </a:lnTo>
                  <a:lnTo>
                    <a:pt x="67" y="222"/>
                  </a:lnTo>
                  <a:lnTo>
                    <a:pt x="67" y="222"/>
                  </a:lnTo>
                  <a:lnTo>
                    <a:pt x="67" y="222"/>
                  </a:lnTo>
                  <a:lnTo>
                    <a:pt x="67" y="222"/>
                  </a:lnTo>
                  <a:lnTo>
                    <a:pt x="69" y="222"/>
                  </a:lnTo>
                  <a:lnTo>
                    <a:pt x="69" y="222"/>
                  </a:lnTo>
                  <a:lnTo>
                    <a:pt x="69" y="222"/>
                  </a:lnTo>
                  <a:lnTo>
                    <a:pt x="69" y="224"/>
                  </a:lnTo>
                  <a:lnTo>
                    <a:pt x="69" y="224"/>
                  </a:lnTo>
                  <a:lnTo>
                    <a:pt x="69" y="224"/>
                  </a:lnTo>
                  <a:lnTo>
                    <a:pt x="69" y="224"/>
                  </a:lnTo>
                  <a:lnTo>
                    <a:pt x="71" y="224"/>
                  </a:lnTo>
                  <a:lnTo>
                    <a:pt x="71" y="224"/>
                  </a:lnTo>
                  <a:lnTo>
                    <a:pt x="71" y="224"/>
                  </a:lnTo>
                  <a:lnTo>
                    <a:pt x="71" y="224"/>
                  </a:lnTo>
                  <a:lnTo>
                    <a:pt x="73" y="224"/>
                  </a:lnTo>
                  <a:lnTo>
                    <a:pt x="71" y="224"/>
                  </a:lnTo>
                  <a:lnTo>
                    <a:pt x="71" y="222"/>
                  </a:lnTo>
                  <a:lnTo>
                    <a:pt x="71" y="222"/>
                  </a:lnTo>
                  <a:lnTo>
                    <a:pt x="71" y="222"/>
                  </a:lnTo>
                  <a:lnTo>
                    <a:pt x="71" y="222"/>
                  </a:lnTo>
                  <a:lnTo>
                    <a:pt x="73" y="222"/>
                  </a:lnTo>
                  <a:lnTo>
                    <a:pt x="73" y="222"/>
                  </a:lnTo>
                  <a:lnTo>
                    <a:pt x="73" y="222"/>
                  </a:lnTo>
                  <a:lnTo>
                    <a:pt x="76" y="222"/>
                  </a:lnTo>
                  <a:lnTo>
                    <a:pt x="76" y="224"/>
                  </a:lnTo>
                  <a:lnTo>
                    <a:pt x="76" y="224"/>
                  </a:lnTo>
                  <a:lnTo>
                    <a:pt x="78" y="224"/>
                  </a:lnTo>
                  <a:lnTo>
                    <a:pt x="78" y="224"/>
                  </a:lnTo>
                  <a:lnTo>
                    <a:pt x="78" y="224"/>
                  </a:lnTo>
                  <a:lnTo>
                    <a:pt x="78" y="222"/>
                  </a:lnTo>
                  <a:lnTo>
                    <a:pt x="78" y="222"/>
                  </a:lnTo>
                  <a:lnTo>
                    <a:pt x="78" y="222"/>
                  </a:lnTo>
                  <a:lnTo>
                    <a:pt x="78" y="222"/>
                  </a:lnTo>
                  <a:lnTo>
                    <a:pt x="78" y="222"/>
                  </a:lnTo>
                  <a:lnTo>
                    <a:pt x="78" y="219"/>
                  </a:lnTo>
                  <a:lnTo>
                    <a:pt x="78" y="219"/>
                  </a:lnTo>
                  <a:lnTo>
                    <a:pt x="80" y="219"/>
                  </a:lnTo>
                  <a:lnTo>
                    <a:pt x="80" y="219"/>
                  </a:lnTo>
                  <a:lnTo>
                    <a:pt x="80" y="219"/>
                  </a:lnTo>
                  <a:lnTo>
                    <a:pt x="80" y="219"/>
                  </a:lnTo>
                  <a:lnTo>
                    <a:pt x="80" y="222"/>
                  </a:lnTo>
                  <a:lnTo>
                    <a:pt x="80" y="222"/>
                  </a:lnTo>
                  <a:lnTo>
                    <a:pt x="80" y="222"/>
                  </a:lnTo>
                  <a:lnTo>
                    <a:pt x="80" y="222"/>
                  </a:lnTo>
                  <a:lnTo>
                    <a:pt x="80" y="222"/>
                  </a:lnTo>
                  <a:lnTo>
                    <a:pt x="82" y="222"/>
                  </a:lnTo>
                  <a:lnTo>
                    <a:pt x="82" y="222"/>
                  </a:lnTo>
                  <a:lnTo>
                    <a:pt x="82" y="222"/>
                  </a:lnTo>
                  <a:lnTo>
                    <a:pt x="82" y="222"/>
                  </a:lnTo>
                  <a:lnTo>
                    <a:pt x="82" y="222"/>
                  </a:lnTo>
                  <a:lnTo>
                    <a:pt x="82" y="222"/>
                  </a:lnTo>
                  <a:lnTo>
                    <a:pt x="82" y="222"/>
                  </a:lnTo>
                  <a:lnTo>
                    <a:pt x="84" y="222"/>
                  </a:lnTo>
                  <a:lnTo>
                    <a:pt x="84" y="222"/>
                  </a:lnTo>
                  <a:lnTo>
                    <a:pt x="84" y="222"/>
                  </a:lnTo>
                  <a:lnTo>
                    <a:pt x="84" y="222"/>
                  </a:lnTo>
                  <a:lnTo>
                    <a:pt x="84" y="222"/>
                  </a:lnTo>
                  <a:lnTo>
                    <a:pt x="84" y="222"/>
                  </a:lnTo>
                  <a:lnTo>
                    <a:pt x="84" y="224"/>
                  </a:lnTo>
                  <a:lnTo>
                    <a:pt x="84" y="224"/>
                  </a:lnTo>
                  <a:lnTo>
                    <a:pt x="84" y="224"/>
                  </a:lnTo>
                  <a:lnTo>
                    <a:pt x="84" y="224"/>
                  </a:lnTo>
                  <a:lnTo>
                    <a:pt x="84" y="226"/>
                  </a:lnTo>
                  <a:lnTo>
                    <a:pt x="84" y="226"/>
                  </a:lnTo>
                  <a:lnTo>
                    <a:pt x="84" y="226"/>
                  </a:lnTo>
                  <a:lnTo>
                    <a:pt x="87" y="226"/>
                  </a:lnTo>
                  <a:lnTo>
                    <a:pt x="87" y="226"/>
                  </a:lnTo>
                  <a:lnTo>
                    <a:pt x="87" y="224"/>
                  </a:lnTo>
                  <a:lnTo>
                    <a:pt x="87" y="224"/>
                  </a:lnTo>
                  <a:lnTo>
                    <a:pt x="89" y="224"/>
                  </a:lnTo>
                  <a:lnTo>
                    <a:pt x="89" y="224"/>
                  </a:lnTo>
                  <a:lnTo>
                    <a:pt x="89" y="224"/>
                  </a:lnTo>
                  <a:lnTo>
                    <a:pt x="89" y="224"/>
                  </a:lnTo>
                  <a:lnTo>
                    <a:pt x="91" y="226"/>
                  </a:lnTo>
                  <a:lnTo>
                    <a:pt x="91" y="226"/>
                  </a:lnTo>
                  <a:lnTo>
                    <a:pt x="91" y="226"/>
                  </a:lnTo>
                  <a:lnTo>
                    <a:pt x="91" y="226"/>
                  </a:lnTo>
                  <a:lnTo>
                    <a:pt x="93" y="226"/>
                  </a:lnTo>
                  <a:lnTo>
                    <a:pt x="93" y="226"/>
                  </a:lnTo>
                  <a:lnTo>
                    <a:pt x="93" y="226"/>
                  </a:lnTo>
                  <a:lnTo>
                    <a:pt x="93" y="226"/>
                  </a:lnTo>
                  <a:lnTo>
                    <a:pt x="93" y="226"/>
                  </a:lnTo>
                  <a:lnTo>
                    <a:pt x="91" y="228"/>
                  </a:lnTo>
                  <a:lnTo>
                    <a:pt x="91" y="228"/>
                  </a:lnTo>
                  <a:lnTo>
                    <a:pt x="91" y="228"/>
                  </a:lnTo>
                  <a:lnTo>
                    <a:pt x="91" y="228"/>
                  </a:lnTo>
                  <a:lnTo>
                    <a:pt x="91" y="228"/>
                  </a:lnTo>
                  <a:lnTo>
                    <a:pt x="91" y="228"/>
                  </a:lnTo>
                  <a:lnTo>
                    <a:pt x="93" y="230"/>
                  </a:lnTo>
                  <a:lnTo>
                    <a:pt x="93" y="230"/>
                  </a:lnTo>
                  <a:lnTo>
                    <a:pt x="93" y="230"/>
                  </a:lnTo>
                  <a:lnTo>
                    <a:pt x="93" y="233"/>
                  </a:lnTo>
                  <a:lnTo>
                    <a:pt x="93" y="233"/>
                  </a:lnTo>
                  <a:lnTo>
                    <a:pt x="93" y="233"/>
                  </a:lnTo>
                  <a:lnTo>
                    <a:pt x="93" y="233"/>
                  </a:lnTo>
                  <a:lnTo>
                    <a:pt x="93" y="233"/>
                  </a:lnTo>
                  <a:lnTo>
                    <a:pt x="93" y="235"/>
                  </a:lnTo>
                  <a:lnTo>
                    <a:pt x="93" y="235"/>
                  </a:lnTo>
                  <a:lnTo>
                    <a:pt x="93" y="235"/>
                  </a:lnTo>
                  <a:lnTo>
                    <a:pt x="93" y="235"/>
                  </a:lnTo>
                  <a:lnTo>
                    <a:pt x="98" y="233"/>
                  </a:lnTo>
                  <a:lnTo>
                    <a:pt x="98" y="233"/>
                  </a:lnTo>
                  <a:lnTo>
                    <a:pt x="100" y="233"/>
                  </a:lnTo>
                  <a:lnTo>
                    <a:pt x="100" y="233"/>
                  </a:lnTo>
                  <a:lnTo>
                    <a:pt x="100" y="233"/>
                  </a:lnTo>
                  <a:lnTo>
                    <a:pt x="100" y="233"/>
                  </a:lnTo>
                  <a:lnTo>
                    <a:pt x="102" y="233"/>
                  </a:lnTo>
                  <a:lnTo>
                    <a:pt x="102" y="235"/>
                  </a:lnTo>
                  <a:lnTo>
                    <a:pt x="102" y="235"/>
                  </a:lnTo>
                  <a:lnTo>
                    <a:pt x="102" y="235"/>
                  </a:lnTo>
                  <a:lnTo>
                    <a:pt x="102" y="235"/>
                  </a:lnTo>
                  <a:lnTo>
                    <a:pt x="102" y="237"/>
                  </a:lnTo>
                  <a:lnTo>
                    <a:pt x="102" y="237"/>
                  </a:lnTo>
                  <a:lnTo>
                    <a:pt x="102" y="237"/>
                  </a:lnTo>
                  <a:lnTo>
                    <a:pt x="102" y="239"/>
                  </a:lnTo>
                  <a:lnTo>
                    <a:pt x="102" y="239"/>
                  </a:lnTo>
                  <a:lnTo>
                    <a:pt x="102" y="239"/>
                  </a:lnTo>
                  <a:lnTo>
                    <a:pt x="100" y="239"/>
                  </a:lnTo>
                  <a:lnTo>
                    <a:pt x="100" y="239"/>
                  </a:lnTo>
                  <a:lnTo>
                    <a:pt x="100" y="239"/>
                  </a:lnTo>
                  <a:lnTo>
                    <a:pt x="98" y="239"/>
                  </a:lnTo>
                  <a:lnTo>
                    <a:pt x="98" y="239"/>
                  </a:lnTo>
                  <a:lnTo>
                    <a:pt x="98" y="242"/>
                  </a:lnTo>
                  <a:lnTo>
                    <a:pt x="98" y="242"/>
                  </a:lnTo>
                  <a:lnTo>
                    <a:pt x="98" y="242"/>
                  </a:lnTo>
                  <a:lnTo>
                    <a:pt x="98" y="244"/>
                  </a:lnTo>
                  <a:lnTo>
                    <a:pt x="100" y="244"/>
                  </a:lnTo>
                  <a:lnTo>
                    <a:pt x="100" y="248"/>
                  </a:lnTo>
                  <a:lnTo>
                    <a:pt x="102" y="248"/>
                  </a:lnTo>
                  <a:lnTo>
                    <a:pt x="100" y="248"/>
                  </a:lnTo>
                  <a:lnTo>
                    <a:pt x="100" y="250"/>
                  </a:lnTo>
                  <a:lnTo>
                    <a:pt x="100" y="250"/>
                  </a:lnTo>
                  <a:lnTo>
                    <a:pt x="100" y="250"/>
                  </a:lnTo>
                  <a:lnTo>
                    <a:pt x="102" y="253"/>
                  </a:lnTo>
                  <a:lnTo>
                    <a:pt x="102" y="253"/>
                  </a:lnTo>
                  <a:lnTo>
                    <a:pt x="102" y="255"/>
                  </a:lnTo>
                  <a:lnTo>
                    <a:pt x="102" y="255"/>
                  </a:lnTo>
                  <a:lnTo>
                    <a:pt x="102" y="257"/>
                  </a:lnTo>
                  <a:lnTo>
                    <a:pt x="102" y="257"/>
                  </a:lnTo>
                  <a:lnTo>
                    <a:pt x="104" y="257"/>
                  </a:lnTo>
                  <a:lnTo>
                    <a:pt x="107" y="259"/>
                  </a:lnTo>
                  <a:lnTo>
                    <a:pt x="107" y="259"/>
                  </a:lnTo>
                  <a:lnTo>
                    <a:pt x="107" y="261"/>
                  </a:lnTo>
                  <a:lnTo>
                    <a:pt x="109" y="261"/>
                  </a:lnTo>
                  <a:lnTo>
                    <a:pt x="109" y="264"/>
                  </a:lnTo>
                  <a:lnTo>
                    <a:pt x="109" y="266"/>
                  </a:lnTo>
                  <a:lnTo>
                    <a:pt x="111" y="266"/>
                  </a:lnTo>
                  <a:lnTo>
                    <a:pt x="111" y="268"/>
                  </a:lnTo>
                  <a:lnTo>
                    <a:pt x="113" y="268"/>
                  </a:lnTo>
                  <a:lnTo>
                    <a:pt x="115" y="268"/>
                  </a:lnTo>
                  <a:lnTo>
                    <a:pt x="122" y="270"/>
                  </a:lnTo>
                  <a:lnTo>
                    <a:pt x="124" y="270"/>
                  </a:lnTo>
                  <a:lnTo>
                    <a:pt x="124" y="270"/>
                  </a:lnTo>
                  <a:lnTo>
                    <a:pt x="124" y="270"/>
                  </a:lnTo>
                  <a:lnTo>
                    <a:pt x="124" y="270"/>
                  </a:lnTo>
                  <a:lnTo>
                    <a:pt x="124" y="273"/>
                  </a:lnTo>
                  <a:lnTo>
                    <a:pt x="124" y="275"/>
                  </a:lnTo>
                  <a:lnTo>
                    <a:pt x="124" y="275"/>
                  </a:lnTo>
                  <a:lnTo>
                    <a:pt x="124" y="279"/>
                  </a:lnTo>
                  <a:lnTo>
                    <a:pt x="122" y="281"/>
                  </a:lnTo>
                  <a:lnTo>
                    <a:pt x="122" y="284"/>
                  </a:lnTo>
                  <a:lnTo>
                    <a:pt x="122" y="284"/>
                  </a:lnTo>
                  <a:lnTo>
                    <a:pt x="122" y="286"/>
                  </a:lnTo>
                  <a:lnTo>
                    <a:pt x="122" y="286"/>
                  </a:lnTo>
                  <a:lnTo>
                    <a:pt x="122" y="286"/>
                  </a:lnTo>
                  <a:lnTo>
                    <a:pt x="122" y="288"/>
                  </a:lnTo>
                  <a:lnTo>
                    <a:pt x="122" y="288"/>
                  </a:lnTo>
                  <a:lnTo>
                    <a:pt x="122" y="290"/>
                  </a:lnTo>
                  <a:lnTo>
                    <a:pt x="124" y="293"/>
                  </a:lnTo>
                  <a:lnTo>
                    <a:pt x="122" y="295"/>
                  </a:lnTo>
                  <a:lnTo>
                    <a:pt x="124" y="297"/>
                  </a:lnTo>
                  <a:lnTo>
                    <a:pt x="126" y="304"/>
                  </a:lnTo>
                  <a:lnTo>
                    <a:pt x="126" y="304"/>
                  </a:lnTo>
                  <a:lnTo>
                    <a:pt x="126" y="304"/>
                  </a:lnTo>
                  <a:lnTo>
                    <a:pt x="129" y="306"/>
                  </a:lnTo>
                  <a:lnTo>
                    <a:pt x="129" y="306"/>
                  </a:lnTo>
                  <a:lnTo>
                    <a:pt x="129" y="306"/>
                  </a:lnTo>
                  <a:lnTo>
                    <a:pt x="129" y="308"/>
                  </a:lnTo>
                  <a:lnTo>
                    <a:pt x="131" y="308"/>
                  </a:lnTo>
                  <a:lnTo>
                    <a:pt x="131" y="310"/>
                  </a:lnTo>
                  <a:lnTo>
                    <a:pt x="131" y="312"/>
                  </a:lnTo>
                  <a:lnTo>
                    <a:pt x="133" y="315"/>
                  </a:lnTo>
                  <a:lnTo>
                    <a:pt x="133" y="315"/>
                  </a:lnTo>
                  <a:lnTo>
                    <a:pt x="133" y="317"/>
                  </a:lnTo>
                  <a:lnTo>
                    <a:pt x="133" y="317"/>
                  </a:lnTo>
                  <a:lnTo>
                    <a:pt x="131" y="321"/>
                  </a:lnTo>
                  <a:lnTo>
                    <a:pt x="131" y="321"/>
                  </a:lnTo>
                  <a:lnTo>
                    <a:pt x="131" y="321"/>
                  </a:lnTo>
                  <a:lnTo>
                    <a:pt x="133" y="326"/>
                  </a:lnTo>
                  <a:lnTo>
                    <a:pt x="135" y="326"/>
                  </a:lnTo>
                  <a:lnTo>
                    <a:pt x="138" y="337"/>
                  </a:lnTo>
                  <a:lnTo>
                    <a:pt x="140" y="339"/>
                  </a:lnTo>
                  <a:lnTo>
                    <a:pt x="140" y="339"/>
                  </a:lnTo>
                  <a:lnTo>
                    <a:pt x="142" y="339"/>
                  </a:lnTo>
                  <a:lnTo>
                    <a:pt x="142" y="339"/>
                  </a:lnTo>
                  <a:lnTo>
                    <a:pt x="142" y="339"/>
                  </a:lnTo>
                  <a:lnTo>
                    <a:pt x="142" y="339"/>
                  </a:lnTo>
                  <a:lnTo>
                    <a:pt x="142" y="339"/>
                  </a:lnTo>
                  <a:lnTo>
                    <a:pt x="146" y="337"/>
                  </a:lnTo>
                  <a:lnTo>
                    <a:pt x="146" y="337"/>
                  </a:lnTo>
                  <a:lnTo>
                    <a:pt x="146" y="339"/>
                  </a:lnTo>
                  <a:lnTo>
                    <a:pt x="146" y="339"/>
                  </a:lnTo>
                  <a:lnTo>
                    <a:pt x="149" y="339"/>
                  </a:lnTo>
                  <a:lnTo>
                    <a:pt x="149" y="339"/>
                  </a:lnTo>
                  <a:lnTo>
                    <a:pt x="149" y="339"/>
                  </a:lnTo>
                  <a:lnTo>
                    <a:pt x="149" y="341"/>
                  </a:lnTo>
                  <a:lnTo>
                    <a:pt x="155" y="348"/>
                  </a:lnTo>
                  <a:lnTo>
                    <a:pt x="155" y="348"/>
                  </a:lnTo>
                  <a:lnTo>
                    <a:pt x="155" y="350"/>
                  </a:lnTo>
                  <a:lnTo>
                    <a:pt x="155" y="350"/>
                  </a:lnTo>
                  <a:lnTo>
                    <a:pt x="157" y="350"/>
                  </a:lnTo>
                  <a:lnTo>
                    <a:pt x="160" y="352"/>
                  </a:lnTo>
                  <a:lnTo>
                    <a:pt x="160" y="352"/>
                  </a:lnTo>
                  <a:lnTo>
                    <a:pt x="160" y="355"/>
                  </a:lnTo>
                  <a:lnTo>
                    <a:pt x="160" y="359"/>
                  </a:lnTo>
                  <a:lnTo>
                    <a:pt x="160" y="361"/>
                  </a:lnTo>
                  <a:lnTo>
                    <a:pt x="160" y="361"/>
                  </a:lnTo>
                  <a:lnTo>
                    <a:pt x="160" y="363"/>
                  </a:lnTo>
                  <a:lnTo>
                    <a:pt x="160" y="363"/>
                  </a:lnTo>
                  <a:lnTo>
                    <a:pt x="160" y="366"/>
                  </a:lnTo>
                  <a:lnTo>
                    <a:pt x="160" y="366"/>
                  </a:lnTo>
                  <a:lnTo>
                    <a:pt x="162" y="368"/>
                  </a:lnTo>
                  <a:lnTo>
                    <a:pt x="162" y="368"/>
                  </a:lnTo>
                  <a:lnTo>
                    <a:pt x="162" y="370"/>
                  </a:lnTo>
                  <a:lnTo>
                    <a:pt x="162" y="370"/>
                  </a:lnTo>
                  <a:lnTo>
                    <a:pt x="162" y="370"/>
                  </a:lnTo>
                  <a:lnTo>
                    <a:pt x="162" y="370"/>
                  </a:lnTo>
                  <a:lnTo>
                    <a:pt x="164" y="370"/>
                  </a:lnTo>
                  <a:lnTo>
                    <a:pt x="164" y="370"/>
                  </a:lnTo>
                  <a:lnTo>
                    <a:pt x="166" y="370"/>
                  </a:lnTo>
                  <a:lnTo>
                    <a:pt x="166" y="370"/>
                  </a:lnTo>
                  <a:lnTo>
                    <a:pt x="166" y="372"/>
                  </a:lnTo>
                  <a:lnTo>
                    <a:pt x="166" y="372"/>
                  </a:lnTo>
                  <a:lnTo>
                    <a:pt x="169" y="372"/>
                  </a:lnTo>
                  <a:lnTo>
                    <a:pt x="169" y="375"/>
                  </a:lnTo>
                  <a:lnTo>
                    <a:pt x="169" y="377"/>
                  </a:lnTo>
                  <a:lnTo>
                    <a:pt x="169" y="379"/>
                  </a:lnTo>
                  <a:lnTo>
                    <a:pt x="169" y="379"/>
                  </a:lnTo>
                  <a:lnTo>
                    <a:pt x="169" y="379"/>
                  </a:lnTo>
                  <a:lnTo>
                    <a:pt x="169" y="379"/>
                  </a:lnTo>
                  <a:lnTo>
                    <a:pt x="169" y="381"/>
                  </a:lnTo>
                  <a:lnTo>
                    <a:pt x="169" y="381"/>
                  </a:lnTo>
                  <a:lnTo>
                    <a:pt x="169" y="383"/>
                  </a:lnTo>
                  <a:lnTo>
                    <a:pt x="169" y="383"/>
                  </a:lnTo>
                  <a:lnTo>
                    <a:pt x="169" y="383"/>
                  </a:lnTo>
                  <a:lnTo>
                    <a:pt x="169" y="383"/>
                  </a:lnTo>
                  <a:lnTo>
                    <a:pt x="169" y="386"/>
                  </a:lnTo>
                  <a:lnTo>
                    <a:pt x="169" y="386"/>
                  </a:lnTo>
                  <a:lnTo>
                    <a:pt x="169" y="386"/>
                  </a:lnTo>
                  <a:lnTo>
                    <a:pt x="169" y="386"/>
                  </a:lnTo>
                  <a:lnTo>
                    <a:pt x="169" y="386"/>
                  </a:lnTo>
                  <a:lnTo>
                    <a:pt x="169" y="388"/>
                  </a:lnTo>
                  <a:lnTo>
                    <a:pt x="169" y="388"/>
                  </a:lnTo>
                  <a:lnTo>
                    <a:pt x="169" y="388"/>
                  </a:lnTo>
                  <a:lnTo>
                    <a:pt x="169" y="388"/>
                  </a:lnTo>
                  <a:lnTo>
                    <a:pt x="169" y="390"/>
                  </a:lnTo>
                  <a:lnTo>
                    <a:pt x="169" y="390"/>
                  </a:lnTo>
                  <a:lnTo>
                    <a:pt x="169" y="390"/>
                  </a:lnTo>
                  <a:lnTo>
                    <a:pt x="169" y="390"/>
                  </a:lnTo>
                  <a:lnTo>
                    <a:pt x="173" y="388"/>
                  </a:lnTo>
                  <a:lnTo>
                    <a:pt x="175" y="388"/>
                  </a:lnTo>
                  <a:lnTo>
                    <a:pt x="175" y="388"/>
                  </a:lnTo>
                  <a:lnTo>
                    <a:pt x="175" y="388"/>
                  </a:lnTo>
                  <a:lnTo>
                    <a:pt x="175" y="388"/>
                  </a:lnTo>
                  <a:lnTo>
                    <a:pt x="175" y="388"/>
                  </a:lnTo>
                  <a:lnTo>
                    <a:pt x="177" y="388"/>
                  </a:lnTo>
                  <a:lnTo>
                    <a:pt x="177" y="388"/>
                  </a:lnTo>
                  <a:lnTo>
                    <a:pt x="177" y="390"/>
                  </a:lnTo>
                  <a:lnTo>
                    <a:pt x="177" y="390"/>
                  </a:lnTo>
                  <a:lnTo>
                    <a:pt x="180" y="390"/>
                  </a:lnTo>
                  <a:lnTo>
                    <a:pt x="180" y="392"/>
                  </a:lnTo>
                  <a:lnTo>
                    <a:pt x="180" y="392"/>
                  </a:lnTo>
                  <a:lnTo>
                    <a:pt x="180" y="392"/>
                  </a:lnTo>
                  <a:lnTo>
                    <a:pt x="180" y="392"/>
                  </a:lnTo>
                  <a:lnTo>
                    <a:pt x="180" y="392"/>
                  </a:lnTo>
                  <a:lnTo>
                    <a:pt x="177" y="394"/>
                  </a:lnTo>
                  <a:lnTo>
                    <a:pt x="177" y="394"/>
                  </a:lnTo>
                  <a:lnTo>
                    <a:pt x="177" y="394"/>
                  </a:lnTo>
                  <a:lnTo>
                    <a:pt x="177" y="397"/>
                  </a:lnTo>
                  <a:lnTo>
                    <a:pt x="177" y="399"/>
                  </a:lnTo>
                  <a:lnTo>
                    <a:pt x="180" y="399"/>
                  </a:lnTo>
                  <a:lnTo>
                    <a:pt x="180" y="399"/>
                  </a:lnTo>
                  <a:lnTo>
                    <a:pt x="180" y="401"/>
                  </a:lnTo>
                  <a:lnTo>
                    <a:pt x="180" y="403"/>
                  </a:lnTo>
                  <a:lnTo>
                    <a:pt x="180" y="403"/>
                  </a:lnTo>
                  <a:lnTo>
                    <a:pt x="180" y="403"/>
                  </a:lnTo>
                  <a:lnTo>
                    <a:pt x="182" y="403"/>
                  </a:lnTo>
                  <a:lnTo>
                    <a:pt x="182" y="403"/>
                  </a:lnTo>
                  <a:lnTo>
                    <a:pt x="182" y="403"/>
                  </a:lnTo>
                  <a:lnTo>
                    <a:pt x="184" y="406"/>
                  </a:lnTo>
                  <a:lnTo>
                    <a:pt x="186" y="408"/>
                  </a:lnTo>
                  <a:lnTo>
                    <a:pt x="186" y="408"/>
                  </a:lnTo>
                  <a:lnTo>
                    <a:pt x="186" y="408"/>
                  </a:lnTo>
                  <a:lnTo>
                    <a:pt x="189" y="408"/>
                  </a:lnTo>
                  <a:lnTo>
                    <a:pt x="189" y="408"/>
                  </a:lnTo>
                  <a:lnTo>
                    <a:pt x="197" y="408"/>
                  </a:lnTo>
                  <a:lnTo>
                    <a:pt x="197" y="410"/>
                  </a:lnTo>
                  <a:lnTo>
                    <a:pt x="197" y="410"/>
                  </a:lnTo>
                  <a:lnTo>
                    <a:pt x="197" y="410"/>
                  </a:lnTo>
                  <a:lnTo>
                    <a:pt x="200" y="410"/>
                  </a:lnTo>
                  <a:lnTo>
                    <a:pt x="200" y="410"/>
                  </a:lnTo>
                  <a:lnTo>
                    <a:pt x="200" y="412"/>
                  </a:lnTo>
                  <a:lnTo>
                    <a:pt x="200" y="414"/>
                  </a:lnTo>
                  <a:lnTo>
                    <a:pt x="202" y="414"/>
                  </a:lnTo>
                  <a:lnTo>
                    <a:pt x="202" y="414"/>
                  </a:lnTo>
                  <a:lnTo>
                    <a:pt x="202" y="414"/>
                  </a:lnTo>
                  <a:lnTo>
                    <a:pt x="202" y="412"/>
                  </a:lnTo>
                  <a:lnTo>
                    <a:pt x="202" y="412"/>
                  </a:lnTo>
                  <a:lnTo>
                    <a:pt x="202" y="412"/>
                  </a:lnTo>
                  <a:lnTo>
                    <a:pt x="202" y="412"/>
                  </a:lnTo>
                  <a:lnTo>
                    <a:pt x="202" y="410"/>
                  </a:lnTo>
                  <a:lnTo>
                    <a:pt x="202" y="410"/>
                  </a:lnTo>
                  <a:lnTo>
                    <a:pt x="202" y="410"/>
                  </a:lnTo>
                  <a:lnTo>
                    <a:pt x="204" y="410"/>
                  </a:lnTo>
                  <a:lnTo>
                    <a:pt x="204" y="410"/>
                  </a:lnTo>
                  <a:lnTo>
                    <a:pt x="204" y="410"/>
                  </a:lnTo>
                  <a:lnTo>
                    <a:pt x="204" y="410"/>
                  </a:lnTo>
                  <a:lnTo>
                    <a:pt x="204" y="410"/>
                  </a:lnTo>
                  <a:lnTo>
                    <a:pt x="206" y="410"/>
                  </a:lnTo>
                  <a:lnTo>
                    <a:pt x="206" y="410"/>
                  </a:lnTo>
                  <a:lnTo>
                    <a:pt x="206" y="410"/>
                  </a:lnTo>
                  <a:lnTo>
                    <a:pt x="206" y="410"/>
                  </a:lnTo>
                  <a:lnTo>
                    <a:pt x="206" y="410"/>
                  </a:lnTo>
                  <a:lnTo>
                    <a:pt x="206" y="410"/>
                  </a:lnTo>
                  <a:lnTo>
                    <a:pt x="206" y="408"/>
                  </a:lnTo>
                  <a:lnTo>
                    <a:pt x="208" y="408"/>
                  </a:lnTo>
                  <a:lnTo>
                    <a:pt x="208" y="408"/>
                  </a:lnTo>
                  <a:lnTo>
                    <a:pt x="208" y="408"/>
                  </a:lnTo>
                  <a:lnTo>
                    <a:pt x="208" y="410"/>
                  </a:lnTo>
                  <a:lnTo>
                    <a:pt x="211" y="410"/>
                  </a:lnTo>
                  <a:lnTo>
                    <a:pt x="211" y="410"/>
                  </a:lnTo>
                  <a:lnTo>
                    <a:pt x="211" y="408"/>
                  </a:lnTo>
                  <a:lnTo>
                    <a:pt x="211" y="408"/>
                  </a:lnTo>
                  <a:lnTo>
                    <a:pt x="211" y="408"/>
                  </a:lnTo>
                  <a:lnTo>
                    <a:pt x="211" y="408"/>
                  </a:lnTo>
                  <a:lnTo>
                    <a:pt x="213" y="410"/>
                  </a:lnTo>
                  <a:lnTo>
                    <a:pt x="213" y="410"/>
                  </a:lnTo>
                  <a:lnTo>
                    <a:pt x="217" y="408"/>
                  </a:lnTo>
                  <a:lnTo>
                    <a:pt x="220" y="408"/>
                  </a:lnTo>
                  <a:lnTo>
                    <a:pt x="222" y="406"/>
                  </a:lnTo>
                  <a:lnTo>
                    <a:pt x="222" y="403"/>
                  </a:lnTo>
                  <a:lnTo>
                    <a:pt x="224" y="401"/>
                  </a:lnTo>
                  <a:lnTo>
                    <a:pt x="226" y="401"/>
                  </a:lnTo>
                  <a:lnTo>
                    <a:pt x="226" y="401"/>
                  </a:lnTo>
                  <a:lnTo>
                    <a:pt x="226" y="401"/>
                  </a:lnTo>
                  <a:lnTo>
                    <a:pt x="226" y="399"/>
                  </a:lnTo>
                  <a:lnTo>
                    <a:pt x="226" y="399"/>
                  </a:lnTo>
                  <a:lnTo>
                    <a:pt x="228" y="399"/>
                  </a:lnTo>
                  <a:lnTo>
                    <a:pt x="228" y="397"/>
                  </a:lnTo>
                  <a:lnTo>
                    <a:pt x="226" y="388"/>
                  </a:lnTo>
                  <a:lnTo>
                    <a:pt x="226" y="383"/>
                  </a:lnTo>
                  <a:lnTo>
                    <a:pt x="228" y="381"/>
                  </a:lnTo>
                  <a:lnTo>
                    <a:pt x="228" y="379"/>
                  </a:lnTo>
                  <a:lnTo>
                    <a:pt x="231" y="375"/>
                  </a:lnTo>
                  <a:lnTo>
                    <a:pt x="233" y="375"/>
                  </a:lnTo>
                  <a:lnTo>
                    <a:pt x="233" y="375"/>
                  </a:lnTo>
                  <a:lnTo>
                    <a:pt x="233" y="375"/>
                  </a:lnTo>
                  <a:lnTo>
                    <a:pt x="237" y="368"/>
                  </a:lnTo>
                  <a:lnTo>
                    <a:pt x="239" y="366"/>
                  </a:lnTo>
                  <a:lnTo>
                    <a:pt x="239" y="366"/>
                  </a:lnTo>
                  <a:lnTo>
                    <a:pt x="239" y="366"/>
                  </a:lnTo>
                  <a:lnTo>
                    <a:pt x="237" y="366"/>
                  </a:lnTo>
                  <a:lnTo>
                    <a:pt x="237" y="366"/>
                  </a:lnTo>
                  <a:lnTo>
                    <a:pt x="237" y="366"/>
                  </a:lnTo>
                  <a:lnTo>
                    <a:pt x="237" y="366"/>
                  </a:lnTo>
                  <a:lnTo>
                    <a:pt x="237" y="366"/>
                  </a:lnTo>
                  <a:lnTo>
                    <a:pt x="239" y="366"/>
                  </a:lnTo>
                  <a:lnTo>
                    <a:pt x="239" y="363"/>
                  </a:lnTo>
                  <a:lnTo>
                    <a:pt x="237" y="363"/>
                  </a:lnTo>
                  <a:lnTo>
                    <a:pt x="237" y="363"/>
                  </a:lnTo>
                  <a:lnTo>
                    <a:pt x="237" y="363"/>
                  </a:lnTo>
                  <a:lnTo>
                    <a:pt x="237" y="363"/>
                  </a:lnTo>
                  <a:lnTo>
                    <a:pt x="237" y="363"/>
                  </a:lnTo>
                  <a:lnTo>
                    <a:pt x="239" y="363"/>
                  </a:lnTo>
                  <a:lnTo>
                    <a:pt x="242" y="363"/>
                  </a:lnTo>
                  <a:lnTo>
                    <a:pt x="242" y="363"/>
                  </a:lnTo>
                  <a:lnTo>
                    <a:pt x="244" y="363"/>
                  </a:lnTo>
                  <a:lnTo>
                    <a:pt x="246" y="361"/>
                  </a:lnTo>
                  <a:lnTo>
                    <a:pt x="246" y="359"/>
                  </a:lnTo>
                  <a:lnTo>
                    <a:pt x="246" y="359"/>
                  </a:lnTo>
                  <a:lnTo>
                    <a:pt x="246" y="357"/>
                  </a:lnTo>
                  <a:lnTo>
                    <a:pt x="246" y="357"/>
                  </a:lnTo>
                  <a:lnTo>
                    <a:pt x="248" y="355"/>
                  </a:lnTo>
                  <a:lnTo>
                    <a:pt x="251" y="352"/>
                  </a:lnTo>
                  <a:lnTo>
                    <a:pt x="251" y="352"/>
                  </a:lnTo>
                  <a:lnTo>
                    <a:pt x="253" y="350"/>
                  </a:lnTo>
                  <a:lnTo>
                    <a:pt x="253" y="348"/>
                  </a:lnTo>
                  <a:lnTo>
                    <a:pt x="253" y="346"/>
                  </a:lnTo>
                  <a:lnTo>
                    <a:pt x="255" y="343"/>
                  </a:lnTo>
                  <a:lnTo>
                    <a:pt x="255" y="341"/>
                  </a:lnTo>
                  <a:lnTo>
                    <a:pt x="262" y="335"/>
                  </a:lnTo>
                  <a:lnTo>
                    <a:pt x="259" y="335"/>
                  </a:lnTo>
                  <a:lnTo>
                    <a:pt x="259" y="335"/>
                  </a:lnTo>
                  <a:lnTo>
                    <a:pt x="259" y="332"/>
                  </a:lnTo>
                  <a:lnTo>
                    <a:pt x="259" y="332"/>
                  </a:lnTo>
                  <a:lnTo>
                    <a:pt x="257" y="332"/>
                  </a:lnTo>
                  <a:lnTo>
                    <a:pt x="257" y="332"/>
                  </a:lnTo>
                  <a:lnTo>
                    <a:pt x="255" y="330"/>
                  </a:lnTo>
                  <a:lnTo>
                    <a:pt x="255" y="330"/>
                  </a:lnTo>
                  <a:lnTo>
                    <a:pt x="257" y="330"/>
                  </a:lnTo>
                  <a:lnTo>
                    <a:pt x="259" y="330"/>
                  </a:lnTo>
                  <a:lnTo>
                    <a:pt x="262" y="330"/>
                  </a:lnTo>
                  <a:lnTo>
                    <a:pt x="264" y="330"/>
                  </a:lnTo>
                  <a:lnTo>
                    <a:pt x="264" y="330"/>
                  </a:lnTo>
                  <a:lnTo>
                    <a:pt x="264" y="328"/>
                  </a:lnTo>
                  <a:lnTo>
                    <a:pt x="264" y="328"/>
                  </a:lnTo>
                  <a:lnTo>
                    <a:pt x="268" y="328"/>
                  </a:lnTo>
                  <a:lnTo>
                    <a:pt x="273" y="328"/>
                  </a:lnTo>
                  <a:lnTo>
                    <a:pt x="273" y="328"/>
                  </a:lnTo>
                  <a:lnTo>
                    <a:pt x="275" y="326"/>
                  </a:lnTo>
                  <a:lnTo>
                    <a:pt x="277" y="319"/>
                  </a:lnTo>
                  <a:lnTo>
                    <a:pt x="282" y="317"/>
                  </a:lnTo>
                  <a:lnTo>
                    <a:pt x="284" y="312"/>
                  </a:lnTo>
                  <a:lnTo>
                    <a:pt x="290" y="312"/>
                  </a:lnTo>
                  <a:lnTo>
                    <a:pt x="293" y="312"/>
                  </a:lnTo>
                  <a:lnTo>
                    <a:pt x="295" y="312"/>
                  </a:lnTo>
                  <a:lnTo>
                    <a:pt x="295" y="312"/>
                  </a:lnTo>
                  <a:lnTo>
                    <a:pt x="302" y="304"/>
                  </a:lnTo>
                  <a:lnTo>
                    <a:pt x="308" y="297"/>
                  </a:lnTo>
                  <a:lnTo>
                    <a:pt x="313" y="293"/>
                  </a:lnTo>
                  <a:lnTo>
                    <a:pt x="317" y="284"/>
                  </a:lnTo>
                  <a:lnTo>
                    <a:pt x="319" y="277"/>
                  </a:lnTo>
                  <a:lnTo>
                    <a:pt x="319" y="277"/>
                  </a:lnTo>
                  <a:lnTo>
                    <a:pt x="321" y="275"/>
                  </a:lnTo>
                  <a:lnTo>
                    <a:pt x="326" y="273"/>
                  </a:lnTo>
                  <a:lnTo>
                    <a:pt x="326" y="273"/>
                  </a:lnTo>
                  <a:lnTo>
                    <a:pt x="328" y="270"/>
                  </a:lnTo>
                  <a:lnTo>
                    <a:pt x="330" y="266"/>
                  </a:lnTo>
                  <a:lnTo>
                    <a:pt x="330" y="264"/>
                  </a:lnTo>
                  <a:lnTo>
                    <a:pt x="335" y="261"/>
                  </a:lnTo>
                  <a:lnTo>
                    <a:pt x="335" y="261"/>
                  </a:lnTo>
                  <a:lnTo>
                    <a:pt x="341" y="257"/>
                  </a:lnTo>
                  <a:lnTo>
                    <a:pt x="341" y="257"/>
                  </a:lnTo>
                  <a:lnTo>
                    <a:pt x="344" y="257"/>
                  </a:lnTo>
                  <a:lnTo>
                    <a:pt x="346" y="253"/>
                  </a:lnTo>
                  <a:lnTo>
                    <a:pt x="346" y="253"/>
                  </a:lnTo>
                  <a:lnTo>
                    <a:pt x="348" y="250"/>
                  </a:lnTo>
                  <a:lnTo>
                    <a:pt x="350" y="248"/>
                  </a:lnTo>
                  <a:lnTo>
                    <a:pt x="350" y="246"/>
                  </a:lnTo>
                  <a:lnTo>
                    <a:pt x="350" y="244"/>
                  </a:lnTo>
                  <a:lnTo>
                    <a:pt x="352" y="246"/>
                  </a:lnTo>
                  <a:lnTo>
                    <a:pt x="355" y="246"/>
                  </a:lnTo>
                  <a:lnTo>
                    <a:pt x="357" y="244"/>
                  </a:lnTo>
                  <a:lnTo>
                    <a:pt x="359" y="242"/>
                  </a:lnTo>
                  <a:lnTo>
                    <a:pt x="361" y="239"/>
                  </a:lnTo>
                  <a:lnTo>
                    <a:pt x="361" y="239"/>
                  </a:lnTo>
                  <a:lnTo>
                    <a:pt x="361" y="239"/>
                  </a:lnTo>
                  <a:lnTo>
                    <a:pt x="359" y="237"/>
                  </a:lnTo>
                  <a:lnTo>
                    <a:pt x="359" y="235"/>
                  </a:lnTo>
                  <a:lnTo>
                    <a:pt x="357" y="235"/>
                  </a:lnTo>
                  <a:lnTo>
                    <a:pt x="355" y="237"/>
                  </a:lnTo>
                  <a:lnTo>
                    <a:pt x="352" y="237"/>
                  </a:lnTo>
                  <a:lnTo>
                    <a:pt x="350" y="237"/>
                  </a:lnTo>
                  <a:lnTo>
                    <a:pt x="348" y="239"/>
                  </a:lnTo>
                  <a:lnTo>
                    <a:pt x="346" y="237"/>
                  </a:lnTo>
                  <a:lnTo>
                    <a:pt x="344" y="239"/>
                  </a:lnTo>
                  <a:lnTo>
                    <a:pt x="344" y="237"/>
                  </a:lnTo>
                  <a:lnTo>
                    <a:pt x="341" y="237"/>
                  </a:lnTo>
                  <a:lnTo>
                    <a:pt x="341" y="235"/>
                  </a:lnTo>
                  <a:lnTo>
                    <a:pt x="344" y="235"/>
                  </a:lnTo>
                  <a:lnTo>
                    <a:pt x="344" y="235"/>
                  </a:lnTo>
                  <a:close/>
                </a:path>
              </a:pathLst>
            </a:custGeom>
            <a:solidFill>
              <a:srgbClr val="D6D9ED"/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4133E9C7-39FA-4B0F-B90F-1B51D68A85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7" y="1586"/>
              <a:ext cx="226" cy="124"/>
            </a:xfrm>
            <a:custGeom>
              <a:avLst/>
              <a:gdLst>
                <a:gd name="T0" fmla="*/ 215 w 226"/>
                <a:gd name="T1" fmla="*/ 4 h 124"/>
                <a:gd name="T2" fmla="*/ 203 w 226"/>
                <a:gd name="T3" fmla="*/ 2 h 124"/>
                <a:gd name="T4" fmla="*/ 199 w 226"/>
                <a:gd name="T5" fmla="*/ 2 h 124"/>
                <a:gd name="T6" fmla="*/ 184 w 226"/>
                <a:gd name="T7" fmla="*/ 6 h 124"/>
                <a:gd name="T8" fmla="*/ 179 w 226"/>
                <a:gd name="T9" fmla="*/ 4 h 124"/>
                <a:gd name="T10" fmla="*/ 172 w 226"/>
                <a:gd name="T11" fmla="*/ 4 h 124"/>
                <a:gd name="T12" fmla="*/ 164 w 226"/>
                <a:gd name="T13" fmla="*/ 4 h 124"/>
                <a:gd name="T14" fmla="*/ 155 w 226"/>
                <a:gd name="T15" fmla="*/ 11 h 124"/>
                <a:gd name="T16" fmla="*/ 155 w 226"/>
                <a:gd name="T17" fmla="*/ 13 h 124"/>
                <a:gd name="T18" fmla="*/ 146 w 226"/>
                <a:gd name="T19" fmla="*/ 20 h 124"/>
                <a:gd name="T20" fmla="*/ 133 w 226"/>
                <a:gd name="T21" fmla="*/ 28 h 124"/>
                <a:gd name="T22" fmla="*/ 121 w 226"/>
                <a:gd name="T23" fmla="*/ 33 h 124"/>
                <a:gd name="T24" fmla="*/ 117 w 226"/>
                <a:gd name="T25" fmla="*/ 33 h 124"/>
                <a:gd name="T26" fmla="*/ 99 w 226"/>
                <a:gd name="T27" fmla="*/ 33 h 124"/>
                <a:gd name="T28" fmla="*/ 90 w 226"/>
                <a:gd name="T29" fmla="*/ 35 h 124"/>
                <a:gd name="T30" fmla="*/ 77 w 226"/>
                <a:gd name="T31" fmla="*/ 31 h 124"/>
                <a:gd name="T32" fmla="*/ 55 w 226"/>
                <a:gd name="T33" fmla="*/ 13 h 124"/>
                <a:gd name="T34" fmla="*/ 48 w 226"/>
                <a:gd name="T35" fmla="*/ 9 h 124"/>
                <a:gd name="T36" fmla="*/ 42 w 226"/>
                <a:gd name="T37" fmla="*/ 13 h 124"/>
                <a:gd name="T38" fmla="*/ 39 w 226"/>
                <a:gd name="T39" fmla="*/ 9 h 124"/>
                <a:gd name="T40" fmla="*/ 37 w 226"/>
                <a:gd name="T41" fmla="*/ 4 h 124"/>
                <a:gd name="T42" fmla="*/ 31 w 226"/>
                <a:gd name="T43" fmla="*/ 4 h 124"/>
                <a:gd name="T44" fmla="*/ 31 w 226"/>
                <a:gd name="T45" fmla="*/ 9 h 124"/>
                <a:gd name="T46" fmla="*/ 26 w 226"/>
                <a:gd name="T47" fmla="*/ 15 h 124"/>
                <a:gd name="T48" fmla="*/ 13 w 226"/>
                <a:gd name="T49" fmla="*/ 26 h 124"/>
                <a:gd name="T50" fmla="*/ 6 w 226"/>
                <a:gd name="T51" fmla="*/ 33 h 124"/>
                <a:gd name="T52" fmla="*/ 2 w 226"/>
                <a:gd name="T53" fmla="*/ 44 h 124"/>
                <a:gd name="T54" fmla="*/ 6 w 226"/>
                <a:gd name="T55" fmla="*/ 44 h 124"/>
                <a:gd name="T56" fmla="*/ 15 w 226"/>
                <a:gd name="T57" fmla="*/ 48 h 124"/>
                <a:gd name="T58" fmla="*/ 17 w 226"/>
                <a:gd name="T59" fmla="*/ 53 h 124"/>
                <a:gd name="T60" fmla="*/ 31 w 226"/>
                <a:gd name="T61" fmla="*/ 57 h 124"/>
                <a:gd name="T62" fmla="*/ 42 w 226"/>
                <a:gd name="T63" fmla="*/ 64 h 124"/>
                <a:gd name="T64" fmla="*/ 55 w 226"/>
                <a:gd name="T65" fmla="*/ 68 h 124"/>
                <a:gd name="T66" fmla="*/ 68 w 226"/>
                <a:gd name="T67" fmla="*/ 73 h 124"/>
                <a:gd name="T68" fmla="*/ 75 w 226"/>
                <a:gd name="T69" fmla="*/ 79 h 124"/>
                <a:gd name="T70" fmla="*/ 82 w 226"/>
                <a:gd name="T71" fmla="*/ 82 h 124"/>
                <a:gd name="T72" fmla="*/ 90 w 226"/>
                <a:gd name="T73" fmla="*/ 84 h 124"/>
                <a:gd name="T74" fmla="*/ 95 w 226"/>
                <a:gd name="T75" fmla="*/ 95 h 124"/>
                <a:gd name="T76" fmla="*/ 102 w 226"/>
                <a:gd name="T77" fmla="*/ 102 h 124"/>
                <a:gd name="T78" fmla="*/ 108 w 226"/>
                <a:gd name="T79" fmla="*/ 104 h 124"/>
                <a:gd name="T80" fmla="*/ 115 w 226"/>
                <a:gd name="T81" fmla="*/ 106 h 124"/>
                <a:gd name="T82" fmla="*/ 121 w 226"/>
                <a:gd name="T83" fmla="*/ 110 h 124"/>
                <a:gd name="T84" fmla="*/ 126 w 226"/>
                <a:gd name="T85" fmla="*/ 117 h 124"/>
                <a:gd name="T86" fmla="*/ 133 w 226"/>
                <a:gd name="T87" fmla="*/ 122 h 124"/>
                <a:gd name="T88" fmla="*/ 141 w 226"/>
                <a:gd name="T89" fmla="*/ 110 h 124"/>
                <a:gd name="T90" fmla="*/ 152 w 226"/>
                <a:gd name="T91" fmla="*/ 99 h 124"/>
                <a:gd name="T92" fmla="*/ 164 w 226"/>
                <a:gd name="T93" fmla="*/ 86 h 124"/>
                <a:gd name="T94" fmla="*/ 172 w 226"/>
                <a:gd name="T95" fmla="*/ 77 h 124"/>
                <a:gd name="T96" fmla="*/ 177 w 226"/>
                <a:gd name="T97" fmla="*/ 68 h 124"/>
                <a:gd name="T98" fmla="*/ 172 w 226"/>
                <a:gd name="T99" fmla="*/ 68 h 124"/>
                <a:gd name="T100" fmla="*/ 168 w 226"/>
                <a:gd name="T101" fmla="*/ 59 h 124"/>
                <a:gd name="T102" fmla="*/ 170 w 226"/>
                <a:gd name="T103" fmla="*/ 59 h 124"/>
                <a:gd name="T104" fmla="*/ 175 w 226"/>
                <a:gd name="T105" fmla="*/ 66 h 124"/>
                <a:gd name="T106" fmla="*/ 179 w 226"/>
                <a:gd name="T107" fmla="*/ 59 h 124"/>
                <a:gd name="T108" fmla="*/ 179 w 226"/>
                <a:gd name="T109" fmla="*/ 57 h 124"/>
                <a:gd name="T110" fmla="*/ 181 w 226"/>
                <a:gd name="T111" fmla="*/ 64 h 124"/>
                <a:gd name="T112" fmla="*/ 184 w 226"/>
                <a:gd name="T113" fmla="*/ 64 h 124"/>
                <a:gd name="T114" fmla="*/ 190 w 226"/>
                <a:gd name="T115" fmla="*/ 55 h 124"/>
                <a:gd name="T116" fmla="*/ 201 w 226"/>
                <a:gd name="T117" fmla="*/ 40 h 124"/>
                <a:gd name="T118" fmla="*/ 208 w 226"/>
                <a:gd name="T119" fmla="*/ 35 h 124"/>
                <a:gd name="T120" fmla="*/ 223 w 226"/>
                <a:gd name="T121" fmla="*/ 13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26" h="124">
                  <a:moveTo>
                    <a:pt x="226" y="6"/>
                  </a:moveTo>
                  <a:lnTo>
                    <a:pt x="226" y="6"/>
                  </a:lnTo>
                  <a:lnTo>
                    <a:pt x="223" y="6"/>
                  </a:lnTo>
                  <a:lnTo>
                    <a:pt x="221" y="6"/>
                  </a:lnTo>
                  <a:lnTo>
                    <a:pt x="215" y="4"/>
                  </a:lnTo>
                  <a:lnTo>
                    <a:pt x="208" y="4"/>
                  </a:lnTo>
                  <a:lnTo>
                    <a:pt x="206" y="4"/>
                  </a:lnTo>
                  <a:lnTo>
                    <a:pt x="203" y="2"/>
                  </a:lnTo>
                  <a:lnTo>
                    <a:pt x="203" y="2"/>
                  </a:lnTo>
                  <a:lnTo>
                    <a:pt x="203" y="2"/>
                  </a:lnTo>
                  <a:lnTo>
                    <a:pt x="203" y="2"/>
                  </a:lnTo>
                  <a:lnTo>
                    <a:pt x="203" y="2"/>
                  </a:lnTo>
                  <a:lnTo>
                    <a:pt x="203" y="0"/>
                  </a:lnTo>
                  <a:lnTo>
                    <a:pt x="201" y="0"/>
                  </a:lnTo>
                  <a:lnTo>
                    <a:pt x="199" y="2"/>
                  </a:lnTo>
                  <a:lnTo>
                    <a:pt x="192" y="2"/>
                  </a:lnTo>
                  <a:lnTo>
                    <a:pt x="190" y="4"/>
                  </a:lnTo>
                  <a:lnTo>
                    <a:pt x="186" y="6"/>
                  </a:lnTo>
                  <a:lnTo>
                    <a:pt x="186" y="6"/>
                  </a:lnTo>
                  <a:lnTo>
                    <a:pt x="184" y="6"/>
                  </a:lnTo>
                  <a:lnTo>
                    <a:pt x="184" y="6"/>
                  </a:lnTo>
                  <a:lnTo>
                    <a:pt x="181" y="6"/>
                  </a:lnTo>
                  <a:lnTo>
                    <a:pt x="179" y="6"/>
                  </a:lnTo>
                  <a:lnTo>
                    <a:pt x="179" y="4"/>
                  </a:lnTo>
                  <a:lnTo>
                    <a:pt x="179" y="4"/>
                  </a:lnTo>
                  <a:lnTo>
                    <a:pt x="179" y="4"/>
                  </a:lnTo>
                  <a:lnTo>
                    <a:pt x="179" y="4"/>
                  </a:lnTo>
                  <a:lnTo>
                    <a:pt x="177" y="4"/>
                  </a:lnTo>
                  <a:lnTo>
                    <a:pt x="175" y="4"/>
                  </a:lnTo>
                  <a:lnTo>
                    <a:pt x="172" y="4"/>
                  </a:lnTo>
                  <a:lnTo>
                    <a:pt x="170" y="4"/>
                  </a:lnTo>
                  <a:lnTo>
                    <a:pt x="166" y="6"/>
                  </a:lnTo>
                  <a:lnTo>
                    <a:pt x="166" y="6"/>
                  </a:lnTo>
                  <a:lnTo>
                    <a:pt x="166" y="6"/>
                  </a:lnTo>
                  <a:lnTo>
                    <a:pt x="164" y="4"/>
                  </a:lnTo>
                  <a:lnTo>
                    <a:pt x="164" y="4"/>
                  </a:lnTo>
                  <a:lnTo>
                    <a:pt x="164" y="4"/>
                  </a:lnTo>
                  <a:lnTo>
                    <a:pt x="159" y="9"/>
                  </a:lnTo>
                  <a:lnTo>
                    <a:pt x="157" y="11"/>
                  </a:lnTo>
                  <a:lnTo>
                    <a:pt x="155" y="11"/>
                  </a:lnTo>
                  <a:lnTo>
                    <a:pt x="155" y="11"/>
                  </a:lnTo>
                  <a:lnTo>
                    <a:pt x="155" y="11"/>
                  </a:lnTo>
                  <a:lnTo>
                    <a:pt x="155" y="13"/>
                  </a:lnTo>
                  <a:lnTo>
                    <a:pt x="155" y="13"/>
                  </a:lnTo>
                  <a:lnTo>
                    <a:pt x="155" y="13"/>
                  </a:lnTo>
                  <a:lnTo>
                    <a:pt x="155" y="13"/>
                  </a:lnTo>
                  <a:lnTo>
                    <a:pt x="155" y="13"/>
                  </a:lnTo>
                  <a:lnTo>
                    <a:pt x="155" y="15"/>
                  </a:lnTo>
                  <a:lnTo>
                    <a:pt x="146" y="20"/>
                  </a:lnTo>
                  <a:lnTo>
                    <a:pt x="146" y="20"/>
                  </a:lnTo>
                  <a:lnTo>
                    <a:pt x="146" y="22"/>
                  </a:lnTo>
                  <a:lnTo>
                    <a:pt x="144" y="22"/>
                  </a:lnTo>
                  <a:lnTo>
                    <a:pt x="144" y="24"/>
                  </a:lnTo>
                  <a:lnTo>
                    <a:pt x="139" y="28"/>
                  </a:lnTo>
                  <a:lnTo>
                    <a:pt x="133" y="28"/>
                  </a:lnTo>
                  <a:lnTo>
                    <a:pt x="130" y="28"/>
                  </a:lnTo>
                  <a:lnTo>
                    <a:pt x="130" y="28"/>
                  </a:lnTo>
                  <a:lnTo>
                    <a:pt x="126" y="31"/>
                  </a:lnTo>
                  <a:lnTo>
                    <a:pt x="124" y="33"/>
                  </a:lnTo>
                  <a:lnTo>
                    <a:pt x="121" y="33"/>
                  </a:lnTo>
                  <a:lnTo>
                    <a:pt x="121" y="35"/>
                  </a:lnTo>
                  <a:lnTo>
                    <a:pt x="121" y="35"/>
                  </a:lnTo>
                  <a:lnTo>
                    <a:pt x="119" y="35"/>
                  </a:lnTo>
                  <a:lnTo>
                    <a:pt x="119" y="35"/>
                  </a:lnTo>
                  <a:lnTo>
                    <a:pt x="117" y="33"/>
                  </a:lnTo>
                  <a:lnTo>
                    <a:pt x="117" y="33"/>
                  </a:lnTo>
                  <a:lnTo>
                    <a:pt x="115" y="33"/>
                  </a:lnTo>
                  <a:lnTo>
                    <a:pt x="104" y="33"/>
                  </a:lnTo>
                  <a:lnTo>
                    <a:pt x="102" y="33"/>
                  </a:lnTo>
                  <a:lnTo>
                    <a:pt x="99" y="33"/>
                  </a:lnTo>
                  <a:lnTo>
                    <a:pt x="97" y="35"/>
                  </a:lnTo>
                  <a:lnTo>
                    <a:pt x="95" y="40"/>
                  </a:lnTo>
                  <a:lnTo>
                    <a:pt x="93" y="40"/>
                  </a:lnTo>
                  <a:lnTo>
                    <a:pt x="93" y="37"/>
                  </a:lnTo>
                  <a:lnTo>
                    <a:pt x="90" y="35"/>
                  </a:lnTo>
                  <a:lnTo>
                    <a:pt x="88" y="35"/>
                  </a:lnTo>
                  <a:lnTo>
                    <a:pt x="86" y="35"/>
                  </a:lnTo>
                  <a:lnTo>
                    <a:pt x="82" y="33"/>
                  </a:lnTo>
                  <a:lnTo>
                    <a:pt x="82" y="33"/>
                  </a:lnTo>
                  <a:lnTo>
                    <a:pt x="77" y="31"/>
                  </a:lnTo>
                  <a:lnTo>
                    <a:pt x="62" y="15"/>
                  </a:lnTo>
                  <a:lnTo>
                    <a:pt x="57" y="15"/>
                  </a:lnTo>
                  <a:lnTo>
                    <a:pt x="57" y="13"/>
                  </a:lnTo>
                  <a:lnTo>
                    <a:pt x="55" y="13"/>
                  </a:lnTo>
                  <a:lnTo>
                    <a:pt x="55" y="13"/>
                  </a:lnTo>
                  <a:lnTo>
                    <a:pt x="55" y="13"/>
                  </a:lnTo>
                  <a:lnTo>
                    <a:pt x="53" y="11"/>
                  </a:lnTo>
                  <a:lnTo>
                    <a:pt x="53" y="9"/>
                  </a:lnTo>
                  <a:lnTo>
                    <a:pt x="51" y="9"/>
                  </a:lnTo>
                  <a:lnTo>
                    <a:pt x="48" y="9"/>
                  </a:lnTo>
                  <a:lnTo>
                    <a:pt x="48" y="9"/>
                  </a:lnTo>
                  <a:lnTo>
                    <a:pt x="48" y="9"/>
                  </a:lnTo>
                  <a:lnTo>
                    <a:pt x="44" y="11"/>
                  </a:lnTo>
                  <a:lnTo>
                    <a:pt x="44" y="13"/>
                  </a:lnTo>
                  <a:lnTo>
                    <a:pt x="42" y="13"/>
                  </a:lnTo>
                  <a:lnTo>
                    <a:pt x="42" y="11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39" y="9"/>
                  </a:lnTo>
                  <a:lnTo>
                    <a:pt x="39" y="9"/>
                  </a:lnTo>
                  <a:lnTo>
                    <a:pt x="39" y="9"/>
                  </a:lnTo>
                  <a:lnTo>
                    <a:pt x="37" y="6"/>
                  </a:lnTo>
                  <a:lnTo>
                    <a:pt x="37" y="6"/>
                  </a:lnTo>
                  <a:lnTo>
                    <a:pt x="37" y="4"/>
                  </a:lnTo>
                  <a:lnTo>
                    <a:pt x="37" y="4"/>
                  </a:lnTo>
                  <a:lnTo>
                    <a:pt x="35" y="2"/>
                  </a:lnTo>
                  <a:lnTo>
                    <a:pt x="35" y="2"/>
                  </a:lnTo>
                  <a:lnTo>
                    <a:pt x="33" y="2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1" y="6"/>
                  </a:lnTo>
                  <a:lnTo>
                    <a:pt x="31" y="6"/>
                  </a:lnTo>
                  <a:lnTo>
                    <a:pt x="31" y="9"/>
                  </a:lnTo>
                  <a:lnTo>
                    <a:pt x="31" y="9"/>
                  </a:lnTo>
                  <a:lnTo>
                    <a:pt x="31" y="11"/>
                  </a:lnTo>
                  <a:lnTo>
                    <a:pt x="31" y="11"/>
                  </a:lnTo>
                  <a:lnTo>
                    <a:pt x="31" y="13"/>
                  </a:lnTo>
                  <a:lnTo>
                    <a:pt x="28" y="13"/>
                  </a:lnTo>
                  <a:lnTo>
                    <a:pt x="26" y="15"/>
                  </a:lnTo>
                  <a:lnTo>
                    <a:pt x="24" y="17"/>
                  </a:lnTo>
                  <a:lnTo>
                    <a:pt x="22" y="20"/>
                  </a:lnTo>
                  <a:lnTo>
                    <a:pt x="20" y="24"/>
                  </a:lnTo>
                  <a:lnTo>
                    <a:pt x="17" y="24"/>
                  </a:lnTo>
                  <a:lnTo>
                    <a:pt x="13" y="26"/>
                  </a:lnTo>
                  <a:lnTo>
                    <a:pt x="11" y="26"/>
                  </a:lnTo>
                  <a:lnTo>
                    <a:pt x="8" y="26"/>
                  </a:lnTo>
                  <a:lnTo>
                    <a:pt x="8" y="28"/>
                  </a:lnTo>
                  <a:lnTo>
                    <a:pt x="6" y="31"/>
                  </a:lnTo>
                  <a:lnTo>
                    <a:pt x="6" y="33"/>
                  </a:lnTo>
                  <a:lnTo>
                    <a:pt x="4" y="35"/>
                  </a:lnTo>
                  <a:lnTo>
                    <a:pt x="0" y="37"/>
                  </a:lnTo>
                  <a:lnTo>
                    <a:pt x="2" y="42"/>
                  </a:lnTo>
                  <a:lnTo>
                    <a:pt x="2" y="42"/>
                  </a:lnTo>
                  <a:lnTo>
                    <a:pt x="2" y="44"/>
                  </a:lnTo>
                  <a:lnTo>
                    <a:pt x="2" y="44"/>
                  </a:lnTo>
                  <a:lnTo>
                    <a:pt x="2" y="44"/>
                  </a:lnTo>
                  <a:lnTo>
                    <a:pt x="4" y="44"/>
                  </a:lnTo>
                  <a:lnTo>
                    <a:pt x="4" y="44"/>
                  </a:lnTo>
                  <a:lnTo>
                    <a:pt x="6" y="44"/>
                  </a:lnTo>
                  <a:lnTo>
                    <a:pt x="8" y="46"/>
                  </a:lnTo>
                  <a:lnTo>
                    <a:pt x="8" y="46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5" y="48"/>
                  </a:lnTo>
                  <a:lnTo>
                    <a:pt x="15" y="48"/>
                  </a:lnTo>
                  <a:lnTo>
                    <a:pt x="15" y="51"/>
                  </a:lnTo>
                  <a:lnTo>
                    <a:pt x="17" y="51"/>
                  </a:lnTo>
                  <a:lnTo>
                    <a:pt x="17" y="53"/>
                  </a:lnTo>
                  <a:lnTo>
                    <a:pt x="17" y="53"/>
                  </a:lnTo>
                  <a:lnTo>
                    <a:pt x="24" y="55"/>
                  </a:lnTo>
                  <a:lnTo>
                    <a:pt x="26" y="55"/>
                  </a:lnTo>
                  <a:lnTo>
                    <a:pt x="26" y="55"/>
                  </a:lnTo>
                  <a:lnTo>
                    <a:pt x="28" y="57"/>
                  </a:lnTo>
                  <a:lnTo>
                    <a:pt x="31" y="57"/>
                  </a:lnTo>
                  <a:lnTo>
                    <a:pt x="33" y="59"/>
                  </a:lnTo>
                  <a:lnTo>
                    <a:pt x="33" y="59"/>
                  </a:lnTo>
                  <a:lnTo>
                    <a:pt x="39" y="59"/>
                  </a:lnTo>
                  <a:lnTo>
                    <a:pt x="42" y="62"/>
                  </a:lnTo>
                  <a:lnTo>
                    <a:pt x="42" y="64"/>
                  </a:lnTo>
                  <a:lnTo>
                    <a:pt x="44" y="64"/>
                  </a:lnTo>
                  <a:lnTo>
                    <a:pt x="48" y="66"/>
                  </a:lnTo>
                  <a:lnTo>
                    <a:pt x="51" y="68"/>
                  </a:lnTo>
                  <a:lnTo>
                    <a:pt x="53" y="68"/>
                  </a:lnTo>
                  <a:lnTo>
                    <a:pt x="55" y="68"/>
                  </a:lnTo>
                  <a:lnTo>
                    <a:pt x="55" y="68"/>
                  </a:lnTo>
                  <a:lnTo>
                    <a:pt x="57" y="68"/>
                  </a:lnTo>
                  <a:lnTo>
                    <a:pt x="64" y="71"/>
                  </a:lnTo>
                  <a:lnTo>
                    <a:pt x="66" y="71"/>
                  </a:lnTo>
                  <a:lnTo>
                    <a:pt x="68" y="73"/>
                  </a:lnTo>
                  <a:lnTo>
                    <a:pt x="73" y="77"/>
                  </a:lnTo>
                  <a:lnTo>
                    <a:pt x="73" y="77"/>
                  </a:lnTo>
                  <a:lnTo>
                    <a:pt x="73" y="77"/>
                  </a:lnTo>
                  <a:lnTo>
                    <a:pt x="73" y="79"/>
                  </a:lnTo>
                  <a:lnTo>
                    <a:pt x="75" y="79"/>
                  </a:lnTo>
                  <a:lnTo>
                    <a:pt x="75" y="79"/>
                  </a:lnTo>
                  <a:lnTo>
                    <a:pt x="75" y="79"/>
                  </a:lnTo>
                  <a:lnTo>
                    <a:pt x="77" y="79"/>
                  </a:lnTo>
                  <a:lnTo>
                    <a:pt x="79" y="79"/>
                  </a:lnTo>
                  <a:lnTo>
                    <a:pt x="82" y="82"/>
                  </a:lnTo>
                  <a:lnTo>
                    <a:pt x="86" y="84"/>
                  </a:lnTo>
                  <a:lnTo>
                    <a:pt x="88" y="86"/>
                  </a:lnTo>
                  <a:lnTo>
                    <a:pt x="88" y="86"/>
                  </a:lnTo>
                  <a:lnTo>
                    <a:pt x="90" y="84"/>
                  </a:lnTo>
                  <a:lnTo>
                    <a:pt x="90" y="84"/>
                  </a:lnTo>
                  <a:lnTo>
                    <a:pt x="93" y="86"/>
                  </a:lnTo>
                  <a:lnTo>
                    <a:pt x="95" y="86"/>
                  </a:lnTo>
                  <a:lnTo>
                    <a:pt x="95" y="88"/>
                  </a:lnTo>
                  <a:lnTo>
                    <a:pt x="95" y="95"/>
                  </a:lnTo>
                  <a:lnTo>
                    <a:pt x="95" y="95"/>
                  </a:lnTo>
                  <a:lnTo>
                    <a:pt x="97" y="97"/>
                  </a:lnTo>
                  <a:lnTo>
                    <a:pt x="99" y="97"/>
                  </a:lnTo>
                  <a:lnTo>
                    <a:pt x="99" y="97"/>
                  </a:lnTo>
                  <a:lnTo>
                    <a:pt x="102" y="99"/>
                  </a:lnTo>
                  <a:lnTo>
                    <a:pt x="102" y="102"/>
                  </a:lnTo>
                  <a:lnTo>
                    <a:pt x="102" y="102"/>
                  </a:lnTo>
                  <a:lnTo>
                    <a:pt x="104" y="104"/>
                  </a:lnTo>
                  <a:lnTo>
                    <a:pt x="104" y="104"/>
                  </a:lnTo>
                  <a:lnTo>
                    <a:pt x="108" y="104"/>
                  </a:lnTo>
                  <a:lnTo>
                    <a:pt x="108" y="104"/>
                  </a:lnTo>
                  <a:lnTo>
                    <a:pt x="110" y="106"/>
                  </a:lnTo>
                  <a:lnTo>
                    <a:pt x="113" y="108"/>
                  </a:lnTo>
                  <a:lnTo>
                    <a:pt x="115" y="108"/>
                  </a:lnTo>
                  <a:lnTo>
                    <a:pt x="115" y="108"/>
                  </a:lnTo>
                  <a:lnTo>
                    <a:pt x="115" y="106"/>
                  </a:lnTo>
                  <a:lnTo>
                    <a:pt x="117" y="106"/>
                  </a:lnTo>
                  <a:lnTo>
                    <a:pt x="117" y="106"/>
                  </a:lnTo>
                  <a:lnTo>
                    <a:pt x="121" y="108"/>
                  </a:lnTo>
                  <a:lnTo>
                    <a:pt x="121" y="110"/>
                  </a:lnTo>
                  <a:lnTo>
                    <a:pt x="121" y="110"/>
                  </a:lnTo>
                  <a:lnTo>
                    <a:pt x="124" y="113"/>
                  </a:lnTo>
                  <a:lnTo>
                    <a:pt x="121" y="115"/>
                  </a:lnTo>
                  <a:lnTo>
                    <a:pt x="121" y="117"/>
                  </a:lnTo>
                  <a:lnTo>
                    <a:pt x="124" y="117"/>
                  </a:lnTo>
                  <a:lnTo>
                    <a:pt x="126" y="117"/>
                  </a:lnTo>
                  <a:lnTo>
                    <a:pt x="130" y="117"/>
                  </a:lnTo>
                  <a:lnTo>
                    <a:pt x="130" y="117"/>
                  </a:lnTo>
                  <a:lnTo>
                    <a:pt x="133" y="119"/>
                  </a:lnTo>
                  <a:lnTo>
                    <a:pt x="133" y="119"/>
                  </a:lnTo>
                  <a:lnTo>
                    <a:pt x="133" y="122"/>
                  </a:lnTo>
                  <a:lnTo>
                    <a:pt x="135" y="124"/>
                  </a:lnTo>
                  <a:lnTo>
                    <a:pt x="141" y="113"/>
                  </a:lnTo>
                  <a:lnTo>
                    <a:pt x="141" y="113"/>
                  </a:lnTo>
                  <a:lnTo>
                    <a:pt x="141" y="113"/>
                  </a:lnTo>
                  <a:lnTo>
                    <a:pt x="141" y="110"/>
                  </a:lnTo>
                  <a:lnTo>
                    <a:pt x="141" y="110"/>
                  </a:lnTo>
                  <a:lnTo>
                    <a:pt x="141" y="108"/>
                  </a:lnTo>
                  <a:lnTo>
                    <a:pt x="144" y="108"/>
                  </a:lnTo>
                  <a:lnTo>
                    <a:pt x="146" y="106"/>
                  </a:lnTo>
                  <a:lnTo>
                    <a:pt x="152" y="99"/>
                  </a:lnTo>
                  <a:lnTo>
                    <a:pt x="157" y="95"/>
                  </a:lnTo>
                  <a:lnTo>
                    <a:pt x="159" y="93"/>
                  </a:lnTo>
                  <a:lnTo>
                    <a:pt x="161" y="93"/>
                  </a:lnTo>
                  <a:lnTo>
                    <a:pt x="164" y="86"/>
                  </a:lnTo>
                  <a:lnTo>
                    <a:pt x="164" y="86"/>
                  </a:lnTo>
                  <a:lnTo>
                    <a:pt x="166" y="86"/>
                  </a:lnTo>
                  <a:lnTo>
                    <a:pt x="166" y="84"/>
                  </a:lnTo>
                  <a:lnTo>
                    <a:pt x="168" y="79"/>
                  </a:lnTo>
                  <a:lnTo>
                    <a:pt x="170" y="77"/>
                  </a:lnTo>
                  <a:lnTo>
                    <a:pt x="172" y="77"/>
                  </a:lnTo>
                  <a:lnTo>
                    <a:pt x="175" y="73"/>
                  </a:lnTo>
                  <a:lnTo>
                    <a:pt x="177" y="68"/>
                  </a:lnTo>
                  <a:lnTo>
                    <a:pt x="179" y="66"/>
                  </a:lnTo>
                  <a:lnTo>
                    <a:pt x="177" y="66"/>
                  </a:lnTo>
                  <a:lnTo>
                    <a:pt x="177" y="68"/>
                  </a:lnTo>
                  <a:lnTo>
                    <a:pt x="175" y="68"/>
                  </a:lnTo>
                  <a:lnTo>
                    <a:pt x="175" y="68"/>
                  </a:lnTo>
                  <a:lnTo>
                    <a:pt x="175" y="68"/>
                  </a:lnTo>
                  <a:lnTo>
                    <a:pt x="175" y="68"/>
                  </a:lnTo>
                  <a:lnTo>
                    <a:pt x="172" y="68"/>
                  </a:lnTo>
                  <a:lnTo>
                    <a:pt x="172" y="68"/>
                  </a:lnTo>
                  <a:lnTo>
                    <a:pt x="170" y="62"/>
                  </a:lnTo>
                  <a:lnTo>
                    <a:pt x="170" y="62"/>
                  </a:lnTo>
                  <a:lnTo>
                    <a:pt x="170" y="62"/>
                  </a:lnTo>
                  <a:lnTo>
                    <a:pt x="168" y="59"/>
                  </a:lnTo>
                  <a:lnTo>
                    <a:pt x="166" y="57"/>
                  </a:lnTo>
                  <a:lnTo>
                    <a:pt x="168" y="57"/>
                  </a:lnTo>
                  <a:lnTo>
                    <a:pt x="170" y="57"/>
                  </a:lnTo>
                  <a:lnTo>
                    <a:pt x="170" y="59"/>
                  </a:lnTo>
                  <a:lnTo>
                    <a:pt x="170" y="59"/>
                  </a:lnTo>
                  <a:lnTo>
                    <a:pt x="172" y="64"/>
                  </a:lnTo>
                  <a:lnTo>
                    <a:pt x="172" y="64"/>
                  </a:lnTo>
                  <a:lnTo>
                    <a:pt x="172" y="66"/>
                  </a:lnTo>
                  <a:lnTo>
                    <a:pt x="175" y="68"/>
                  </a:lnTo>
                  <a:lnTo>
                    <a:pt x="175" y="66"/>
                  </a:lnTo>
                  <a:lnTo>
                    <a:pt x="177" y="64"/>
                  </a:lnTo>
                  <a:lnTo>
                    <a:pt x="179" y="64"/>
                  </a:lnTo>
                  <a:lnTo>
                    <a:pt x="179" y="64"/>
                  </a:lnTo>
                  <a:lnTo>
                    <a:pt x="179" y="62"/>
                  </a:lnTo>
                  <a:lnTo>
                    <a:pt x="179" y="59"/>
                  </a:lnTo>
                  <a:lnTo>
                    <a:pt x="179" y="59"/>
                  </a:lnTo>
                  <a:lnTo>
                    <a:pt x="177" y="57"/>
                  </a:lnTo>
                  <a:lnTo>
                    <a:pt x="177" y="57"/>
                  </a:lnTo>
                  <a:lnTo>
                    <a:pt x="179" y="57"/>
                  </a:lnTo>
                  <a:lnTo>
                    <a:pt x="179" y="57"/>
                  </a:lnTo>
                  <a:lnTo>
                    <a:pt x="181" y="57"/>
                  </a:lnTo>
                  <a:lnTo>
                    <a:pt x="181" y="57"/>
                  </a:lnTo>
                  <a:lnTo>
                    <a:pt x="181" y="59"/>
                  </a:lnTo>
                  <a:lnTo>
                    <a:pt x="181" y="62"/>
                  </a:lnTo>
                  <a:lnTo>
                    <a:pt x="181" y="64"/>
                  </a:lnTo>
                  <a:lnTo>
                    <a:pt x="179" y="64"/>
                  </a:lnTo>
                  <a:lnTo>
                    <a:pt x="181" y="64"/>
                  </a:lnTo>
                  <a:lnTo>
                    <a:pt x="181" y="64"/>
                  </a:lnTo>
                  <a:lnTo>
                    <a:pt x="184" y="64"/>
                  </a:lnTo>
                  <a:lnTo>
                    <a:pt x="184" y="64"/>
                  </a:lnTo>
                  <a:lnTo>
                    <a:pt x="186" y="64"/>
                  </a:lnTo>
                  <a:lnTo>
                    <a:pt x="186" y="62"/>
                  </a:lnTo>
                  <a:lnTo>
                    <a:pt x="188" y="57"/>
                  </a:lnTo>
                  <a:lnTo>
                    <a:pt x="188" y="55"/>
                  </a:lnTo>
                  <a:lnTo>
                    <a:pt x="190" y="55"/>
                  </a:lnTo>
                  <a:lnTo>
                    <a:pt x="195" y="53"/>
                  </a:lnTo>
                  <a:lnTo>
                    <a:pt x="195" y="51"/>
                  </a:lnTo>
                  <a:lnTo>
                    <a:pt x="201" y="42"/>
                  </a:lnTo>
                  <a:lnTo>
                    <a:pt x="201" y="42"/>
                  </a:lnTo>
                  <a:lnTo>
                    <a:pt x="201" y="40"/>
                  </a:lnTo>
                  <a:lnTo>
                    <a:pt x="203" y="40"/>
                  </a:lnTo>
                  <a:lnTo>
                    <a:pt x="206" y="37"/>
                  </a:lnTo>
                  <a:lnTo>
                    <a:pt x="206" y="37"/>
                  </a:lnTo>
                  <a:lnTo>
                    <a:pt x="206" y="37"/>
                  </a:lnTo>
                  <a:lnTo>
                    <a:pt x="208" y="35"/>
                  </a:lnTo>
                  <a:lnTo>
                    <a:pt x="215" y="26"/>
                  </a:lnTo>
                  <a:lnTo>
                    <a:pt x="217" y="24"/>
                  </a:lnTo>
                  <a:lnTo>
                    <a:pt x="219" y="22"/>
                  </a:lnTo>
                  <a:lnTo>
                    <a:pt x="219" y="17"/>
                  </a:lnTo>
                  <a:lnTo>
                    <a:pt x="223" y="13"/>
                  </a:lnTo>
                  <a:lnTo>
                    <a:pt x="226" y="6"/>
                  </a:lnTo>
                  <a:lnTo>
                    <a:pt x="226" y="6"/>
                  </a:lnTo>
                  <a:close/>
                </a:path>
              </a:pathLst>
            </a:custGeom>
            <a:solidFill>
              <a:srgbClr val="D6D9ED"/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31">
              <a:extLst>
                <a:ext uri="{FF2B5EF4-FFF2-40B4-BE49-F238E27FC236}">
                  <a16:creationId xmlns:a16="http://schemas.microsoft.com/office/drawing/2014/main" id="{F7E97A1F-549F-44C2-B667-D2F158E14A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9" y="1459"/>
              <a:ext cx="543" cy="299"/>
            </a:xfrm>
            <a:custGeom>
              <a:avLst/>
              <a:gdLst>
                <a:gd name="T0" fmla="*/ 15 w 543"/>
                <a:gd name="T1" fmla="*/ 0 h 299"/>
                <a:gd name="T2" fmla="*/ 22 w 543"/>
                <a:gd name="T3" fmla="*/ 16 h 299"/>
                <a:gd name="T4" fmla="*/ 11 w 543"/>
                <a:gd name="T5" fmla="*/ 20 h 299"/>
                <a:gd name="T6" fmla="*/ 6 w 543"/>
                <a:gd name="T7" fmla="*/ 25 h 299"/>
                <a:gd name="T8" fmla="*/ 4 w 543"/>
                <a:gd name="T9" fmla="*/ 31 h 299"/>
                <a:gd name="T10" fmla="*/ 17 w 543"/>
                <a:gd name="T11" fmla="*/ 49 h 299"/>
                <a:gd name="T12" fmla="*/ 17 w 543"/>
                <a:gd name="T13" fmla="*/ 58 h 299"/>
                <a:gd name="T14" fmla="*/ 24 w 543"/>
                <a:gd name="T15" fmla="*/ 67 h 299"/>
                <a:gd name="T16" fmla="*/ 31 w 543"/>
                <a:gd name="T17" fmla="*/ 78 h 299"/>
                <a:gd name="T18" fmla="*/ 35 w 543"/>
                <a:gd name="T19" fmla="*/ 91 h 299"/>
                <a:gd name="T20" fmla="*/ 46 w 543"/>
                <a:gd name="T21" fmla="*/ 100 h 299"/>
                <a:gd name="T22" fmla="*/ 51 w 543"/>
                <a:gd name="T23" fmla="*/ 104 h 299"/>
                <a:gd name="T24" fmla="*/ 55 w 543"/>
                <a:gd name="T25" fmla="*/ 116 h 299"/>
                <a:gd name="T26" fmla="*/ 71 w 543"/>
                <a:gd name="T27" fmla="*/ 131 h 299"/>
                <a:gd name="T28" fmla="*/ 80 w 543"/>
                <a:gd name="T29" fmla="*/ 147 h 299"/>
                <a:gd name="T30" fmla="*/ 73 w 543"/>
                <a:gd name="T31" fmla="*/ 155 h 299"/>
                <a:gd name="T32" fmla="*/ 66 w 543"/>
                <a:gd name="T33" fmla="*/ 162 h 299"/>
                <a:gd name="T34" fmla="*/ 99 w 543"/>
                <a:gd name="T35" fmla="*/ 173 h 299"/>
                <a:gd name="T36" fmla="*/ 102 w 543"/>
                <a:gd name="T37" fmla="*/ 173 h 299"/>
                <a:gd name="T38" fmla="*/ 119 w 543"/>
                <a:gd name="T39" fmla="*/ 175 h 299"/>
                <a:gd name="T40" fmla="*/ 126 w 543"/>
                <a:gd name="T41" fmla="*/ 180 h 299"/>
                <a:gd name="T42" fmla="*/ 128 w 543"/>
                <a:gd name="T43" fmla="*/ 189 h 299"/>
                <a:gd name="T44" fmla="*/ 137 w 543"/>
                <a:gd name="T45" fmla="*/ 202 h 299"/>
                <a:gd name="T46" fmla="*/ 135 w 543"/>
                <a:gd name="T47" fmla="*/ 209 h 299"/>
                <a:gd name="T48" fmla="*/ 153 w 543"/>
                <a:gd name="T49" fmla="*/ 215 h 299"/>
                <a:gd name="T50" fmla="*/ 195 w 543"/>
                <a:gd name="T51" fmla="*/ 213 h 299"/>
                <a:gd name="T52" fmla="*/ 199 w 543"/>
                <a:gd name="T53" fmla="*/ 213 h 299"/>
                <a:gd name="T54" fmla="*/ 210 w 543"/>
                <a:gd name="T55" fmla="*/ 206 h 299"/>
                <a:gd name="T56" fmla="*/ 224 w 543"/>
                <a:gd name="T57" fmla="*/ 198 h 299"/>
                <a:gd name="T58" fmla="*/ 230 w 543"/>
                <a:gd name="T59" fmla="*/ 191 h 299"/>
                <a:gd name="T60" fmla="*/ 246 w 543"/>
                <a:gd name="T61" fmla="*/ 180 h 299"/>
                <a:gd name="T62" fmla="*/ 257 w 543"/>
                <a:gd name="T63" fmla="*/ 171 h 299"/>
                <a:gd name="T64" fmla="*/ 255 w 543"/>
                <a:gd name="T65" fmla="*/ 178 h 299"/>
                <a:gd name="T66" fmla="*/ 252 w 543"/>
                <a:gd name="T67" fmla="*/ 180 h 299"/>
                <a:gd name="T68" fmla="*/ 250 w 543"/>
                <a:gd name="T69" fmla="*/ 182 h 299"/>
                <a:gd name="T70" fmla="*/ 255 w 543"/>
                <a:gd name="T71" fmla="*/ 191 h 299"/>
                <a:gd name="T72" fmla="*/ 255 w 543"/>
                <a:gd name="T73" fmla="*/ 198 h 299"/>
                <a:gd name="T74" fmla="*/ 250 w 543"/>
                <a:gd name="T75" fmla="*/ 198 h 299"/>
                <a:gd name="T76" fmla="*/ 248 w 543"/>
                <a:gd name="T77" fmla="*/ 218 h 299"/>
                <a:gd name="T78" fmla="*/ 248 w 543"/>
                <a:gd name="T79" fmla="*/ 273 h 299"/>
                <a:gd name="T80" fmla="*/ 261 w 543"/>
                <a:gd name="T81" fmla="*/ 288 h 299"/>
                <a:gd name="T82" fmla="*/ 281 w 543"/>
                <a:gd name="T83" fmla="*/ 291 h 299"/>
                <a:gd name="T84" fmla="*/ 310 w 543"/>
                <a:gd name="T85" fmla="*/ 282 h 299"/>
                <a:gd name="T86" fmla="*/ 332 w 543"/>
                <a:gd name="T87" fmla="*/ 284 h 299"/>
                <a:gd name="T88" fmla="*/ 352 w 543"/>
                <a:gd name="T89" fmla="*/ 284 h 299"/>
                <a:gd name="T90" fmla="*/ 370 w 543"/>
                <a:gd name="T91" fmla="*/ 288 h 299"/>
                <a:gd name="T92" fmla="*/ 379 w 543"/>
                <a:gd name="T93" fmla="*/ 288 h 299"/>
                <a:gd name="T94" fmla="*/ 385 w 543"/>
                <a:gd name="T95" fmla="*/ 293 h 299"/>
                <a:gd name="T96" fmla="*/ 396 w 543"/>
                <a:gd name="T97" fmla="*/ 297 h 299"/>
                <a:gd name="T98" fmla="*/ 410 w 543"/>
                <a:gd name="T99" fmla="*/ 291 h 299"/>
                <a:gd name="T100" fmla="*/ 421 w 543"/>
                <a:gd name="T101" fmla="*/ 286 h 299"/>
                <a:gd name="T102" fmla="*/ 432 w 543"/>
                <a:gd name="T103" fmla="*/ 271 h 299"/>
                <a:gd name="T104" fmla="*/ 441 w 543"/>
                <a:gd name="T105" fmla="*/ 262 h 299"/>
                <a:gd name="T106" fmla="*/ 458 w 543"/>
                <a:gd name="T107" fmla="*/ 266 h 299"/>
                <a:gd name="T108" fmla="*/ 467 w 543"/>
                <a:gd name="T109" fmla="*/ 257 h 299"/>
                <a:gd name="T110" fmla="*/ 474 w 543"/>
                <a:gd name="T111" fmla="*/ 251 h 299"/>
                <a:gd name="T112" fmla="*/ 485 w 543"/>
                <a:gd name="T113" fmla="*/ 244 h 299"/>
                <a:gd name="T114" fmla="*/ 489 w 543"/>
                <a:gd name="T115" fmla="*/ 242 h 299"/>
                <a:gd name="T116" fmla="*/ 492 w 543"/>
                <a:gd name="T117" fmla="*/ 237 h 299"/>
                <a:gd name="T118" fmla="*/ 503 w 543"/>
                <a:gd name="T119" fmla="*/ 237 h 299"/>
                <a:gd name="T120" fmla="*/ 507 w 543"/>
                <a:gd name="T121" fmla="*/ 235 h 299"/>
                <a:gd name="T122" fmla="*/ 540 w 543"/>
                <a:gd name="T123" fmla="*/ 211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3" h="299">
                  <a:moveTo>
                    <a:pt x="529" y="202"/>
                  </a:moveTo>
                  <a:lnTo>
                    <a:pt x="310" y="100"/>
                  </a:lnTo>
                  <a:lnTo>
                    <a:pt x="268" y="78"/>
                  </a:lnTo>
                  <a:lnTo>
                    <a:pt x="99" y="36"/>
                  </a:lnTo>
                  <a:lnTo>
                    <a:pt x="17" y="3"/>
                  </a:lnTo>
                  <a:lnTo>
                    <a:pt x="15" y="0"/>
                  </a:lnTo>
                  <a:lnTo>
                    <a:pt x="17" y="3"/>
                  </a:lnTo>
                  <a:lnTo>
                    <a:pt x="22" y="9"/>
                  </a:lnTo>
                  <a:lnTo>
                    <a:pt x="22" y="11"/>
                  </a:lnTo>
                  <a:lnTo>
                    <a:pt x="22" y="14"/>
                  </a:lnTo>
                  <a:lnTo>
                    <a:pt x="24" y="16"/>
                  </a:lnTo>
                  <a:lnTo>
                    <a:pt x="22" y="16"/>
                  </a:lnTo>
                  <a:lnTo>
                    <a:pt x="22" y="18"/>
                  </a:lnTo>
                  <a:lnTo>
                    <a:pt x="20" y="18"/>
                  </a:lnTo>
                  <a:lnTo>
                    <a:pt x="17" y="18"/>
                  </a:lnTo>
                  <a:lnTo>
                    <a:pt x="15" y="18"/>
                  </a:lnTo>
                  <a:lnTo>
                    <a:pt x="13" y="18"/>
                  </a:lnTo>
                  <a:lnTo>
                    <a:pt x="11" y="20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4" y="20"/>
                  </a:lnTo>
                  <a:lnTo>
                    <a:pt x="6" y="25"/>
                  </a:lnTo>
                  <a:lnTo>
                    <a:pt x="6" y="25"/>
                  </a:lnTo>
                  <a:lnTo>
                    <a:pt x="6" y="27"/>
                  </a:lnTo>
                  <a:lnTo>
                    <a:pt x="4" y="27"/>
                  </a:lnTo>
                  <a:lnTo>
                    <a:pt x="4" y="29"/>
                  </a:lnTo>
                  <a:lnTo>
                    <a:pt x="4" y="31"/>
                  </a:lnTo>
                  <a:lnTo>
                    <a:pt x="4" y="31"/>
                  </a:lnTo>
                  <a:lnTo>
                    <a:pt x="0" y="34"/>
                  </a:lnTo>
                  <a:lnTo>
                    <a:pt x="2" y="34"/>
                  </a:lnTo>
                  <a:lnTo>
                    <a:pt x="4" y="36"/>
                  </a:lnTo>
                  <a:lnTo>
                    <a:pt x="13" y="45"/>
                  </a:lnTo>
                  <a:lnTo>
                    <a:pt x="15" y="47"/>
                  </a:lnTo>
                  <a:lnTo>
                    <a:pt x="17" y="49"/>
                  </a:lnTo>
                  <a:lnTo>
                    <a:pt x="22" y="49"/>
                  </a:lnTo>
                  <a:lnTo>
                    <a:pt x="24" y="51"/>
                  </a:lnTo>
                  <a:lnTo>
                    <a:pt x="24" y="54"/>
                  </a:lnTo>
                  <a:lnTo>
                    <a:pt x="24" y="56"/>
                  </a:lnTo>
                  <a:lnTo>
                    <a:pt x="20" y="58"/>
                  </a:lnTo>
                  <a:lnTo>
                    <a:pt x="17" y="58"/>
                  </a:lnTo>
                  <a:lnTo>
                    <a:pt x="17" y="58"/>
                  </a:lnTo>
                  <a:lnTo>
                    <a:pt x="17" y="58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20" y="65"/>
                  </a:lnTo>
                  <a:lnTo>
                    <a:pt x="24" y="67"/>
                  </a:lnTo>
                  <a:lnTo>
                    <a:pt x="26" y="67"/>
                  </a:lnTo>
                  <a:lnTo>
                    <a:pt x="29" y="69"/>
                  </a:lnTo>
                  <a:lnTo>
                    <a:pt x="29" y="71"/>
                  </a:lnTo>
                  <a:lnTo>
                    <a:pt x="31" y="73"/>
                  </a:lnTo>
                  <a:lnTo>
                    <a:pt x="31" y="76"/>
                  </a:lnTo>
                  <a:lnTo>
                    <a:pt x="31" y="78"/>
                  </a:lnTo>
                  <a:lnTo>
                    <a:pt x="31" y="80"/>
                  </a:lnTo>
                  <a:lnTo>
                    <a:pt x="31" y="82"/>
                  </a:lnTo>
                  <a:lnTo>
                    <a:pt x="33" y="85"/>
                  </a:lnTo>
                  <a:lnTo>
                    <a:pt x="35" y="87"/>
                  </a:lnTo>
                  <a:lnTo>
                    <a:pt x="35" y="89"/>
                  </a:lnTo>
                  <a:lnTo>
                    <a:pt x="35" y="91"/>
                  </a:lnTo>
                  <a:lnTo>
                    <a:pt x="35" y="93"/>
                  </a:lnTo>
                  <a:lnTo>
                    <a:pt x="37" y="93"/>
                  </a:lnTo>
                  <a:lnTo>
                    <a:pt x="42" y="98"/>
                  </a:lnTo>
                  <a:lnTo>
                    <a:pt x="44" y="98"/>
                  </a:lnTo>
                  <a:lnTo>
                    <a:pt x="44" y="100"/>
                  </a:lnTo>
                  <a:lnTo>
                    <a:pt x="46" y="100"/>
                  </a:lnTo>
                  <a:lnTo>
                    <a:pt x="46" y="100"/>
                  </a:lnTo>
                  <a:lnTo>
                    <a:pt x="48" y="100"/>
                  </a:lnTo>
                  <a:lnTo>
                    <a:pt x="48" y="100"/>
                  </a:lnTo>
                  <a:lnTo>
                    <a:pt x="48" y="102"/>
                  </a:lnTo>
                  <a:lnTo>
                    <a:pt x="51" y="102"/>
                  </a:lnTo>
                  <a:lnTo>
                    <a:pt x="51" y="104"/>
                  </a:lnTo>
                  <a:lnTo>
                    <a:pt x="48" y="107"/>
                  </a:lnTo>
                  <a:lnTo>
                    <a:pt x="48" y="109"/>
                  </a:lnTo>
                  <a:lnTo>
                    <a:pt x="51" y="111"/>
                  </a:lnTo>
                  <a:lnTo>
                    <a:pt x="53" y="113"/>
                  </a:lnTo>
                  <a:lnTo>
                    <a:pt x="55" y="116"/>
                  </a:lnTo>
                  <a:lnTo>
                    <a:pt x="55" y="116"/>
                  </a:lnTo>
                  <a:lnTo>
                    <a:pt x="60" y="118"/>
                  </a:lnTo>
                  <a:lnTo>
                    <a:pt x="62" y="118"/>
                  </a:lnTo>
                  <a:lnTo>
                    <a:pt x="62" y="120"/>
                  </a:lnTo>
                  <a:lnTo>
                    <a:pt x="64" y="120"/>
                  </a:lnTo>
                  <a:lnTo>
                    <a:pt x="64" y="124"/>
                  </a:lnTo>
                  <a:lnTo>
                    <a:pt x="71" y="131"/>
                  </a:lnTo>
                  <a:lnTo>
                    <a:pt x="71" y="133"/>
                  </a:lnTo>
                  <a:lnTo>
                    <a:pt x="75" y="136"/>
                  </a:lnTo>
                  <a:lnTo>
                    <a:pt x="75" y="136"/>
                  </a:lnTo>
                  <a:lnTo>
                    <a:pt x="77" y="140"/>
                  </a:lnTo>
                  <a:lnTo>
                    <a:pt x="77" y="140"/>
                  </a:lnTo>
                  <a:lnTo>
                    <a:pt x="80" y="147"/>
                  </a:lnTo>
                  <a:lnTo>
                    <a:pt x="77" y="149"/>
                  </a:lnTo>
                  <a:lnTo>
                    <a:pt x="77" y="149"/>
                  </a:lnTo>
                  <a:lnTo>
                    <a:pt x="77" y="151"/>
                  </a:lnTo>
                  <a:lnTo>
                    <a:pt x="73" y="153"/>
                  </a:lnTo>
                  <a:lnTo>
                    <a:pt x="73" y="155"/>
                  </a:lnTo>
                  <a:lnTo>
                    <a:pt x="73" y="155"/>
                  </a:lnTo>
                  <a:lnTo>
                    <a:pt x="73" y="158"/>
                  </a:lnTo>
                  <a:lnTo>
                    <a:pt x="71" y="158"/>
                  </a:lnTo>
                  <a:lnTo>
                    <a:pt x="71" y="158"/>
                  </a:lnTo>
                  <a:lnTo>
                    <a:pt x="68" y="158"/>
                  </a:lnTo>
                  <a:lnTo>
                    <a:pt x="68" y="160"/>
                  </a:lnTo>
                  <a:lnTo>
                    <a:pt x="66" y="162"/>
                  </a:lnTo>
                  <a:lnTo>
                    <a:pt x="66" y="164"/>
                  </a:lnTo>
                  <a:lnTo>
                    <a:pt x="62" y="169"/>
                  </a:lnTo>
                  <a:lnTo>
                    <a:pt x="60" y="171"/>
                  </a:lnTo>
                  <a:lnTo>
                    <a:pt x="88" y="171"/>
                  </a:lnTo>
                  <a:lnTo>
                    <a:pt x="97" y="173"/>
                  </a:lnTo>
                  <a:lnTo>
                    <a:pt x="99" y="173"/>
                  </a:lnTo>
                  <a:lnTo>
                    <a:pt x="99" y="173"/>
                  </a:lnTo>
                  <a:lnTo>
                    <a:pt x="99" y="173"/>
                  </a:lnTo>
                  <a:lnTo>
                    <a:pt x="99" y="173"/>
                  </a:lnTo>
                  <a:lnTo>
                    <a:pt x="99" y="173"/>
                  </a:lnTo>
                  <a:lnTo>
                    <a:pt x="102" y="173"/>
                  </a:lnTo>
                  <a:lnTo>
                    <a:pt x="102" y="173"/>
                  </a:lnTo>
                  <a:lnTo>
                    <a:pt x="106" y="173"/>
                  </a:lnTo>
                  <a:lnTo>
                    <a:pt x="108" y="175"/>
                  </a:lnTo>
                  <a:lnTo>
                    <a:pt x="111" y="175"/>
                  </a:lnTo>
                  <a:lnTo>
                    <a:pt x="113" y="175"/>
                  </a:lnTo>
                  <a:lnTo>
                    <a:pt x="117" y="175"/>
                  </a:lnTo>
                  <a:lnTo>
                    <a:pt x="119" y="175"/>
                  </a:lnTo>
                  <a:lnTo>
                    <a:pt x="119" y="178"/>
                  </a:lnTo>
                  <a:lnTo>
                    <a:pt x="122" y="178"/>
                  </a:lnTo>
                  <a:lnTo>
                    <a:pt x="124" y="180"/>
                  </a:lnTo>
                  <a:lnTo>
                    <a:pt x="124" y="180"/>
                  </a:lnTo>
                  <a:lnTo>
                    <a:pt x="126" y="180"/>
                  </a:lnTo>
                  <a:lnTo>
                    <a:pt x="126" y="180"/>
                  </a:lnTo>
                  <a:lnTo>
                    <a:pt x="126" y="180"/>
                  </a:lnTo>
                  <a:lnTo>
                    <a:pt x="126" y="180"/>
                  </a:lnTo>
                  <a:lnTo>
                    <a:pt x="126" y="182"/>
                  </a:lnTo>
                  <a:lnTo>
                    <a:pt x="126" y="184"/>
                  </a:lnTo>
                  <a:lnTo>
                    <a:pt x="128" y="186"/>
                  </a:lnTo>
                  <a:lnTo>
                    <a:pt x="128" y="189"/>
                  </a:lnTo>
                  <a:lnTo>
                    <a:pt x="130" y="189"/>
                  </a:lnTo>
                  <a:lnTo>
                    <a:pt x="130" y="191"/>
                  </a:lnTo>
                  <a:lnTo>
                    <a:pt x="128" y="193"/>
                  </a:lnTo>
                  <a:lnTo>
                    <a:pt x="130" y="195"/>
                  </a:lnTo>
                  <a:lnTo>
                    <a:pt x="135" y="200"/>
                  </a:lnTo>
                  <a:lnTo>
                    <a:pt x="137" y="202"/>
                  </a:lnTo>
                  <a:lnTo>
                    <a:pt x="137" y="204"/>
                  </a:lnTo>
                  <a:lnTo>
                    <a:pt x="137" y="204"/>
                  </a:lnTo>
                  <a:lnTo>
                    <a:pt x="137" y="206"/>
                  </a:lnTo>
                  <a:lnTo>
                    <a:pt x="137" y="206"/>
                  </a:lnTo>
                  <a:lnTo>
                    <a:pt x="135" y="209"/>
                  </a:lnTo>
                  <a:lnTo>
                    <a:pt x="135" y="209"/>
                  </a:lnTo>
                  <a:lnTo>
                    <a:pt x="135" y="211"/>
                  </a:lnTo>
                  <a:lnTo>
                    <a:pt x="135" y="211"/>
                  </a:lnTo>
                  <a:lnTo>
                    <a:pt x="135" y="213"/>
                  </a:lnTo>
                  <a:lnTo>
                    <a:pt x="135" y="215"/>
                  </a:lnTo>
                  <a:lnTo>
                    <a:pt x="139" y="215"/>
                  </a:lnTo>
                  <a:lnTo>
                    <a:pt x="153" y="215"/>
                  </a:lnTo>
                  <a:lnTo>
                    <a:pt x="164" y="215"/>
                  </a:lnTo>
                  <a:lnTo>
                    <a:pt x="177" y="215"/>
                  </a:lnTo>
                  <a:lnTo>
                    <a:pt x="190" y="215"/>
                  </a:lnTo>
                  <a:lnTo>
                    <a:pt x="193" y="215"/>
                  </a:lnTo>
                  <a:lnTo>
                    <a:pt x="195" y="213"/>
                  </a:lnTo>
                  <a:lnTo>
                    <a:pt x="195" y="213"/>
                  </a:lnTo>
                  <a:lnTo>
                    <a:pt x="197" y="213"/>
                  </a:lnTo>
                  <a:lnTo>
                    <a:pt x="197" y="213"/>
                  </a:lnTo>
                  <a:lnTo>
                    <a:pt x="197" y="213"/>
                  </a:lnTo>
                  <a:lnTo>
                    <a:pt x="199" y="213"/>
                  </a:lnTo>
                  <a:lnTo>
                    <a:pt x="199" y="213"/>
                  </a:lnTo>
                  <a:lnTo>
                    <a:pt x="199" y="213"/>
                  </a:lnTo>
                  <a:lnTo>
                    <a:pt x="201" y="213"/>
                  </a:lnTo>
                  <a:lnTo>
                    <a:pt x="201" y="213"/>
                  </a:lnTo>
                  <a:lnTo>
                    <a:pt x="204" y="211"/>
                  </a:lnTo>
                  <a:lnTo>
                    <a:pt x="208" y="209"/>
                  </a:lnTo>
                  <a:lnTo>
                    <a:pt x="208" y="209"/>
                  </a:lnTo>
                  <a:lnTo>
                    <a:pt x="210" y="206"/>
                  </a:lnTo>
                  <a:lnTo>
                    <a:pt x="210" y="204"/>
                  </a:lnTo>
                  <a:lnTo>
                    <a:pt x="212" y="204"/>
                  </a:lnTo>
                  <a:lnTo>
                    <a:pt x="217" y="202"/>
                  </a:lnTo>
                  <a:lnTo>
                    <a:pt x="221" y="200"/>
                  </a:lnTo>
                  <a:lnTo>
                    <a:pt x="224" y="200"/>
                  </a:lnTo>
                  <a:lnTo>
                    <a:pt x="224" y="198"/>
                  </a:lnTo>
                  <a:lnTo>
                    <a:pt x="224" y="198"/>
                  </a:lnTo>
                  <a:lnTo>
                    <a:pt x="224" y="195"/>
                  </a:lnTo>
                  <a:lnTo>
                    <a:pt x="226" y="195"/>
                  </a:lnTo>
                  <a:lnTo>
                    <a:pt x="228" y="193"/>
                  </a:lnTo>
                  <a:lnTo>
                    <a:pt x="228" y="193"/>
                  </a:lnTo>
                  <a:lnTo>
                    <a:pt x="230" y="191"/>
                  </a:lnTo>
                  <a:lnTo>
                    <a:pt x="232" y="189"/>
                  </a:lnTo>
                  <a:lnTo>
                    <a:pt x="235" y="186"/>
                  </a:lnTo>
                  <a:lnTo>
                    <a:pt x="237" y="186"/>
                  </a:lnTo>
                  <a:lnTo>
                    <a:pt x="239" y="182"/>
                  </a:lnTo>
                  <a:lnTo>
                    <a:pt x="241" y="182"/>
                  </a:lnTo>
                  <a:lnTo>
                    <a:pt x="246" y="180"/>
                  </a:lnTo>
                  <a:lnTo>
                    <a:pt x="248" y="178"/>
                  </a:lnTo>
                  <a:lnTo>
                    <a:pt x="250" y="175"/>
                  </a:lnTo>
                  <a:lnTo>
                    <a:pt x="250" y="173"/>
                  </a:lnTo>
                  <a:lnTo>
                    <a:pt x="252" y="173"/>
                  </a:lnTo>
                  <a:lnTo>
                    <a:pt x="255" y="173"/>
                  </a:lnTo>
                  <a:lnTo>
                    <a:pt x="257" y="171"/>
                  </a:lnTo>
                  <a:lnTo>
                    <a:pt x="257" y="173"/>
                  </a:lnTo>
                  <a:lnTo>
                    <a:pt x="257" y="173"/>
                  </a:lnTo>
                  <a:lnTo>
                    <a:pt x="257" y="173"/>
                  </a:lnTo>
                  <a:lnTo>
                    <a:pt x="257" y="175"/>
                  </a:lnTo>
                  <a:lnTo>
                    <a:pt x="257" y="175"/>
                  </a:lnTo>
                  <a:lnTo>
                    <a:pt x="255" y="178"/>
                  </a:lnTo>
                  <a:lnTo>
                    <a:pt x="255" y="178"/>
                  </a:lnTo>
                  <a:lnTo>
                    <a:pt x="255" y="178"/>
                  </a:lnTo>
                  <a:lnTo>
                    <a:pt x="255" y="178"/>
                  </a:lnTo>
                  <a:lnTo>
                    <a:pt x="255" y="178"/>
                  </a:lnTo>
                  <a:lnTo>
                    <a:pt x="252" y="180"/>
                  </a:lnTo>
                  <a:lnTo>
                    <a:pt x="252" y="180"/>
                  </a:lnTo>
                  <a:lnTo>
                    <a:pt x="255" y="182"/>
                  </a:lnTo>
                  <a:lnTo>
                    <a:pt x="255" y="182"/>
                  </a:lnTo>
                  <a:lnTo>
                    <a:pt x="252" y="182"/>
                  </a:lnTo>
                  <a:lnTo>
                    <a:pt x="252" y="182"/>
                  </a:lnTo>
                  <a:lnTo>
                    <a:pt x="250" y="182"/>
                  </a:lnTo>
                  <a:lnTo>
                    <a:pt x="250" y="182"/>
                  </a:lnTo>
                  <a:lnTo>
                    <a:pt x="250" y="182"/>
                  </a:lnTo>
                  <a:lnTo>
                    <a:pt x="250" y="186"/>
                  </a:lnTo>
                  <a:lnTo>
                    <a:pt x="252" y="186"/>
                  </a:lnTo>
                  <a:lnTo>
                    <a:pt x="252" y="189"/>
                  </a:lnTo>
                  <a:lnTo>
                    <a:pt x="255" y="189"/>
                  </a:lnTo>
                  <a:lnTo>
                    <a:pt x="255" y="191"/>
                  </a:lnTo>
                  <a:lnTo>
                    <a:pt x="257" y="193"/>
                  </a:lnTo>
                  <a:lnTo>
                    <a:pt x="257" y="193"/>
                  </a:lnTo>
                  <a:lnTo>
                    <a:pt x="255" y="195"/>
                  </a:lnTo>
                  <a:lnTo>
                    <a:pt x="255" y="195"/>
                  </a:lnTo>
                  <a:lnTo>
                    <a:pt x="255" y="198"/>
                  </a:lnTo>
                  <a:lnTo>
                    <a:pt x="255" y="198"/>
                  </a:lnTo>
                  <a:lnTo>
                    <a:pt x="255" y="198"/>
                  </a:lnTo>
                  <a:lnTo>
                    <a:pt x="252" y="198"/>
                  </a:lnTo>
                  <a:lnTo>
                    <a:pt x="252" y="198"/>
                  </a:lnTo>
                  <a:lnTo>
                    <a:pt x="252" y="198"/>
                  </a:lnTo>
                  <a:lnTo>
                    <a:pt x="252" y="198"/>
                  </a:lnTo>
                  <a:lnTo>
                    <a:pt x="250" y="198"/>
                  </a:lnTo>
                  <a:lnTo>
                    <a:pt x="250" y="200"/>
                  </a:lnTo>
                  <a:lnTo>
                    <a:pt x="250" y="200"/>
                  </a:lnTo>
                  <a:lnTo>
                    <a:pt x="248" y="202"/>
                  </a:lnTo>
                  <a:lnTo>
                    <a:pt x="248" y="206"/>
                  </a:lnTo>
                  <a:lnTo>
                    <a:pt x="248" y="211"/>
                  </a:lnTo>
                  <a:lnTo>
                    <a:pt x="248" y="218"/>
                  </a:lnTo>
                  <a:lnTo>
                    <a:pt x="248" y="226"/>
                  </a:lnTo>
                  <a:lnTo>
                    <a:pt x="248" y="235"/>
                  </a:lnTo>
                  <a:lnTo>
                    <a:pt x="248" y="244"/>
                  </a:lnTo>
                  <a:lnTo>
                    <a:pt x="248" y="255"/>
                  </a:lnTo>
                  <a:lnTo>
                    <a:pt x="248" y="264"/>
                  </a:lnTo>
                  <a:lnTo>
                    <a:pt x="248" y="273"/>
                  </a:lnTo>
                  <a:lnTo>
                    <a:pt x="248" y="284"/>
                  </a:lnTo>
                  <a:lnTo>
                    <a:pt x="248" y="288"/>
                  </a:lnTo>
                  <a:lnTo>
                    <a:pt x="255" y="284"/>
                  </a:lnTo>
                  <a:lnTo>
                    <a:pt x="257" y="284"/>
                  </a:lnTo>
                  <a:lnTo>
                    <a:pt x="259" y="286"/>
                  </a:lnTo>
                  <a:lnTo>
                    <a:pt x="261" y="288"/>
                  </a:lnTo>
                  <a:lnTo>
                    <a:pt x="263" y="291"/>
                  </a:lnTo>
                  <a:lnTo>
                    <a:pt x="268" y="293"/>
                  </a:lnTo>
                  <a:lnTo>
                    <a:pt x="270" y="293"/>
                  </a:lnTo>
                  <a:lnTo>
                    <a:pt x="275" y="293"/>
                  </a:lnTo>
                  <a:lnTo>
                    <a:pt x="279" y="293"/>
                  </a:lnTo>
                  <a:lnTo>
                    <a:pt x="281" y="291"/>
                  </a:lnTo>
                  <a:lnTo>
                    <a:pt x="299" y="282"/>
                  </a:lnTo>
                  <a:lnTo>
                    <a:pt x="301" y="282"/>
                  </a:lnTo>
                  <a:lnTo>
                    <a:pt x="303" y="282"/>
                  </a:lnTo>
                  <a:lnTo>
                    <a:pt x="306" y="282"/>
                  </a:lnTo>
                  <a:lnTo>
                    <a:pt x="308" y="282"/>
                  </a:lnTo>
                  <a:lnTo>
                    <a:pt x="310" y="282"/>
                  </a:lnTo>
                  <a:lnTo>
                    <a:pt x="310" y="284"/>
                  </a:lnTo>
                  <a:lnTo>
                    <a:pt x="314" y="284"/>
                  </a:lnTo>
                  <a:lnTo>
                    <a:pt x="317" y="286"/>
                  </a:lnTo>
                  <a:lnTo>
                    <a:pt x="325" y="284"/>
                  </a:lnTo>
                  <a:lnTo>
                    <a:pt x="328" y="284"/>
                  </a:lnTo>
                  <a:lnTo>
                    <a:pt x="332" y="284"/>
                  </a:lnTo>
                  <a:lnTo>
                    <a:pt x="334" y="284"/>
                  </a:lnTo>
                  <a:lnTo>
                    <a:pt x="341" y="284"/>
                  </a:lnTo>
                  <a:lnTo>
                    <a:pt x="343" y="284"/>
                  </a:lnTo>
                  <a:lnTo>
                    <a:pt x="345" y="284"/>
                  </a:lnTo>
                  <a:lnTo>
                    <a:pt x="348" y="284"/>
                  </a:lnTo>
                  <a:lnTo>
                    <a:pt x="352" y="284"/>
                  </a:lnTo>
                  <a:lnTo>
                    <a:pt x="356" y="286"/>
                  </a:lnTo>
                  <a:lnTo>
                    <a:pt x="361" y="286"/>
                  </a:lnTo>
                  <a:lnTo>
                    <a:pt x="363" y="286"/>
                  </a:lnTo>
                  <a:lnTo>
                    <a:pt x="363" y="286"/>
                  </a:lnTo>
                  <a:lnTo>
                    <a:pt x="370" y="288"/>
                  </a:lnTo>
                  <a:lnTo>
                    <a:pt x="370" y="288"/>
                  </a:lnTo>
                  <a:lnTo>
                    <a:pt x="370" y="288"/>
                  </a:lnTo>
                  <a:lnTo>
                    <a:pt x="370" y="288"/>
                  </a:lnTo>
                  <a:lnTo>
                    <a:pt x="372" y="288"/>
                  </a:lnTo>
                  <a:lnTo>
                    <a:pt x="376" y="288"/>
                  </a:lnTo>
                  <a:lnTo>
                    <a:pt x="379" y="288"/>
                  </a:lnTo>
                  <a:lnTo>
                    <a:pt x="379" y="288"/>
                  </a:lnTo>
                  <a:lnTo>
                    <a:pt x="381" y="288"/>
                  </a:lnTo>
                  <a:lnTo>
                    <a:pt x="383" y="288"/>
                  </a:lnTo>
                  <a:lnTo>
                    <a:pt x="385" y="288"/>
                  </a:lnTo>
                  <a:lnTo>
                    <a:pt x="388" y="288"/>
                  </a:lnTo>
                  <a:lnTo>
                    <a:pt x="385" y="291"/>
                  </a:lnTo>
                  <a:lnTo>
                    <a:pt x="385" y="293"/>
                  </a:lnTo>
                  <a:lnTo>
                    <a:pt x="385" y="295"/>
                  </a:lnTo>
                  <a:lnTo>
                    <a:pt x="385" y="297"/>
                  </a:lnTo>
                  <a:lnTo>
                    <a:pt x="385" y="297"/>
                  </a:lnTo>
                  <a:lnTo>
                    <a:pt x="385" y="299"/>
                  </a:lnTo>
                  <a:lnTo>
                    <a:pt x="388" y="299"/>
                  </a:lnTo>
                  <a:lnTo>
                    <a:pt x="396" y="297"/>
                  </a:lnTo>
                  <a:lnTo>
                    <a:pt x="399" y="295"/>
                  </a:lnTo>
                  <a:lnTo>
                    <a:pt x="403" y="293"/>
                  </a:lnTo>
                  <a:lnTo>
                    <a:pt x="405" y="291"/>
                  </a:lnTo>
                  <a:lnTo>
                    <a:pt x="407" y="291"/>
                  </a:lnTo>
                  <a:lnTo>
                    <a:pt x="410" y="291"/>
                  </a:lnTo>
                  <a:lnTo>
                    <a:pt x="410" y="291"/>
                  </a:lnTo>
                  <a:lnTo>
                    <a:pt x="412" y="291"/>
                  </a:lnTo>
                  <a:lnTo>
                    <a:pt x="414" y="288"/>
                  </a:lnTo>
                  <a:lnTo>
                    <a:pt x="414" y="288"/>
                  </a:lnTo>
                  <a:lnTo>
                    <a:pt x="419" y="288"/>
                  </a:lnTo>
                  <a:lnTo>
                    <a:pt x="419" y="288"/>
                  </a:lnTo>
                  <a:lnTo>
                    <a:pt x="421" y="286"/>
                  </a:lnTo>
                  <a:lnTo>
                    <a:pt x="423" y="286"/>
                  </a:lnTo>
                  <a:lnTo>
                    <a:pt x="423" y="284"/>
                  </a:lnTo>
                  <a:lnTo>
                    <a:pt x="425" y="282"/>
                  </a:lnTo>
                  <a:lnTo>
                    <a:pt x="427" y="277"/>
                  </a:lnTo>
                  <a:lnTo>
                    <a:pt x="427" y="275"/>
                  </a:lnTo>
                  <a:lnTo>
                    <a:pt x="432" y="271"/>
                  </a:lnTo>
                  <a:lnTo>
                    <a:pt x="434" y="266"/>
                  </a:lnTo>
                  <a:lnTo>
                    <a:pt x="436" y="266"/>
                  </a:lnTo>
                  <a:lnTo>
                    <a:pt x="436" y="264"/>
                  </a:lnTo>
                  <a:lnTo>
                    <a:pt x="438" y="264"/>
                  </a:lnTo>
                  <a:lnTo>
                    <a:pt x="441" y="264"/>
                  </a:lnTo>
                  <a:lnTo>
                    <a:pt x="441" y="262"/>
                  </a:lnTo>
                  <a:lnTo>
                    <a:pt x="443" y="264"/>
                  </a:lnTo>
                  <a:lnTo>
                    <a:pt x="452" y="262"/>
                  </a:lnTo>
                  <a:lnTo>
                    <a:pt x="454" y="262"/>
                  </a:lnTo>
                  <a:lnTo>
                    <a:pt x="454" y="264"/>
                  </a:lnTo>
                  <a:lnTo>
                    <a:pt x="456" y="264"/>
                  </a:lnTo>
                  <a:lnTo>
                    <a:pt x="458" y="266"/>
                  </a:lnTo>
                  <a:lnTo>
                    <a:pt x="461" y="266"/>
                  </a:lnTo>
                  <a:lnTo>
                    <a:pt x="463" y="266"/>
                  </a:lnTo>
                  <a:lnTo>
                    <a:pt x="465" y="264"/>
                  </a:lnTo>
                  <a:lnTo>
                    <a:pt x="465" y="262"/>
                  </a:lnTo>
                  <a:lnTo>
                    <a:pt x="465" y="260"/>
                  </a:lnTo>
                  <a:lnTo>
                    <a:pt x="467" y="257"/>
                  </a:lnTo>
                  <a:lnTo>
                    <a:pt x="469" y="257"/>
                  </a:lnTo>
                  <a:lnTo>
                    <a:pt x="469" y="255"/>
                  </a:lnTo>
                  <a:lnTo>
                    <a:pt x="472" y="253"/>
                  </a:lnTo>
                  <a:lnTo>
                    <a:pt x="472" y="253"/>
                  </a:lnTo>
                  <a:lnTo>
                    <a:pt x="474" y="251"/>
                  </a:lnTo>
                  <a:lnTo>
                    <a:pt x="474" y="251"/>
                  </a:lnTo>
                  <a:lnTo>
                    <a:pt x="476" y="249"/>
                  </a:lnTo>
                  <a:lnTo>
                    <a:pt x="481" y="249"/>
                  </a:lnTo>
                  <a:lnTo>
                    <a:pt x="481" y="249"/>
                  </a:lnTo>
                  <a:lnTo>
                    <a:pt x="483" y="246"/>
                  </a:lnTo>
                  <a:lnTo>
                    <a:pt x="483" y="244"/>
                  </a:lnTo>
                  <a:lnTo>
                    <a:pt x="485" y="244"/>
                  </a:lnTo>
                  <a:lnTo>
                    <a:pt x="485" y="244"/>
                  </a:lnTo>
                  <a:lnTo>
                    <a:pt x="485" y="242"/>
                  </a:lnTo>
                  <a:lnTo>
                    <a:pt x="485" y="242"/>
                  </a:lnTo>
                  <a:lnTo>
                    <a:pt x="485" y="242"/>
                  </a:lnTo>
                  <a:lnTo>
                    <a:pt x="489" y="242"/>
                  </a:lnTo>
                  <a:lnTo>
                    <a:pt x="489" y="242"/>
                  </a:lnTo>
                  <a:lnTo>
                    <a:pt x="492" y="242"/>
                  </a:lnTo>
                  <a:lnTo>
                    <a:pt x="492" y="242"/>
                  </a:lnTo>
                  <a:lnTo>
                    <a:pt x="492" y="240"/>
                  </a:lnTo>
                  <a:lnTo>
                    <a:pt x="492" y="240"/>
                  </a:lnTo>
                  <a:lnTo>
                    <a:pt x="492" y="237"/>
                  </a:lnTo>
                  <a:lnTo>
                    <a:pt x="492" y="237"/>
                  </a:lnTo>
                  <a:lnTo>
                    <a:pt x="494" y="237"/>
                  </a:lnTo>
                  <a:lnTo>
                    <a:pt x="496" y="237"/>
                  </a:lnTo>
                  <a:lnTo>
                    <a:pt x="498" y="237"/>
                  </a:lnTo>
                  <a:lnTo>
                    <a:pt x="501" y="237"/>
                  </a:lnTo>
                  <a:lnTo>
                    <a:pt x="503" y="237"/>
                  </a:lnTo>
                  <a:lnTo>
                    <a:pt x="503" y="237"/>
                  </a:lnTo>
                  <a:lnTo>
                    <a:pt x="503" y="237"/>
                  </a:lnTo>
                  <a:lnTo>
                    <a:pt x="505" y="235"/>
                  </a:lnTo>
                  <a:lnTo>
                    <a:pt x="505" y="235"/>
                  </a:lnTo>
                  <a:lnTo>
                    <a:pt x="505" y="235"/>
                  </a:lnTo>
                  <a:lnTo>
                    <a:pt x="507" y="235"/>
                  </a:lnTo>
                  <a:lnTo>
                    <a:pt x="507" y="235"/>
                  </a:lnTo>
                  <a:lnTo>
                    <a:pt x="512" y="233"/>
                  </a:lnTo>
                  <a:lnTo>
                    <a:pt x="523" y="220"/>
                  </a:lnTo>
                  <a:lnTo>
                    <a:pt x="534" y="213"/>
                  </a:lnTo>
                  <a:lnTo>
                    <a:pt x="534" y="213"/>
                  </a:lnTo>
                  <a:lnTo>
                    <a:pt x="540" y="211"/>
                  </a:lnTo>
                  <a:lnTo>
                    <a:pt x="540" y="211"/>
                  </a:lnTo>
                  <a:lnTo>
                    <a:pt x="540" y="209"/>
                  </a:lnTo>
                  <a:lnTo>
                    <a:pt x="540" y="209"/>
                  </a:lnTo>
                  <a:lnTo>
                    <a:pt x="543" y="209"/>
                  </a:lnTo>
                  <a:lnTo>
                    <a:pt x="543" y="209"/>
                  </a:lnTo>
                  <a:lnTo>
                    <a:pt x="529" y="202"/>
                  </a:lnTo>
                  <a:close/>
                </a:path>
              </a:pathLst>
            </a:custGeom>
            <a:solidFill>
              <a:srgbClr val="D6D9ED"/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Speech Bubble: Oval 29">
            <a:extLst>
              <a:ext uri="{FF2B5EF4-FFF2-40B4-BE49-F238E27FC236}">
                <a16:creationId xmlns:a16="http://schemas.microsoft.com/office/drawing/2014/main" id="{D2D631DE-4667-478D-BC49-5E9643D7578A}"/>
              </a:ext>
            </a:extLst>
          </p:cNvPr>
          <p:cNvSpPr/>
          <p:nvPr/>
        </p:nvSpPr>
        <p:spPr>
          <a:xfrm flipH="1">
            <a:off x="7059320" y="3048271"/>
            <a:ext cx="1863274" cy="1863270"/>
          </a:xfrm>
          <a:prstGeom prst="wedgeEllipseCallout">
            <a:avLst>
              <a:gd name="adj1" fmla="val -60763"/>
              <a:gd name="adj2" fmla="val -16706"/>
            </a:avLst>
          </a:prstGeom>
          <a:solidFill>
            <a:schemeClr val="accent1"/>
          </a:solidFill>
          <a:ln>
            <a:noFill/>
          </a:ln>
          <a:effectLst>
            <a:outerShdw blurRad="800100" dist="546100" dir="2700000" sx="90000" sy="9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lt1"/>
              </a:solidFill>
              <a:latin typeface="+mj-lt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E49C180-2854-42F1-B774-2218AABDFAC1}"/>
              </a:ext>
            </a:extLst>
          </p:cNvPr>
          <p:cNvGrpSpPr/>
          <p:nvPr/>
        </p:nvGrpSpPr>
        <p:grpSpPr>
          <a:xfrm>
            <a:off x="7327441" y="3316390"/>
            <a:ext cx="1327032" cy="1327032"/>
            <a:chOff x="2375605" y="5193280"/>
            <a:chExt cx="1327032" cy="1327032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EC70CAF-BD0C-4A76-B084-3BB1AD535764}"/>
                </a:ext>
              </a:extLst>
            </p:cNvPr>
            <p:cNvSpPr/>
            <p:nvPr/>
          </p:nvSpPr>
          <p:spPr>
            <a:xfrm>
              <a:off x="2375605" y="5193280"/>
              <a:ext cx="1327032" cy="1327032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44450" cap="rnd"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3" name="Arc 32">
              <a:extLst>
                <a:ext uri="{FF2B5EF4-FFF2-40B4-BE49-F238E27FC236}">
                  <a16:creationId xmlns:a16="http://schemas.microsoft.com/office/drawing/2014/main" id="{A45F1B34-E652-4B6F-9097-725B583E0C25}"/>
                </a:ext>
              </a:extLst>
            </p:cNvPr>
            <p:cNvSpPr/>
            <p:nvPr/>
          </p:nvSpPr>
          <p:spPr>
            <a:xfrm>
              <a:off x="2375605" y="5193280"/>
              <a:ext cx="1327032" cy="1327032"/>
            </a:xfrm>
            <a:prstGeom prst="arc">
              <a:avLst>
                <a:gd name="adj1" fmla="val 16200000"/>
                <a:gd name="adj2" fmla="val 7445740"/>
              </a:avLst>
            </a:prstGeom>
            <a:solidFill>
              <a:schemeClr val="bg1">
                <a:alpha val="0"/>
              </a:schemeClr>
            </a:solidFill>
            <a:ln w="69850" cap="rnd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0278C86-484B-4971-AC71-683EE0AF45C4}"/>
                </a:ext>
              </a:extLst>
            </p:cNvPr>
            <p:cNvSpPr/>
            <p:nvPr/>
          </p:nvSpPr>
          <p:spPr>
            <a:xfrm>
              <a:off x="2528883" y="5346558"/>
              <a:ext cx="1020475" cy="10204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419100" dist="330200" dir="2700000" sx="90000" sy="90000" algn="tl" rotWithShape="0">
                <a:prstClr val="black">
                  <a:alpha val="15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D" sz="36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Sora ExtraBold" pitchFamily="2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B3E9B34-E5AD-4474-8B8B-C3267B286244}"/>
                </a:ext>
              </a:extLst>
            </p:cNvPr>
            <p:cNvSpPr txBox="1"/>
            <p:nvPr/>
          </p:nvSpPr>
          <p:spPr>
            <a:xfrm>
              <a:off x="2542764" y="5656740"/>
              <a:ext cx="992715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spcBef>
                  <a:spcPts val="1200"/>
                </a:spcBef>
                <a:defRPr sz="1400">
                  <a:solidFill>
                    <a:schemeClr val="tx2"/>
                  </a:solidFill>
                  <a:ea typeface="Open Sans" panose="020B0606030504020204" pitchFamily="34" charset="0"/>
                  <a:cs typeface="Rubik Light" pitchFamily="2" charset="-79"/>
                </a:defRPr>
              </a:lvl1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sz="2000" b="1" dirty="0">
                  <a:solidFill>
                    <a:schemeClr val="accent1"/>
                  </a:solidFill>
                  <a:latin typeface="+mj-lt"/>
                </a:rPr>
                <a:t>55%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EACB4574-CDA3-4E98-8598-CA41793F7B24}"/>
              </a:ext>
            </a:extLst>
          </p:cNvPr>
          <p:cNvSpPr txBox="1"/>
          <p:nvPr/>
        </p:nvSpPr>
        <p:spPr>
          <a:xfrm>
            <a:off x="1070415" y="1381953"/>
            <a:ext cx="4386807" cy="1517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Rubik" pitchFamily="2" charset="-79"/>
              </a:rPr>
              <a:t>Researcher Data </a:t>
            </a:r>
            <a:r>
              <a:rPr lang="en-US" sz="4000" b="1" dirty="0">
                <a:solidFill>
                  <a:schemeClr val="accent1"/>
                </a:solidFill>
                <a:latin typeface="+mj-lt"/>
                <a:cs typeface="Rubik" pitchFamily="2" charset="-79"/>
              </a:rPr>
              <a:t>insights in year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28989FC-8235-4696-9007-C33026884752}"/>
              </a:ext>
            </a:extLst>
          </p:cNvPr>
          <p:cNvSpPr/>
          <p:nvPr/>
        </p:nvSpPr>
        <p:spPr>
          <a:xfrm>
            <a:off x="1073432" y="3147137"/>
            <a:ext cx="39928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sz="1400" dirty="0"/>
              <a:t>Lorem ipsum </a:t>
            </a:r>
            <a:r>
              <a:rPr lang="en-ID" sz="1400" dirty="0" err="1"/>
              <a:t>dolor</a:t>
            </a:r>
            <a:r>
              <a:rPr lang="en-ID" sz="1400" dirty="0"/>
              <a:t> sit </a:t>
            </a:r>
            <a:r>
              <a:rPr lang="en-ID" sz="1400" dirty="0" err="1"/>
              <a:t>amet</a:t>
            </a:r>
            <a:r>
              <a:rPr lang="en-ID" sz="1400" dirty="0"/>
              <a:t>, </a:t>
            </a:r>
            <a:r>
              <a:rPr lang="en-ID" sz="1400" dirty="0" err="1"/>
              <a:t>consectetur</a:t>
            </a:r>
            <a:r>
              <a:rPr lang="en-ID" sz="1400" dirty="0"/>
              <a:t> </a:t>
            </a:r>
            <a:r>
              <a:rPr lang="en-ID" sz="1400" dirty="0" err="1"/>
              <a:t>adipiscing</a:t>
            </a:r>
            <a:r>
              <a:rPr lang="en-ID" sz="1400" dirty="0"/>
              <a:t> </a:t>
            </a:r>
            <a:r>
              <a:rPr lang="en-ID" sz="1400" dirty="0" err="1"/>
              <a:t>elit</a:t>
            </a:r>
            <a:r>
              <a:rPr lang="en-ID" sz="1400" dirty="0"/>
              <a:t>. </a:t>
            </a:r>
            <a:r>
              <a:rPr lang="en-ID" sz="1400" dirty="0" err="1"/>
              <a:t>Suspendisse</a:t>
            </a:r>
            <a:endParaRPr lang="en-ID" sz="1400" dirty="0"/>
          </a:p>
        </p:txBody>
      </p:sp>
      <p:graphicFrame>
        <p:nvGraphicFramePr>
          <p:cNvPr id="38" name="Chart 37">
            <a:extLst>
              <a:ext uri="{FF2B5EF4-FFF2-40B4-BE49-F238E27FC236}">
                <a16:creationId xmlns:a16="http://schemas.microsoft.com/office/drawing/2014/main" id="{2DF8F8B2-7F47-4652-89CE-AEA8C4B093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9144554"/>
              </p:ext>
            </p:extLst>
          </p:nvPr>
        </p:nvGraphicFramePr>
        <p:xfrm>
          <a:off x="1181559" y="4080298"/>
          <a:ext cx="3657600" cy="18054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9" name="Rounded Rectangle 21">
            <a:extLst>
              <a:ext uri="{FF2B5EF4-FFF2-40B4-BE49-F238E27FC236}">
                <a16:creationId xmlns:a16="http://schemas.microsoft.com/office/drawing/2014/main" id="{9D36A8C2-563C-44ED-A584-F46403D64921}"/>
              </a:ext>
            </a:extLst>
          </p:cNvPr>
          <p:cNvSpPr/>
          <p:nvPr/>
        </p:nvSpPr>
        <p:spPr>
          <a:xfrm>
            <a:off x="900157" y="2190162"/>
            <a:ext cx="4386806" cy="709194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0129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8D2F053-4E53-4426-87B6-3AD9B05032AB}"/>
              </a:ext>
            </a:extLst>
          </p:cNvPr>
          <p:cNvSpPr/>
          <p:nvPr/>
        </p:nvSpPr>
        <p:spPr>
          <a:xfrm>
            <a:off x="788314" y="928007"/>
            <a:ext cx="5486400" cy="5372100"/>
          </a:xfrm>
          <a:prstGeom prst="roundRect">
            <a:avLst>
              <a:gd name="adj" fmla="val 572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7E0B36C-7CEB-409A-9F12-1F5BC4BB73EE}"/>
              </a:ext>
            </a:extLst>
          </p:cNvPr>
          <p:cNvSpPr/>
          <p:nvPr/>
        </p:nvSpPr>
        <p:spPr>
          <a:xfrm>
            <a:off x="1912836" y="2058592"/>
            <a:ext cx="2656701" cy="838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755949-AF15-476B-998C-629D4AF197E6}"/>
              </a:ext>
            </a:extLst>
          </p:cNvPr>
          <p:cNvSpPr txBox="1"/>
          <p:nvPr/>
        </p:nvSpPr>
        <p:spPr>
          <a:xfrm>
            <a:off x="1729700" y="2460160"/>
            <a:ext cx="2656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+mj-lt"/>
                <a:ea typeface="Red Hat Display ExtraBold" panose="02010303040201060303" pitchFamily="2" charset="0"/>
                <a:cs typeface="Red Hat Display ExtraBold" panose="02010303040201060303" pitchFamily="2" charset="0"/>
              </a:rPr>
              <a:t>Office Address</a:t>
            </a:r>
            <a:endParaRPr lang="en-ID" b="1" dirty="0">
              <a:solidFill>
                <a:schemeClr val="bg1"/>
              </a:solidFill>
              <a:latin typeface="+mj-lt"/>
              <a:ea typeface="Red Hat Display ExtraBold" panose="02010303040201060303" pitchFamily="2" charset="0"/>
              <a:cs typeface="Red Hat Display ExtraBold" panose="02010303040201060303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2B1A3D-8721-4B5A-8D09-8824548BEBF7}"/>
              </a:ext>
            </a:extLst>
          </p:cNvPr>
          <p:cNvSpPr txBox="1"/>
          <p:nvPr/>
        </p:nvSpPr>
        <p:spPr>
          <a:xfrm>
            <a:off x="1729699" y="2775147"/>
            <a:ext cx="3064641" cy="705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Inter Light" panose="020B0502030000000004" pitchFamily="34" charset="0"/>
                <a:cs typeface="Golos Text" panose="020B0503020202020204" pitchFamily="34" charset="0"/>
              </a:rPr>
              <a:t>7 East 68th Street, New York, NY 10065, United States</a:t>
            </a:r>
            <a:endParaRPr lang="en-ID" sz="1400" dirty="0">
              <a:solidFill>
                <a:schemeClr val="bg1"/>
              </a:solidFill>
              <a:ea typeface="Inter Light" panose="020B0502030000000004" pitchFamily="34" charset="0"/>
              <a:cs typeface="Golos Text" panose="020B0503020202020204" pitchFamily="34" charset="0"/>
            </a:endParaRPr>
          </a:p>
        </p:txBody>
      </p:sp>
      <p:pic>
        <p:nvPicPr>
          <p:cNvPr id="9" name="Graphic 4" descr="City">
            <a:extLst>
              <a:ext uri="{FF2B5EF4-FFF2-40B4-BE49-F238E27FC236}">
                <a16:creationId xmlns:a16="http://schemas.microsoft.com/office/drawing/2014/main" id="{FB3D9ADB-9B96-4F62-9C6B-E878B5926C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8395" y="2461265"/>
            <a:ext cx="360000" cy="36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977CBE2-192A-40EC-B572-2BDA39555410}"/>
              </a:ext>
            </a:extLst>
          </p:cNvPr>
          <p:cNvSpPr txBox="1"/>
          <p:nvPr/>
        </p:nvSpPr>
        <p:spPr>
          <a:xfrm>
            <a:off x="1729700" y="3676676"/>
            <a:ext cx="2656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+mj-lt"/>
                <a:ea typeface="Red Hat Display ExtraBold" panose="02010303040201060303" pitchFamily="2" charset="0"/>
                <a:cs typeface="Red Hat Display ExtraBold" panose="02010303040201060303" pitchFamily="2" charset="0"/>
              </a:rPr>
              <a:t>Our Phone</a:t>
            </a:r>
            <a:endParaRPr lang="en-ID" b="1" dirty="0">
              <a:solidFill>
                <a:schemeClr val="bg1"/>
              </a:solidFill>
              <a:latin typeface="+mj-lt"/>
              <a:ea typeface="Red Hat Display ExtraBold" panose="02010303040201060303" pitchFamily="2" charset="0"/>
              <a:cs typeface="Red Hat Display ExtraBold" panose="02010303040201060303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819D72-25E6-43B4-A4EF-647E498C9A02}"/>
              </a:ext>
            </a:extLst>
          </p:cNvPr>
          <p:cNvSpPr txBox="1"/>
          <p:nvPr/>
        </p:nvSpPr>
        <p:spPr>
          <a:xfrm>
            <a:off x="1729700" y="3991663"/>
            <a:ext cx="2597435" cy="705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Inter Light" panose="020B0502030000000004" pitchFamily="34" charset="0"/>
                <a:cs typeface="Golos Text" panose="020B0503020202020204" pitchFamily="34" charset="0"/>
              </a:rPr>
              <a:t>+08 8983 9843 9201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Inter Light" panose="020B0502030000000004" pitchFamily="34" charset="0"/>
                <a:cs typeface="Golos Text" panose="020B0503020202020204" pitchFamily="34" charset="0"/>
              </a:rPr>
              <a:t>+08 7685 3629 0045</a:t>
            </a:r>
            <a:endParaRPr lang="en-ID" sz="1400" dirty="0">
              <a:solidFill>
                <a:schemeClr val="bg1"/>
              </a:solidFill>
              <a:ea typeface="Inter Light" panose="020B0502030000000004" pitchFamily="34" charset="0"/>
              <a:cs typeface="Golos Text" panose="020B0503020202020204" pitchFamily="34" charset="0"/>
            </a:endParaRPr>
          </a:p>
        </p:txBody>
      </p:sp>
      <p:pic>
        <p:nvPicPr>
          <p:cNvPr id="12" name="Graphic 20" descr="Telephone with solid fill">
            <a:extLst>
              <a:ext uri="{FF2B5EF4-FFF2-40B4-BE49-F238E27FC236}">
                <a16:creationId xmlns:a16="http://schemas.microsoft.com/office/drawing/2014/main" id="{5656C08F-8F5B-4AEA-B10A-12EA2371CE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7501" y="3677781"/>
            <a:ext cx="360000" cy="360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85A01F3-D0BF-41B5-9C9E-93EA5AD25FD3}"/>
              </a:ext>
            </a:extLst>
          </p:cNvPr>
          <p:cNvSpPr txBox="1"/>
          <p:nvPr/>
        </p:nvSpPr>
        <p:spPr>
          <a:xfrm>
            <a:off x="1729700" y="4893192"/>
            <a:ext cx="2656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+mj-lt"/>
                <a:ea typeface="Red Hat Display ExtraBold" panose="02010303040201060303" pitchFamily="2" charset="0"/>
                <a:cs typeface="Red Hat Display ExtraBold" panose="02010303040201060303" pitchFamily="2" charset="0"/>
              </a:rPr>
              <a:t>Email Support</a:t>
            </a:r>
            <a:endParaRPr lang="en-ID" b="1" dirty="0">
              <a:solidFill>
                <a:schemeClr val="bg1"/>
              </a:solidFill>
              <a:latin typeface="+mj-lt"/>
              <a:ea typeface="Red Hat Display ExtraBold" panose="02010303040201060303" pitchFamily="2" charset="0"/>
              <a:cs typeface="Red Hat Display ExtraBold" panose="02010303040201060303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2A0AFD-4DDD-454D-9CC5-3C83E033F1B9}"/>
              </a:ext>
            </a:extLst>
          </p:cNvPr>
          <p:cNvSpPr txBox="1"/>
          <p:nvPr/>
        </p:nvSpPr>
        <p:spPr>
          <a:xfrm>
            <a:off x="1729700" y="5208179"/>
            <a:ext cx="3186030" cy="705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Inter Light" panose="020B0502030000000004" pitchFamily="34" charset="0"/>
                <a:cs typeface="Golos Text" panose="020B0503020202020204" pitchFamily="34" charset="0"/>
              </a:rPr>
              <a:t>Info@insuranceservice.com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Inter Light" panose="020B0502030000000004" pitchFamily="34" charset="0"/>
                <a:cs typeface="Golos Text" panose="020B0503020202020204" pitchFamily="34" charset="0"/>
              </a:rPr>
              <a:t>contact@insuranceservice.com</a:t>
            </a:r>
          </a:p>
        </p:txBody>
      </p:sp>
      <p:pic>
        <p:nvPicPr>
          <p:cNvPr id="15" name="Graphic 21" descr="Email with solid fill">
            <a:extLst>
              <a:ext uri="{FF2B5EF4-FFF2-40B4-BE49-F238E27FC236}">
                <a16:creationId xmlns:a16="http://schemas.microsoft.com/office/drawing/2014/main" id="{899AD38C-2EFE-47EE-8CD6-2E1D4E070A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57501" y="4894297"/>
            <a:ext cx="360000" cy="360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EE6FD0C-C488-4593-A655-4F683DAF4A4C}"/>
              </a:ext>
            </a:extLst>
          </p:cNvPr>
          <p:cNvSpPr txBox="1"/>
          <p:nvPr/>
        </p:nvSpPr>
        <p:spPr>
          <a:xfrm>
            <a:off x="1075855" y="1419076"/>
            <a:ext cx="49158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j-lt"/>
                <a:ea typeface="Red Hat Display ExtraBold" panose="02010303040201060303" pitchFamily="2" charset="0"/>
                <a:cs typeface="Red Hat Display ExtraBold" panose="02010303040201060303" pitchFamily="2" charset="0"/>
              </a:rPr>
              <a:t>Our  Social </a:t>
            </a:r>
            <a:r>
              <a:rPr lang="en-GB" sz="4400" b="1" dirty="0">
                <a:solidFill>
                  <a:schemeClr val="bg1"/>
                </a:solidFill>
                <a:latin typeface="+mj-lt"/>
                <a:ea typeface="Red Hat Display ExtraBold" panose="02010303040201060303" pitchFamily="2" charset="0"/>
                <a:cs typeface="Red Hat Display ExtraBold" panose="02010303040201060303" pitchFamily="2" charset="0"/>
              </a:rPr>
              <a:t>Media</a:t>
            </a:r>
            <a:endParaRPr lang="en-GB" sz="4000" b="1" dirty="0">
              <a:solidFill>
                <a:schemeClr val="bg1"/>
              </a:solidFill>
              <a:latin typeface="+mj-lt"/>
              <a:ea typeface="Red Hat Display ExtraBold" panose="02010303040201060303" pitchFamily="2" charset="0"/>
              <a:cs typeface="Red Hat Display ExtraBold" panose="02010303040201060303" pitchFamily="2" charset="0"/>
            </a:endParaRPr>
          </a:p>
        </p:txBody>
      </p:sp>
      <p:sp>
        <p:nvSpPr>
          <p:cNvPr id="17" name="Rounded Rectangle 21">
            <a:extLst>
              <a:ext uri="{FF2B5EF4-FFF2-40B4-BE49-F238E27FC236}">
                <a16:creationId xmlns:a16="http://schemas.microsoft.com/office/drawing/2014/main" id="{BB28E5F4-A097-4063-9AF7-0F27362DD7AD}"/>
              </a:ext>
            </a:extLst>
          </p:cNvPr>
          <p:cNvSpPr/>
          <p:nvPr/>
        </p:nvSpPr>
        <p:spPr>
          <a:xfrm>
            <a:off x="2213429" y="1452536"/>
            <a:ext cx="3695700" cy="709194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D5B27E6-2B6F-48B1-A870-76FDAF7FE131}"/>
              </a:ext>
            </a:extLst>
          </p:cNvPr>
          <p:cNvGrpSpPr/>
          <p:nvPr/>
        </p:nvGrpSpPr>
        <p:grpSpPr>
          <a:xfrm>
            <a:off x="10255001" y="4893192"/>
            <a:ext cx="3319092" cy="3319092"/>
            <a:chOff x="5700456" y="1538424"/>
            <a:chExt cx="2243001" cy="2243001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49704F8-A199-4324-8075-DFD4A5A39533}"/>
                </a:ext>
              </a:extLst>
            </p:cNvPr>
            <p:cNvSpPr/>
            <p:nvPr/>
          </p:nvSpPr>
          <p:spPr>
            <a:xfrm>
              <a:off x="6751795" y="2589763"/>
              <a:ext cx="140323" cy="1403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22DD0DC-7F68-4ECB-A5D9-17923446182C}"/>
                </a:ext>
              </a:extLst>
            </p:cNvPr>
            <p:cNvSpPr/>
            <p:nvPr/>
          </p:nvSpPr>
          <p:spPr>
            <a:xfrm>
              <a:off x="6449271" y="2287239"/>
              <a:ext cx="745371" cy="74537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E5BB6A2-D5A7-4F61-9B8F-6ADFD777B032}"/>
                </a:ext>
              </a:extLst>
            </p:cNvPr>
            <p:cNvSpPr/>
            <p:nvPr/>
          </p:nvSpPr>
          <p:spPr>
            <a:xfrm>
              <a:off x="6071404" y="1909372"/>
              <a:ext cx="1501104" cy="1501104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C48533C-045C-4975-A0B3-8FC49294947D}"/>
                </a:ext>
              </a:extLst>
            </p:cNvPr>
            <p:cNvSpPr/>
            <p:nvPr/>
          </p:nvSpPr>
          <p:spPr>
            <a:xfrm>
              <a:off x="5700456" y="1538424"/>
              <a:ext cx="2243001" cy="2243001"/>
            </a:xfrm>
            <a:prstGeom prst="ellipse">
              <a:avLst/>
            </a:prstGeom>
            <a:noFill/>
            <a:ln w="127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799551-D5DD-49CA-A508-727580657E7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925716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9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FF0000"/>
      </a:accent2>
      <a:accent3>
        <a:srgbClr val="ED7D31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6">
      <a:majorFont>
        <a:latin typeface="Open sans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</TotalTime>
  <Words>989</Words>
  <Application>Microsoft Office PowerPoint</Application>
  <PresentationFormat>Widescreen</PresentationFormat>
  <Paragraphs>168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46" baseType="lpstr">
      <vt:lpstr>Arial</vt:lpstr>
      <vt:lpstr>Calibri</vt:lpstr>
      <vt:lpstr>Golos Text</vt:lpstr>
      <vt:lpstr>Heebo Medium</vt:lpstr>
      <vt:lpstr>Inter Light</vt:lpstr>
      <vt:lpstr>Noto Sans jp</vt:lpstr>
      <vt:lpstr>Open Sans</vt:lpstr>
      <vt:lpstr>Open Sans</vt:lpstr>
      <vt:lpstr>Open Sans ExtraBold</vt:lpstr>
      <vt:lpstr>Open Sans Light</vt:lpstr>
      <vt:lpstr>Open Sans SemiBold</vt:lpstr>
      <vt:lpstr>Plus Jakarta Sans</vt:lpstr>
      <vt:lpstr>Poppins</vt:lpstr>
      <vt:lpstr>Red Hat Display ExtraBold</vt:lpstr>
      <vt:lpstr>Roboto</vt:lpstr>
      <vt:lpstr>Roboto Slab</vt:lpstr>
      <vt:lpstr>Rubik</vt:lpstr>
      <vt:lpstr>Rubik Light</vt:lpstr>
      <vt:lpstr>Segoe UI</vt:lpstr>
      <vt:lpstr>Sora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93</cp:revision>
  <dcterms:created xsi:type="dcterms:W3CDTF">2024-03-18T03:57:05Z</dcterms:created>
  <dcterms:modified xsi:type="dcterms:W3CDTF">2024-03-20T06:06:27Z</dcterms:modified>
</cp:coreProperties>
</file>