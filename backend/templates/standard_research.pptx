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82150" y="1638300"/>
            <a:ext cx="317970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Title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3424964" y="2400300"/>
            <a:ext cx="229407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sz="1800" dirty="0">
                <a:solidFill>
                  <a:srgbClr val="5DA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Subtitle or Focus Area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598478" y="3200400"/>
            <a:ext cx="194689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2400"/>
              </a:spcBef>
              <a:spcAft>
                <a:spcPts val="300"/>
              </a:spcAft>
              <a:buNone/>
            </a:pPr>
            <a:r>
              <a:rPr lang="en-US" sz="135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Researcher Name • Date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B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44312" y="2076450"/>
            <a:ext cx="3455226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500"/>
              </a:lnSpc>
              <a:buNone/>
            </a:pPr>
            <a:r>
              <a:rPr lang="en-US" sz="45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Title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3619500" y="3028950"/>
            <a:ext cx="1905000" cy="38100"/>
          </a:xfrm>
          <a:prstGeom prst="rect">
            <a:avLst/>
          </a:prstGeom>
          <a:solidFill>
            <a:srgbClr val="5DADE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5775" y="457200"/>
            <a:ext cx="0" cy="381000"/>
          </a:xfrm>
          <a:prstGeom prst="line">
            <a:avLst/>
          </a:prstGeom>
          <a:noFill/>
          <a:ln w="57150">
            <a:solidFill>
              <a:srgbClr val="5DADE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66750" y="457200"/>
            <a:ext cx="409994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8229600" cy="118110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key research finding or insight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 important discovery or result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Third significant observation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Fourth critical point or conclusion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420681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Comparative Analysis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2000250"/>
            <a:ext cx="3962400" cy="1828800"/>
          </a:xfrm>
          <a:prstGeom prst="roundRect">
            <a:avLst>
              <a:gd name="adj" fmla="val 3333"/>
            </a:avLst>
          </a:prstGeom>
          <a:solidFill>
            <a:srgbClr val="EBF5FB"/>
          </a:solidFill>
          <a:ln w="19050">
            <a:solidFill>
              <a:srgbClr val="BDC3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04850" y="2247900"/>
            <a:ext cx="353644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5DA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 A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04850" y="2705100"/>
            <a:ext cx="3467100" cy="8763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characteristic one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characteristic two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characteristic three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724400" y="2000250"/>
            <a:ext cx="3962400" cy="1828800"/>
          </a:xfrm>
          <a:prstGeom prst="roundRect">
            <a:avLst>
              <a:gd name="adj" fmla="val 3333"/>
            </a:avLst>
          </a:prstGeom>
          <a:solidFill>
            <a:srgbClr val="EBF5FB"/>
          </a:solidFill>
          <a:ln w="19050">
            <a:solidFill>
              <a:srgbClr val="BDC3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972050" y="2247900"/>
            <a:ext cx="353644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5DA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 B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972050" y="2705100"/>
            <a:ext cx="3467100" cy="8763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characteristic one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characteristic two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characteristic three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420681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Data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39419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5DA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 and trends visualization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Standard Research Template</dc:title>
  <dc:subject>PptxGenJS Presentation</dc:subject>
  <dc:creator>Research Team</dc:creator>
  <cp:lastModifiedBy>Research Team</cp:lastModifiedBy>
  <cp:revision>1</cp:revision>
  <dcterms:created xsi:type="dcterms:W3CDTF">2025-11-10T10:21:52Z</dcterms:created>
  <dcterms:modified xsi:type="dcterms:W3CDTF">2025-11-10T10:21:52Z</dcterms:modified>
</cp:coreProperties>
</file>