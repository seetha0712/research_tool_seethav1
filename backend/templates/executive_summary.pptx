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1170"/>
            <a:ext cx="665511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72630"/>
            <a:ext cx="1428750" cy="762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006030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43815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Leadership Team • Q4 2024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86420"/>
            <a:ext cx="1905000" cy="3370511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636" y="2343076"/>
            <a:ext cx="28161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667000" y="1162050"/>
            <a:ext cx="6019800" cy="83820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695575" y="1162050"/>
            <a:ext cx="0" cy="838200"/>
          </a:xfrm>
          <a:prstGeom prst="line">
            <a:avLst/>
          </a:prstGeom>
          <a:noFill/>
          <a:ln w="57150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52750" y="1428750"/>
            <a:ext cx="56155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grew 25%</a:t>
            </a:r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exceeding targets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67000" y="2152650"/>
            <a:ext cx="6019800" cy="83820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695575" y="2152650"/>
            <a:ext cx="0" cy="838200"/>
          </a:xfrm>
          <a:prstGeom prst="line">
            <a:avLst/>
          </a:prstGeom>
          <a:noFill/>
          <a:ln w="57150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2750" y="2419350"/>
            <a:ext cx="56155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increased</a:t>
            </a:r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32%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67000" y="3143250"/>
            <a:ext cx="6019800" cy="83820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95575" y="3143250"/>
            <a:ext cx="0" cy="838200"/>
          </a:xfrm>
          <a:prstGeom prst="line">
            <a:avLst/>
          </a:prstGeom>
          <a:noFill/>
          <a:ln w="57150">
            <a:solidFill>
              <a:srgbClr val="E337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52750" y="3409950"/>
            <a:ext cx="56155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all-time high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200" y="1240185"/>
            <a:ext cx="808360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Now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855565"/>
            <a:ext cx="8229600" cy="1905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25819" y="3522315"/>
            <a:ext cx="4892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statement or strategic imperative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2000250"/>
            <a:ext cx="2540050" cy="18288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2298" y="2266950"/>
            <a:ext cx="17498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38227" y="3295650"/>
            <a:ext cx="7778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02050" y="2000250"/>
            <a:ext cx="2540050" cy="18288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72027" y="2266950"/>
            <a:ext cx="140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988766" y="3295650"/>
            <a:ext cx="11664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46899" y="2000250"/>
            <a:ext cx="2540050" cy="18288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30619" y="2266950"/>
            <a:ext cx="9724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687884" y="3295650"/>
            <a:ext cx="14579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 Template</dc:title>
  <dc:subject>PptxGenJS Presentation</dc:subject>
  <dc:creator>Executive Team</dc:creator>
  <cp:lastModifiedBy>Executive Team</cp:lastModifiedBy>
  <cp:revision>1</cp:revision>
  <dcterms:created xsi:type="dcterms:W3CDTF">2025-11-10T10:22:34Z</dcterms:created>
  <dcterms:modified xsi:type="dcterms:W3CDTF">2025-11-10T10:22:34Z</dcterms:modified>
</cp:coreProperties>
</file>