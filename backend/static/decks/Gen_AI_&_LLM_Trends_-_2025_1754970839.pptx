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appventurez.com/blog/use-cases-of-generative-ai-in-financ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martdev.com/ai-use-cases-in-finance-func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loud.google.com/blog/topics/financial-services/five-generative-ai-use-cases-financial-services-industr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skip-the-hype-reel-gpt-5s-real-story-is-in-the-system-car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blogs.nvidia.com/blog/rtx-ai-garage-openai-os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introducing-aegis-the-guardrails-cisos-need-for-the-agentic-enterpris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t.com/content/722fa7c0-81f1-45c9-a43e-27f100a4928c"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news.mit.edu/2025/unique-mathematical-shortcuts-language-models-use-to-predict-dynamic-scenarios-072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8</a:t>
            </a:r>
          </a:p>
          <a:p>
            <a:pPr lvl="1"/>
            <a:r>
              <a:t>Uncategorized: 0</a:t>
            </a:r>
          </a:p>
          <a:p>
            <a:pPr lvl="1"/>
            <a:r>
              <a:t>AI &amp; GenAI Trends: 0</a:t>
            </a:r>
          </a:p>
          <a:p>
            <a:pPr lvl="1"/>
            <a:r>
              <a:t>AI in Financial Institutions: 3</a:t>
            </a:r>
          </a:p>
          <a:p>
            <a:pPr lvl="1"/>
            <a:r>
              <a:t>Leading AI Innovators: 1</a:t>
            </a:r>
          </a:p>
          <a:p>
            <a:pPr lvl="1"/>
            <a:r>
              <a:t>Agentic AI: 2</a:t>
            </a:r>
          </a:p>
          <a:p>
            <a:pPr lvl="1"/>
            <a:r>
              <a:t>Broader AI Topics: 1</a:t>
            </a:r>
          </a:p>
          <a:p>
            <a:pPr lvl="1"/>
            <a:r>
              <a:t>Tech Corner: 1</a:t>
            </a:r>
          </a:p>
          <a:p>
            <a:pPr lvl="1"/>
            <a:r>
              <a:t>AI Beyond Finance: 0</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Top 10 use cases of Generative AI in finance</a:t>
            </a:r>
          </a:p>
        </p:txBody>
      </p:sp>
      <p:sp>
        <p:nvSpPr>
          <p:cNvPr id="5" name="TextBox 4"/>
          <p:cNvSpPr txBox="1"/>
          <p:nvPr/>
        </p:nvSpPr>
        <p:spPr>
          <a:xfrm>
            <a:off x="640080" y="1828799"/>
            <a:ext cx="7315200" cy="731520"/>
          </a:xfrm>
          <a:prstGeom prst="rect">
            <a:avLst/>
          </a:prstGeom>
          <a:noFill/>
        </p:spPr>
        <p:txBody>
          <a:bodyPr wrap="square">
            <a:spAutoFit/>
          </a:bodyPr>
          <a:lstStyle/>
          <a:p>
            <a:r>
              <a:rPr sz="1600"/>
              <a:t>Top 10 use cases of Generative AI in finance</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in finance is transforming the industry by enhancing operational efficiency, improving fraud detection, and providing personalized customer experiences. The market for AI in financial services is projected to grow from $1.85 billion in 2023 to $9.48 billion by 2032. Financial institutions are leveraging generative AI for applications such as risk management, trading algorithms, and automation of customer services, with notable examples including Wells Fargo's Predictive Banking Feature and Goldman Sachs' investment strategy optimization. This technology enables better decision-making, reduces operational costs, and enhances data security, positioning financial institutions to meet evolving customer needs and regulatory requirements.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appventurez.com/blog/use-cases-of-generative-ai-in-finance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AI in Finance Function: Top Use Cases You Need To Know</a:t>
            </a:r>
          </a:p>
        </p:txBody>
      </p:sp>
      <p:sp>
        <p:nvSpPr>
          <p:cNvPr id="5" name="TextBox 4"/>
          <p:cNvSpPr txBox="1"/>
          <p:nvPr/>
        </p:nvSpPr>
        <p:spPr>
          <a:xfrm>
            <a:off x="640080" y="1828799"/>
            <a:ext cx="7315200" cy="731520"/>
          </a:xfrm>
          <a:prstGeom prst="rect">
            <a:avLst/>
          </a:prstGeom>
          <a:noFill/>
        </p:spPr>
        <p:txBody>
          <a:bodyPr wrap="square">
            <a:spAutoFit/>
          </a:bodyPr>
          <a:lstStyle/>
          <a:p>
            <a:r>
              <a:rPr sz="1600"/>
              <a:t>AI in Finance Function: Top Use Cases You Need To Know</a:t>
            </a:r>
          </a:p>
        </p:txBody>
      </p:sp>
      <p:sp>
        <p:nvSpPr>
          <p:cNvPr id="6" name="TextBox 5"/>
          <p:cNvSpPr txBox="1"/>
          <p:nvPr/>
        </p:nvSpPr>
        <p:spPr>
          <a:xfrm>
            <a:off x="640080" y="2651760"/>
            <a:ext cx="7315200" cy="3840480"/>
          </a:xfrm>
          <a:prstGeom prst="rect">
            <a:avLst/>
          </a:prstGeom>
          <a:noFill/>
        </p:spPr>
        <p:txBody>
          <a:bodyPr wrap="square">
            <a:spAutoFit/>
          </a:bodyPr>
          <a:lstStyle/>
          <a:p>
            <a:pPr/>
            <a:r>
              <a:t>AI is revolutionizing the finance sector by automating routine tasks, enhancing predictive analytics, and transforming finance functions into strategic partners. Key applications include AI-powered invoice processing, predictive cash flow forecasting, and intelligent expense management, which improve efficiency and accuracy. According to a 2023 Gartner report, 80% of CFOs plan to increase AI investments by 2026, with AI in finance expected to reach $64.03 billion by 2030. Real-world examples, such as PepsiCo's use of AI for invoice processing and PayPal's fraud detection system, demonstrate significant time and cost savings.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smartdev.com/ai-use-cases-in-finance-function/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Five generative AI use cases for the financial services ...</a:t>
            </a:r>
          </a:p>
        </p:txBody>
      </p:sp>
      <p:sp>
        <p:nvSpPr>
          <p:cNvPr id="5" name="TextBox 4"/>
          <p:cNvSpPr txBox="1"/>
          <p:nvPr/>
        </p:nvSpPr>
        <p:spPr>
          <a:xfrm>
            <a:off x="640080" y="1828799"/>
            <a:ext cx="7315200" cy="731520"/>
          </a:xfrm>
          <a:prstGeom prst="rect">
            <a:avLst/>
          </a:prstGeom>
          <a:noFill/>
        </p:spPr>
        <p:txBody>
          <a:bodyPr wrap="square">
            <a:spAutoFit/>
          </a:bodyPr>
          <a:lstStyle/>
          <a:p>
            <a:r>
              <a:rPr sz="1600"/>
              <a:t>Five generative AI use cases for the financial services ...</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is poised to transform the financial services industry, with 82% of organizations believing it will significantly impact their sector, according to a Google Cloud study. Key applications include enhancing productivity in document synthesis, improving customer service with advanced virtual assistants, aiding capital markets research, assisting in regulatory compliance, and providing personalized financial recommendations. Companies like Deutsche Bank and MSCI are already leveraging Google Cloud's gen AI to enhance operational efficiencies and innovation. Gen AI offers capabilities such as conversational interactions, intuitive data access, and content generation, which can be implemented using tools like Google Cloud’s Vertex AI.</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cloud.google.com/blog/topics/financial-services/five-generative-ai-use-cases-financial-services-industry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Skip The Hype Reel — GPT-5’s Real Story Is In The System Card</a:t>
            </a:r>
          </a:p>
        </p:txBody>
      </p:sp>
      <p:sp>
        <p:nvSpPr>
          <p:cNvPr id="5" name="TextBox 4"/>
          <p:cNvSpPr txBox="1"/>
          <p:nvPr/>
        </p:nvSpPr>
        <p:spPr>
          <a:xfrm>
            <a:off x="640080" y="1828799"/>
            <a:ext cx="7315200" cy="731520"/>
          </a:xfrm>
          <a:prstGeom prst="rect">
            <a:avLst/>
          </a:prstGeom>
          <a:noFill/>
        </p:spPr>
        <p:txBody>
          <a:bodyPr wrap="square">
            <a:spAutoFit/>
          </a:bodyPr>
          <a:lstStyle/>
          <a:p>
            <a:r>
              <a:rPr sz="1600"/>
              <a:t>Skip The Hype Reel — GPT-5’s Real Story Is In The System Card</a:t>
            </a:r>
          </a:p>
        </p:txBody>
      </p:sp>
      <p:sp>
        <p:nvSpPr>
          <p:cNvPr id="6" name="TextBox 5"/>
          <p:cNvSpPr txBox="1"/>
          <p:nvPr/>
        </p:nvSpPr>
        <p:spPr>
          <a:xfrm>
            <a:off x="640080" y="2651760"/>
            <a:ext cx="7315200" cy="3840480"/>
          </a:xfrm>
          <a:prstGeom prst="rect">
            <a:avLst/>
          </a:prstGeom>
          <a:noFill/>
        </p:spPr>
        <p:txBody>
          <a:bodyPr wrap="square">
            <a:spAutoFit/>
          </a:bodyPr>
          <a:lstStyle/>
          <a:p>
            <a:pPr/>
            <a:r>
              <a:t>GPT-5 introduces significant improvements in its core system, focusing on integrated routing, a rebuilt multimodal core, and adaptive inference, which address operational challenges in generative AI applications. The model features native multimodel routing, automating trade-off decisions for cost, speed, and accuracy, and a unified architecture for handling text, images, audio, and code inputs. GPT-5 also implements dynamic safeguards for real-time risk scoring and parallel fact-checking to enhance safety and accuracy, reducing hallucination rates and improving resistance to manipulation. While the advancements may not be immediately visible, they result in better performance, simpler AI integration, and more predictable cost-performance balance for enterprises.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forrester.com/blogs/skip-the-hype-reel-gpt-5s-real-story-is-in-the-system-card/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400" b="1"/>
              <a:t>OpenAI’s New Open Models Accelerated Locally on NVIDIA GeForce RTX and RTX PRO GPUs</a:t>
            </a:r>
          </a:p>
        </p:txBody>
      </p:sp>
      <p:sp>
        <p:nvSpPr>
          <p:cNvPr id="5" name="TextBox 4"/>
          <p:cNvSpPr txBox="1"/>
          <p:nvPr/>
        </p:nvSpPr>
        <p:spPr>
          <a:xfrm>
            <a:off x="640080" y="2240280"/>
            <a:ext cx="7315200" cy="731520"/>
          </a:xfrm>
          <a:prstGeom prst="rect">
            <a:avLst/>
          </a:prstGeom>
          <a:noFill/>
        </p:spPr>
        <p:txBody>
          <a:bodyPr wrap="square">
            <a:spAutoFit/>
          </a:bodyPr>
          <a:lstStyle/>
          <a:p>
            <a:r>
              <a:rPr sz="1600"/>
              <a:t>OpenAI’s New Open Models Accelerated Locally on NVIDIA GeForce RTX and RTX PRO GPUs</a:t>
            </a:r>
          </a:p>
        </p:txBody>
      </p:sp>
      <p:sp>
        <p:nvSpPr>
          <p:cNvPr id="6" name="TextBox 5"/>
          <p:cNvSpPr txBox="1"/>
          <p:nvPr/>
        </p:nvSpPr>
        <p:spPr>
          <a:xfrm>
            <a:off x="640080" y="3063240"/>
            <a:ext cx="7315200" cy="3840480"/>
          </a:xfrm>
          <a:prstGeom prst="rect">
            <a:avLst/>
          </a:prstGeom>
          <a:noFill/>
        </p:spPr>
        <p:txBody>
          <a:bodyPr wrap="square">
            <a:spAutoFit/>
          </a:bodyPr>
          <a:lstStyle/>
          <a:p>
            <a:pPr/>
            <a:r>
              <a:t>NVIDIA, in collaboration with OpenAI, has optimized its new open-source gpt-oss models for NVIDIA GPUs, enabling fast inference from cloud to PC. The launch of gpt-oss-20b and gpt-oss-120b models allows AI enthusiasts and developers to use these models on NVIDIA RTX AI PCs and workstations, achieving up to 256 tokens per second on the NVIDIA GeForce RTX 5090 GPU. These models, which support up to 131,072 context lengths, are designed for tasks like web search and document comprehension and are the first MXFP4 models supported on NVIDIA RTX. The Ollama app provides an easy way to test these models on RTX AI PCs, offering features like multimodal support and customizable context lengths.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blogs.nvidia.com/blog/rtx-ai-garage-openai-oss/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Introducing AEGIS — The Guardrails That CISOs Need For The Agentic Enterprise</a:t>
            </a:r>
          </a:p>
        </p:txBody>
      </p:sp>
      <p:sp>
        <p:nvSpPr>
          <p:cNvPr id="5" name="TextBox 4"/>
          <p:cNvSpPr txBox="1"/>
          <p:nvPr/>
        </p:nvSpPr>
        <p:spPr>
          <a:xfrm>
            <a:off x="640080" y="1828799"/>
            <a:ext cx="7315200" cy="731520"/>
          </a:xfrm>
          <a:prstGeom prst="rect">
            <a:avLst/>
          </a:prstGeom>
          <a:noFill/>
        </p:spPr>
        <p:txBody>
          <a:bodyPr wrap="square">
            <a:spAutoFit/>
          </a:bodyPr>
          <a:lstStyle/>
          <a:p>
            <a:r>
              <a:rPr sz="1600"/>
              <a:t>Introducing AEGIS — The Guardrails That CISOs Need For The Agentic Enterprise</a:t>
            </a:r>
          </a:p>
        </p:txBody>
      </p:sp>
      <p:sp>
        <p:nvSpPr>
          <p:cNvPr id="6" name="TextBox 5"/>
          <p:cNvSpPr txBox="1"/>
          <p:nvPr/>
        </p:nvSpPr>
        <p:spPr>
          <a:xfrm>
            <a:off x="640080" y="2651760"/>
            <a:ext cx="7315200" cy="3840480"/>
          </a:xfrm>
          <a:prstGeom prst="rect">
            <a:avLst/>
          </a:prstGeom>
          <a:noFill/>
        </p:spPr>
        <p:txBody>
          <a:bodyPr wrap="square">
            <a:spAutoFit/>
          </a:bodyPr>
          <a:lstStyle/>
          <a:p>
            <a:pPr/>
            <a:r>
              <a:t>Forrester has introduced AEGIS, a framework designed to help CISOs secure agentic AI enterprises, which are characterized by autonomous, scalable systems that exhibit emergent behavior. Traditional cybersecurity models are inadequate for these systems, which can bypass entitlements, trigger cascading failures, and obscure causal provenance. AEGIS consists of six domains: Governance, Risk, and Compliance (GRC); Identity and Access Management (IAM); Data Security and Privacy; Application Security; Threat Management; and Zero Trust Architecture. The framework emphasizes principles like least agency and continuous assurance, and provides a phased implementation roadmap to help organizations adapt to the new paradigm of securing intent rather than infrastructure.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forrester.com/blogs/introducing-aegis-the-guardrails-cisos-need-for-the-agentic-enterprise/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600" b="1"/>
              <a:t>The AI race</a:t>
            </a:r>
          </a:p>
        </p:txBody>
      </p:sp>
      <p:sp>
        <p:nvSpPr>
          <p:cNvPr id="5" name="TextBox 4"/>
          <p:cNvSpPr txBox="1"/>
          <p:nvPr/>
        </p:nvSpPr>
        <p:spPr>
          <a:xfrm>
            <a:off x="640080" y="1828799"/>
            <a:ext cx="7315200" cy="731520"/>
          </a:xfrm>
          <a:prstGeom prst="rect">
            <a:avLst/>
          </a:prstGeom>
          <a:noFill/>
        </p:spPr>
        <p:txBody>
          <a:bodyPr wrap="square">
            <a:spAutoFit/>
          </a:bodyPr>
          <a:lstStyle/>
          <a:p>
            <a:r>
              <a:rPr sz="1600"/>
              <a:t>The AI race</a:t>
            </a:r>
          </a:p>
        </p:txBody>
      </p:sp>
      <p:sp>
        <p:nvSpPr>
          <p:cNvPr id="6" name="TextBox 5"/>
          <p:cNvSpPr txBox="1"/>
          <p:nvPr/>
        </p:nvSpPr>
        <p:spPr>
          <a:xfrm>
            <a:off x="640080" y="2651760"/>
            <a:ext cx="7315200" cy="3840480"/>
          </a:xfrm>
          <a:prstGeom prst="rect">
            <a:avLst/>
          </a:prstGeom>
          <a:noFill/>
        </p:spPr>
        <p:txBody>
          <a:bodyPr wrap="square">
            <a:spAutoFit/>
          </a:bodyPr>
          <a:lstStyle/>
          <a:p>
            <a:pPr/>
            <a:r>
              <a:t>The article is a three-part series that delves into the competition for AI capacity and the crucial role of data centers, which are central to capital investments amounting to hundreds of billions of dollars. It highlights the significant financial commitment being made towards enhancing AI infrastructure and the strategic importance of data centers in this technological race.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ft.com/content/722fa7c0-81f1-45c9-a43e-27f100a4928c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400" b="1"/>
              <a:t>The unique, mathematical shortcuts language models use to predict dynamic scenarios</a:t>
            </a:r>
          </a:p>
        </p:txBody>
      </p:sp>
      <p:sp>
        <p:nvSpPr>
          <p:cNvPr id="5" name="TextBox 4"/>
          <p:cNvSpPr txBox="1"/>
          <p:nvPr/>
        </p:nvSpPr>
        <p:spPr>
          <a:xfrm>
            <a:off x="640080" y="2240280"/>
            <a:ext cx="7315200" cy="731520"/>
          </a:xfrm>
          <a:prstGeom prst="rect">
            <a:avLst/>
          </a:prstGeom>
          <a:noFill/>
        </p:spPr>
        <p:txBody>
          <a:bodyPr wrap="square">
            <a:spAutoFit/>
          </a:bodyPr>
          <a:lstStyle/>
          <a:p>
            <a:r>
              <a:rPr sz="1600"/>
              <a:t>The unique, mathematical shortcuts language models use to predict dynamic scenarios</a:t>
            </a:r>
          </a:p>
        </p:txBody>
      </p:sp>
      <p:sp>
        <p:nvSpPr>
          <p:cNvPr id="6" name="TextBox 5"/>
          <p:cNvSpPr txBox="1"/>
          <p:nvPr/>
        </p:nvSpPr>
        <p:spPr>
          <a:xfrm>
            <a:off x="640080" y="3063240"/>
            <a:ext cx="7315200" cy="3840480"/>
          </a:xfrm>
          <a:prstGeom prst="rect">
            <a:avLst/>
          </a:prstGeom>
          <a:noFill/>
        </p:spPr>
        <p:txBody>
          <a:bodyPr wrap="square">
            <a:spAutoFit/>
          </a:bodyPr>
          <a:lstStyle/>
          <a:p>
            <a:pPr/>
            <a:r>
              <a:t>Researchers from MIT's CSAIL and Department of Electrical Engineering and Computer Science have discovered that language models use mathematical shortcuts, rather than human-like sequential processing, to predict outcomes in dynamic tasks. By analyzing transformer-based models with experiments similar to a concentration game, they identified two main algorithms: the Associative Algorithm, which organizes steps into hierarchies, and the Parity-Associative Algorithm, which uses heuristics to predict permutations. The study found that models relying on heuristics generalize worse, and pre-training objectives can influence these tendencies. The research, supported by various organizations, was presented at the International Conference on Machine Learning.</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news.mit.edu/2025/unique-mathematical-shortcuts-language-models-use-to-predict-dynamic-scenarios-0721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