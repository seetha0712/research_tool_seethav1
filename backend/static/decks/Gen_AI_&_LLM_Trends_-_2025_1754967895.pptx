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oracle.com/human-capital-management/hr/generative-ai-hr-use-cas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vktr.com/ai-disruption/5-ai-case-studies-in-h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cubeo.ai/10-use-cases-of-ai-in-hr-with-real-world-case-studi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researchgate.net/publication/380437578_Using_generative_AI_in_human_resource_development_an_applied_research_stud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hono.ai/blog/generative-ai-in-hr-benefits-use-cases-and-future-trend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bcg.com/publications/2023/transforming-human-resources-using-generative-a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mckinsey.com/capabilities/people-and-organizational-performance/our-insights/the-organization-blog/four-ways-to-start-using-generative-ai-in-h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peoplestrong.com/blog/generative-ai-in-h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joshbersin.com/2023/03/the-role-of-generative-ai-and-large-language-models-in-h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9</a:t>
            </a:r>
          </a:p>
          <a:p>
            <a:pPr lvl="1"/>
            <a:r>
              <a:t>Uncategorized: 0</a:t>
            </a:r>
          </a:p>
          <a:p>
            <a:pPr lvl="1"/>
            <a:r>
              <a:t>AI &amp; GenAI Trends: 0</a:t>
            </a:r>
          </a:p>
          <a:p>
            <a:pPr lvl="1"/>
            <a:r>
              <a:t>AI in Financial Institutions: 9</a:t>
            </a:r>
          </a:p>
          <a:p>
            <a:pPr lvl="1"/>
            <a:r>
              <a:t>Leading AI Innovators: 0</a:t>
            </a:r>
          </a:p>
          <a:p>
            <a:pPr lvl="1"/>
            <a:r>
              <a:t>Agentic AI: 0</a:t>
            </a:r>
          </a:p>
          <a:p>
            <a:pPr lvl="1"/>
            <a:r>
              <a:t>Broader AI Topics: 0</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What HR Needs to Know About Generative AI</a:t>
            </a:r>
          </a:p>
        </p:txBody>
      </p:sp>
      <p:sp>
        <p:nvSpPr>
          <p:cNvPr id="5" name="TextBox 4"/>
          <p:cNvSpPr txBox="1"/>
          <p:nvPr/>
        </p:nvSpPr>
        <p:spPr>
          <a:xfrm>
            <a:off x="640080" y="1828799"/>
            <a:ext cx="7315200" cy="731520"/>
          </a:xfrm>
          <a:prstGeom prst="rect">
            <a:avLst/>
          </a:prstGeom>
          <a:noFill/>
        </p:spPr>
        <p:txBody>
          <a:bodyPr wrap="square">
            <a:spAutoFit/>
          </a:bodyPr>
          <a:lstStyle/>
          <a:p>
            <a:r>
              <a:rPr sz="1600"/>
              <a:t>What HR Needs to Know About Generative AI</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increasingly being utilized in human resources to enhance efficiency and productivity, with applications in drafting job descriptions, summarizing employee feedback, and improving onboarding processes. According to a January 2024 SHRM survey, only 25% of US HR professionals currently use AI, primarily for talent acquisition, where 65% use it for generating job descriptions. GenAI aids in creating personalized learning programs, summarizing performance data, and supporting employee engagement, ultimately enabling HR teams to focus on strategic tasks like workforce planning and talent development. Tools like Oracle Fusion Cloud HCM integrate GenAI to automate HR processes and improve employee experiences by providing personalized support and insights.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oracle.com/human-capital-management/hr/generative-ai-hr-use-cases/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5 AI Case Studies in HR</a:t>
            </a:r>
          </a:p>
        </p:txBody>
      </p:sp>
      <p:sp>
        <p:nvSpPr>
          <p:cNvPr id="5" name="TextBox 4"/>
          <p:cNvSpPr txBox="1"/>
          <p:nvPr/>
        </p:nvSpPr>
        <p:spPr>
          <a:xfrm>
            <a:off x="640080" y="1828799"/>
            <a:ext cx="7315200" cy="731520"/>
          </a:xfrm>
          <a:prstGeom prst="rect">
            <a:avLst/>
          </a:prstGeom>
          <a:noFill/>
        </p:spPr>
        <p:txBody>
          <a:bodyPr wrap="square">
            <a:spAutoFit/>
          </a:bodyPr>
          <a:lstStyle/>
          <a:p>
            <a:r>
              <a:rPr sz="1600"/>
              <a:t>5 AI Case Studies in HR</a:t>
            </a:r>
          </a:p>
        </p:txBody>
      </p:sp>
      <p:sp>
        <p:nvSpPr>
          <p:cNvPr id="6" name="TextBox 5"/>
          <p:cNvSpPr txBox="1"/>
          <p:nvPr/>
        </p:nvSpPr>
        <p:spPr>
          <a:xfrm>
            <a:off x="640080" y="2651760"/>
            <a:ext cx="7315200" cy="3840480"/>
          </a:xfrm>
          <a:prstGeom prst="rect">
            <a:avLst/>
          </a:prstGeom>
          <a:noFill/>
        </p:spPr>
        <p:txBody>
          <a:bodyPr wrap="square">
            <a:spAutoFit/>
          </a:bodyPr>
          <a:lstStyle/>
          <a:p>
            <a:pPr/>
            <a:r>
              <a:t>Companies across various industries are leveraging AI to enhance recruitment processes, manage applicant volumes, and achieve diversity goals. RingCentral increased its candidate pipeline by 40% and interest from under-represented groups by 40% using Findem’s AI-driven talent search solution. Mastercard, using Phenom's platform, increased interview scheduling by 85% and added 900% more candidate profiles to its database. Straits Interactive developed an AI Data Protection Officer assistant with Rackspace to make data privacy information accessible to all employees. Manipal Health Enterprises used Leena AI’s software to reduce new hire attrition by 5% and save over 60,000 hours for employees and HR teams. T-Mobile utilized Textio’s AI-based solution to improve diversity in recruitment, resulting in 17% more women applicants and faster position filling.</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vktr.com/ai-disruption/5-ai-case-studies-in-hr/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10 Use Cases of AI in HR with real-world case studies</a:t>
            </a:r>
          </a:p>
        </p:txBody>
      </p:sp>
      <p:sp>
        <p:nvSpPr>
          <p:cNvPr id="5" name="TextBox 4"/>
          <p:cNvSpPr txBox="1"/>
          <p:nvPr/>
        </p:nvSpPr>
        <p:spPr>
          <a:xfrm>
            <a:off x="640080" y="1828799"/>
            <a:ext cx="7315200" cy="731520"/>
          </a:xfrm>
          <a:prstGeom prst="rect">
            <a:avLst/>
          </a:prstGeom>
          <a:noFill/>
        </p:spPr>
        <p:txBody>
          <a:bodyPr wrap="square">
            <a:spAutoFit/>
          </a:bodyPr>
          <a:lstStyle/>
          <a:p>
            <a:r>
              <a:rPr sz="1600"/>
              <a:t>10 Use Cases of AI in HR with real-world case studies</a:t>
            </a:r>
          </a:p>
        </p:txBody>
      </p:sp>
      <p:sp>
        <p:nvSpPr>
          <p:cNvPr id="6" name="TextBox 5"/>
          <p:cNvSpPr txBox="1"/>
          <p:nvPr/>
        </p:nvSpPr>
        <p:spPr>
          <a:xfrm>
            <a:off x="640080" y="2651760"/>
            <a:ext cx="7315200" cy="3840480"/>
          </a:xfrm>
          <a:prstGeom prst="rect">
            <a:avLst/>
          </a:prstGeom>
          <a:noFill/>
        </p:spPr>
        <p:txBody>
          <a:bodyPr wrap="square">
            <a:spAutoFit/>
          </a:bodyPr>
          <a:lstStyle/>
          <a:p>
            <a:pPr/>
            <a:r>
              <a:t>AI is rapidly transforming the HR landscape, with 38% of HR leaders already exploring or using AI to enhance efficiency. By adopting AI, organizations can improve decision-making, employee experience, and cost savings, with the AI in HR market projected to grow from USD 5.9 billion in 2023 to USD 26.5 billion by 2033. Companies like Unilever and IBM have successfully implemented AI to streamline recruitment and onboarding processes, respectively, while others like Microsoft and PepsiCo use AI to improve employee engagement and diversity. However, ethical considerations such as bias, transparency, and data privacy remain crucial challenges.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cubeo.ai/10-use-cases-of-ai-in-hr-with-real-world-case-studies/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(PDF) Using generative AI in human resource development</a:t>
            </a:r>
          </a:p>
        </p:txBody>
      </p:sp>
      <p:sp>
        <p:nvSpPr>
          <p:cNvPr id="5" name="TextBox 4"/>
          <p:cNvSpPr txBox="1"/>
          <p:nvPr/>
        </p:nvSpPr>
        <p:spPr>
          <a:xfrm>
            <a:off x="640080" y="1828799"/>
            <a:ext cx="7315200" cy="731520"/>
          </a:xfrm>
          <a:prstGeom prst="rect">
            <a:avLst/>
          </a:prstGeom>
          <a:noFill/>
        </p:spPr>
        <p:txBody>
          <a:bodyPr wrap="square">
            <a:spAutoFit/>
          </a:bodyPr>
          <a:lstStyle/>
          <a:p>
            <a:r>
              <a:rPr sz="1600"/>
              <a:t>(PDF) Using generative AI in human resource development</a:t>
            </a:r>
          </a:p>
        </p:txBody>
      </p:sp>
      <p:sp>
        <p:nvSpPr>
          <p:cNvPr id="6" name="TextBox 5"/>
          <p:cNvSpPr txBox="1"/>
          <p:nvPr/>
        </p:nvSpPr>
        <p:spPr>
          <a:xfrm>
            <a:off x="640080" y="2651760"/>
            <a:ext cx="7315200" cy="3840480"/>
          </a:xfrm>
          <a:prstGeom prst="rect">
            <a:avLst/>
          </a:prstGeom>
          <a:noFill/>
        </p:spPr>
        <p:txBody>
          <a:bodyPr wrap="square">
            <a:spAutoFit/>
          </a:bodyPr>
          <a:lstStyle/>
          <a:p>
            <a:pPr/>
            <a:r>
              <a:t>The study explores the potential applications of ChatGPT, a generative AI model, in human resource development, particularly focusing on its use in public dental health education, academic writing, research, and clinical practice. It aims to understand how such AI tools can enhance these areas by leveraging their ability to generate text-based responses. The research highlights the growing interest and accessibility of AI programs like ChatGPT, which are becoming integral in various professional fields.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researchgate.net/publication/380437578_Using_generative_AI_in_human_resource_development_an_applied_research_study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Generative AI in HR: Benefits, Use Cases, and Future Trends</a:t>
            </a:r>
          </a:p>
        </p:txBody>
      </p:sp>
      <p:sp>
        <p:nvSpPr>
          <p:cNvPr id="5" name="TextBox 4"/>
          <p:cNvSpPr txBox="1"/>
          <p:nvPr/>
        </p:nvSpPr>
        <p:spPr>
          <a:xfrm>
            <a:off x="640080" y="1828799"/>
            <a:ext cx="7315200" cy="731520"/>
          </a:xfrm>
          <a:prstGeom prst="rect">
            <a:avLst/>
          </a:prstGeom>
          <a:noFill/>
        </p:spPr>
        <p:txBody>
          <a:bodyPr wrap="square">
            <a:spAutoFit/>
          </a:bodyPr>
          <a:lstStyle/>
          <a:p>
            <a:r>
              <a:rPr sz="1600"/>
              <a:t>Generative AI in HR: Benefits, Use Cases, and Future Trends</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revolutionizing HR by automating tasks, enhancing recruitment, and improving employee experiences, with 38% of HR leaders piloting or planning to implement it. AI HR software, such as HONO, streamlines processes, predicts employee needs, and offers personalized development, leading to improved efficiency, cost reduction, and data-driven decision-making. The technology automates routine tasks, improves compliance, reduces bias in recruitment, and provides insights into workforce planning, resulting in significant ROI. The future of AI in HR includes more strategic roles, deeper insights, and seamless integration into daily workflows.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hono.ai/blog/generative-ai-in-hr-benefits-use-cases-and-future-trends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How Generative AI Will Transform HR</a:t>
            </a:r>
          </a:p>
        </p:txBody>
      </p:sp>
      <p:sp>
        <p:nvSpPr>
          <p:cNvPr id="5" name="TextBox 4"/>
          <p:cNvSpPr txBox="1"/>
          <p:nvPr/>
        </p:nvSpPr>
        <p:spPr>
          <a:xfrm>
            <a:off x="640080" y="1828799"/>
            <a:ext cx="7315200" cy="731520"/>
          </a:xfrm>
          <a:prstGeom prst="rect">
            <a:avLst/>
          </a:prstGeom>
          <a:noFill/>
        </p:spPr>
        <p:txBody>
          <a:bodyPr wrap="square">
            <a:spAutoFit/>
          </a:bodyPr>
          <a:lstStyle/>
          <a:p>
            <a:r>
              <a:rPr sz="1600"/>
              <a:t>How Generative AI Will Transform HR</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accelerating HR's engagement with artificial intelligence by offering capabilities such as content creation and data summarization, which enhance recruiting and employee engagement. GenAI is transforming HR into a strategic function by increasing self-service, enhancing productivity, and providing personalized HR services, leading to a comprehensive, data-driven talent ecosystem. With GenAI, HR can boost productivity by up to 30%, as seen in a company that reduced its annual budget by 10% over three years, and it enables HR to reimagine its service model while ensuring ethical AI use. HR leaders must guide GenAI deployment responsibly, balancing productivity gains with talent effectiveness, and leading the broader company transformation.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bcg.com/publications/2023/transforming-human-resources-using-generative-ai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Four ways to start using generative AI in HR</a:t>
            </a:r>
          </a:p>
        </p:txBody>
      </p:sp>
      <p:sp>
        <p:nvSpPr>
          <p:cNvPr id="5" name="TextBox 4"/>
          <p:cNvSpPr txBox="1"/>
          <p:nvPr/>
        </p:nvSpPr>
        <p:spPr>
          <a:xfrm>
            <a:off x="640080" y="1828799"/>
            <a:ext cx="7315200" cy="731520"/>
          </a:xfrm>
          <a:prstGeom prst="rect">
            <a:avLst/>
          </a:prstGeom>
          <a:noFill/>
        </p:spPr>
        <p:txBody>
          <a:bodyPr wrap="square">
            <a:spAutoFit/>
          </a:bodyPr>
          <a:lstStyle/>
          <a:p>
            <a:r>
              <a:rPr sz="1600"/>
              <a:t>Four ways to start using generative AI in HR</a:t>
            </a:r>
          </a:p>
        </p:txBody>
      </p:sp>
      <p:sp>
        <p:nvSpPr>
          <p:cNvPr id="6" name="TextBox 5"/>
          <p:cNvSpPr txBox="1"/>
          <p:nvPr/>
        </p:nvSpPr>
        <p:spPr>
          <a:xfrm>
            <a:off x="640080" y="2651760"/>
            <a:ext cx="7315200" cy="3840480"/>
          </a:xfrm>
          <a:prstGeom prst="rect">
            <a:avLst/>
          </a:prstGeom>
          <a:noFill/>
        </p:spPr>
        <p:txBody>
          <a:bodyPr wrap="square">
            <a:spAutoFit/>
          </a:bodyPr>
          <a:lstStyle/>
          <a:p>
            <a:pPr/>
            <a:r>
              <a:t>The analysis identifies that generative AI holds significant potential in the HR sector, particularly in talent acquisition, recruiting, and onboarding, where it could contribute to about 20 percent of value. This suggests that implementing generative AI in these areas could streamline processes and enhance efficiency. The findings highlight the transformative impact AI could have on HR functions, optimizing how organizations attract and integrate new talent.</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mckinsey.com/capabilities/people-and-organizational-performance/our-insights/the-organization-blog/four-ways-to-start-using-generative-ai-in-hr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Generative AI in HR: Best Use Cases + Ways to Use it</a:t>
            </a:r>
          </a:p>
        </p:txBody>
      </p:sp>
      <p:sp>
        <p:nvSpPr>
          <p:cNvPr id="5" name="TextBox 4"/>
          <p:cNvSpPr txBox="1"/>
          <p:nvPr/>
        </p:nvSpPr>
        <p:spPr>
          <a:xfrm>
            <a:off x="640080" y="1828799"/>
            <a:ext cx="7315200" cy="731520"/>
          </a:xfrm>
          <a:prstGeom prst="rect">
            <a:avLst/>
          </a:prstGeom>
          <a:noFill/>
        </p:spPr>
        <p:txBody>
          <a:bodyPr wrap="square">
            <a:spAutoFit/>
          </a:bodyPr>
          <a:lstStyle/>
          <a:p>
            <a:r>
              <a:rPr sz="1600"/>
              <a:t>Generative AI in HR: Best Use Cases + Ways to Use it</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rapidly transforming HR practices, with 90% of HR leaders planning to use AI for hiring, training, and retention in the next five years, and 79% already exploring its applications. GenAI is being utilized for predictive hiring, personalized learning, real-time sentiment analysis, and more, moving HR from process-driven to language-driven operations. Companies like PeopleStrong are leveraging GenAI for smart job matching, automated screening, and personalized employee development plans, while also addressing challenges like bias and data privacy. GenAI is not just a chatbot; it reshapes workflows, enhances decision-making, and requires no dedicated AI team to implement.</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peoplestrong.com/blog/generative-ai-in-hr/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The Role Of Generative AI And Large Language Models in ...</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Role Of Generative AI And Large Language Models in ...</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and Large Language Models (LLMs) are poised to transform Human Resources by improving decision-making processes that are traditionally based on judgment and bias. These AI technologies can analyze vast amounts of textual data to enhance job descriptions, create skills models, and improve recruitment by identifying suitable candidates through comprehensive data analysis. Additionally, they can assist in salary benchmarking and pay equity analysis, performance management, and coaching, ultimately leading to better employee satisfaction and productivity. The implementation of these AI tools in HR is expected to drive significant business value by making decisions more data-driven and less biased.</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joshbersin.com/2023/03/the-role-of-generative-ai-and-large-language-models-in-hr/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