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martdev.com/ai-use-cases-in-aud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tax.thomsonreuters.com/blog/beyond-the-hype-real-world-applications-of-genai-in-audit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zbrain.ai/generative-ai-for-internal-audi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3</a:t>
            </a:r>
          </a:p>
          <a:p>
            <a:pPr lvl="1"/>
            <a:r>
              <a:t>Uncategorized: 0</a:t>
            </a:r>
          </a:p>
          <a:p>
            <a:pPr lvl="1"/>
            <a:r>
              <a:t>AI &amp; GenAI Trends: 0</a:t>
            </a:r>
          </a:p>
          <a:p>
            <a:pPr lvl="1"/>
            <a:r>
              <a:t>AI in Financial Institutions: 3</a:t>
            </a:r>
          </a:p>
          <a:p>
            <a:pPr lvl="1"/>
            <a:r>
              <a:t>Leading AI Innovators: 0</a:t>
            </a:r>
          </a:p>
          <a:p>
            <a:pPr lvl="1"/>
            <a:r>
              <a:t>Agentic AI: 0</a:t>
            </a:r>
          </a:p>
          <a:p>
            <a:pPr lvl="1"/>
            <a:r>
              <a:t>Broader AI Topics: 0</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AI in Audit: Top Use Cases You Need To Know - SmartDev</a:t>
            </a:r>
          </a:p>
        </p:txBody>
      </p:sp>
      <p:sp>
        <p:nvSpPr>
          <p:cNvPr id="5" name="TextBox 4"/>
          <p:cNvSpPr txBox="1"/>
          <p:nvPr/>
        </p:nvSpPr>
        <p:spPr>
          <a:xfrm>
            <a:off x="640080" y="1828799"/>
            <a:ext cx="7315200" cy="731520"/>
          </a:xfrm>
          <a:prstGeom prst="rect">
            <a:avLst/>
          </a:prstGeom>
          <a:noFill/>
        </p:spPr>
        <p:txBody>
          <a:bodyPr wrap="square">
            <a:spAutoFit/>
          </a:bodyPr>
          <a:lstStyle/>
          <a:p>
            <a:r>
              <a:rPr sz="1600"/>
              <a:t>AI in Audit: Top Use Cases You Need To Know - SmartDev</a:t>
            </a:r>
          </a:p>
        </p:txBody>
      </p:sp>
      <p:sp>
        <p:nvSpPr>
          <p:cNvPr id="6" name="TextBox 5"/>
          <p:cNvSpPr txBox="1"/>
          <p:nvPr/>
        </p:nvSpPr>
        <p:spPr>
          <a:xfrm>
            <a:off x="640080" y="2651760"/>
            <a:ext cx="7315200" cy="3840480"/>
          </a:xfrm>
          <a:prstGeom prst="rect">
            <a:avLst/>
          </a:prstGeom>
          <a:noFill/>
        </p:spPr>
        <p:txBody>
          <a:bodyPr wrap="square">
            <a:spAutoFit/>
          </a:bodyPr>
          <a:lstStyle/>
          <a:p>
            <a:pPr/>
            <a:r>
              <a:t>Artificial Intelligence (AI) is transforming the auditing landscape by automating data analysis, enhancing accuracy, and predicting risk areas, which allows auditors to identify irregularities and reduce compliance risks with increased precision and speed. AI adoption in auditing is accelerating, with nearly 70% of audit executives expecting increased use of AI and automation in the next three years, driven by the need for enhanced accuracy and efficiency. The global AI audit market is projected to grow to approximately $3 billion by 2028, with a CAGR of 22.5%, as AI continues to address key pain points such as data overload and process inefficiencies. AI-driven tools have led to a 50% reduction in manual processes and data processing times, allowing auditors to focus on higher-value tasks and strategic risk management.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smartdev.com/ai-use-cases-in-audit/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Beyond the hype: Real-world applications of GenAI in auditing</a:t>
            </a:r>
          </a:p>
        </p:txBody>
      </p:sp>
      <p:sp>
        <p:nvSpPr>
          <p:cNvPr id="5" name="TextBox 4"/>
          <p:cNvSpPr txBox="1"/>
          <p:nvPr/>
        </p:nvSpPr>
        <p:spPr>
          <a:xfrm>
            <a:off x="640080" y="1828799"/>
            <a:ext cx="7315200" cy="731520"/>
          </a:xfrm>
          <a:prstGeom prst="rect">
            <a:avLst/>
          </a:prstGeom>
          <a:noFill/>
        </p:spPr>
        <p:txBody>
          <a:bodyPr wrap="square">
            <a:spAutoFit/>
          </a:bodyPr>
          <a:lstStyle/>
          <a:p>
            <a:r>
              <a:rPr sz="1600"/>
              <a:t>Beyond the hype: Real-world applications of GenAI in auditing</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(GenAI) is transforming the auditing industry by increasing efficiency, accuracy, and strategic insight, with its adoption rising from 8% to 21% of firms in the past year. GenAI automates tasks such as document review, enhances risk assessment, and aids in regulatory compliance, with tools like Thomson Reuters Audit Intelligence Analyze and Guided Assurance leading the way. The number of firms with no plans to use AI has decreased from 49% to 25%, indicating growing acceptance of AI technologies. GenAI also provides data-driven insights and can be integrated incrementally into existing workflows to minimize disruption.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tax.thomsonreuters.com/blog/beyond-the-hype-real-world-applications-of-genai-in-auditing/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Generative AI in internal audit: Scope, integration, use cases ...</a:t>
            </a:r>
          </a:p>
        </p:txBody>
      </p:sp>
      <p:sp>
        <p:nvSpPr>
          <p:cNvPr id="5" name="TextBox 4"/>
          <p:cNvSpPr txBox="1"/>
          <p:nvPr/>
        </p:nvSpPr>
        <p:spPr>
          <a:xfrm>
            <a:off x="640080" y="1828799"/>
            <a:ext cx="7315200" cy="731520"/>
          </a:xfrm>
          <a:prstGeom prst="rect">
            <a:avLst/>
          </a:prstGeom>
          <a:noFill/>
        </p:spPr>
        <p:txBody>
          <a:bodyPr wrap="square">
            <a:spAutoFit/>
          </a:bodyPr>
          <a:lstStyle/>
          <a:p>
            <a:r>
              <a:rPr sz="1600"/>
              <a:t>Generative AI in internal audit: Scope, integration, use cases ...</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revolutionizing internal audits by automating data analysis, risk assessment, and compliance monitoring, with 41% of chief audit executives already using or planning to implement this technology. A Gartner survey shows 12% of audit departments have integrated GenAI models like OpenAI’s GPT and Google Gemini, with 29% planning implementation within a year. By 2027, 99% of businesses are expected to use AI in financial reporting, with 97% planning to deploy generative AI, highlighting its transformative potential. The GenAI audit market, valued at USD 73.9 million in 2023, is projected to grow to over USD 2,100 million by 2033, driven by the need for efficient audits across sectors.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zbrain.ai/generative-ai-for-internal-audit/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