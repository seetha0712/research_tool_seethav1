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mfg.co.jp/english/dx_link/article/0117.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721/moodys-warns-slow-ai-adoption-could-erode-margins-and-market-share?utm_medium=rssfinextra&amp;utm_source=finextrafee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jri.co.jp/file/advanced/advanced-technology/pdf/15800_en.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global-affairs/strategic-collaboration-with-japan-digital-agenc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samsung-and-sk-join-stargat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cognizant.com/us/en/insights/insights-blog/japan-generative-ai-adopti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orrester.com/blogs/how-to-build-ai-red-teams-that-actually-work/"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wrap="square"/>
          <a:lstStyle/>
          <a:p>
            <a:r>
              <a:t>Total articles: 7</a:t>
            </a:r>
          </a:p>
          <a:p>
            <a:pPr lvl="1"/>
            <a:r>
              <a:t>Uncategorized: 0</a:t>
            </a:r>
          </a:p>
          <a:p>
            <a:pPr lvl="1"/>
            <a:r>
              <a:t>AI &amp; GenAI Trends: 1</a:t>
            </a:r>
          </a:p>
          <a:p>
            <a:pPr lvl="1"/>
            <a:r>
              <a:t>AI in Financial Institutions: 2</a:t>
            </a:r>
          </a:p>
          <a:p>
            <a:pPr lvl="1"/>
            <a:r>
              <a:t>Leading AI Innovators: 3</a:t>
            </a:r>
          </a:p>
          <a:p>
            <a:pPr lvl="1"/>
            <a:r>
              <a:t>Agentic AI: 0</a:t>
            </a:r>
          </a:p>
          <a:p>
            <a:pPr lvl="1"/>
            <a:r>
              <a:t>Broader AI Topics: 1</a:t>
            </a:r>
          </a:p>
          <a:p>
            <a:pPr lvl="1"/>
            <a:r>
              <a:t>Tech Corner: 0</a:t>
            </a:r>
          </a:p>
          <a:p>
            <a:pPr lvl="1"/>
            <a:r>
              <a:t>AI Beyond Finance: 0</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SMBC-GAI: The Inside Story on the SMBC Group's Own AI Assistant</a:t>
            </a:r>
          </a:p>
        </p:txBody>
      </p:sp>
      <p:sp>
        <p:nvSpPr>
          <p:cNvPr id="3" name="TextBox 2"/>
          <p:cNvSpPr txBox="1"/>
          <p:nvPr/>
        </p:nvSpPr>
        <p:spPr>
          <a:xfrm>
            <a:off x="640080" y="1828799"/>
            <a:ext cx="7315200" cy="731520"/>
          </a:xfrm>
          <a:prstGeom prst="rect">
            <a:avLst/>
          </a:prstGeom>
          <a:noFill/>
        </p:spPr>
        <p:txBody>
          <a:bodyPr wrap="square">
            <a:spAutoFit/>
          </a:bodyPr>
          <a:lstStyle/>
          <a:p>
            <a:r>
              <a:rPr sz="1600"/>
              <a:t>SMBC-GAI: The Inside Story on the SMBC Group's Own AI Assistant</a:t>
            </a:r>
          </a:p>
        </p:txBody>
      </p:sp>
      <p:sp>
        <p:nvSpPr>
          <p:cNvPr id="4" name="TextBox 3"/>
          <p:cNvSpPr txBox="1"/>
          <p:nvPr/>
        </p:nvSpPr>
        <p:spPr>
          <a:xfrm>
            <a:off x="640080" y="2651760"/>
            <a:ext cx="7315200" cy="3840480"/>
          </a:xfrm>
          <a:prstGeom prst="rect">
            <a:avLst/>
          </a:prstGeom>
          <a:noFill/>
        </p:spPr>
        <p:txBody>
          <a:bodyPr wrap="square">
            <a:spAutoFit/>
          </a:bodyPr>
          <a:lstStyle/>
          <a:p>
            <a:pPr/>
            <a:r>
              <a:t>In July 2023, SMBC Group became the first major Japanese banking group to develop and implement its own AI assistant, SMBC-GAI, accessible only to its employees within a private network. The AI tool, embedded in Microsoft Teams, was developed in just four months, with a significant focus on creating guidelines to ensure safe and secure usage. The development process leveraged Microsoft’s Azure OpenAI Service and was driven by SMBC Group's proactive adoption of AI technologies. Since its release, SMBC-GAI has been used approximately 12,000 times a day, aiding in tasks such as information lookup, document translation, and email drafting, with plans to further integrate it into business operations like call center support.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smfg.co.jp/english/dx_link/article/0117.html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Moody’s warns slow AI adoption could erode margins and market share</a:t>
            </a:r>
          </a:p>
        </p:txBody>
      </p:sp>
      <p:sp>
        <p:nvSpPr>
          <p:cNvPr id="3" name="TextBox 2"/>
          <p:cNvSpPr txBox="1"/>
          <p:nvPr/>
        </p:nvSpPr>
        <p:spPr>
          <a:xfrm>
            <a:off x="640080" y="1828799"/>
            <a:ext cx="7315200" cy="731520"/>
          </a:xfrm>
          <a:prstGeom prst="rect">
            <a:avLst/>
          </a:prstGeom>
          <a:noFill/>
        </p:spPr>
        <p:txBody>
          <a:bodyPr wrap="square">
            <a:spAutoFit/>
          </a:bodyPr>
          <a:lstStyle/>
          <a:p>
            <a:r>
              <a:rPr sz="1600"/>
              <a:t>Moody’s warns slow AI adoption could erode margins and market share</a:t>
            </a:r>
          </a:p>
        </p:txBody>
      </p:sp>
      <p:sp>
        <p:nvSpPr>
          <p:cNvPr id="4" name="TextBox 3"/>
          <p:cNvSpPr txBox="1"/>
          <p:nvPr/>
        </p:nvSpPr>
        <p:spPr>
          <a:xfrm>
            <a:off x="640080" y="2651760"/>
            <a:ext cx="7315200" cy="3840480"/>
          </a:xfrm>
          <a:prstGeom prst="rect">
            <a:avLst/>
          </a:prstGeom>
          <a:noFill/>
        </p:spPr>
        <p:txBody>
          <a:bodyPr wrap="square">
            <a:spAutoFit/>
          </a:bodyPr>
          <a:lstStyle/>
          <a:p>
            <a:pPr/>
            <a:r>
              <a:t>Moody's Ratings has updated its AI Corporate Heatmap, highlighting AI as a significant factor in corporate creditworthiness through 2030, with two scenarios: conservative and optimistic. Firms slow to adopt AI risk margin erosion, market-share loss, and higher capital costs, while early adopters may gain efficiency. High-gain sectors include finance, healthcare, insurance, and logistics, whereas utilities and heavy manufacturing face structural barriers. Regional disparities will affect AI benefits, with the US leading in tech ecosystems, and boards often underestimate the financial risks of slow AI adoption.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finextra.com/newsarticle/46721/moodys-warns-slow-ai-adoption-could-erode-margins-and-market-share?utm_medium=rssfinextra&amp;utm_source=finextrafeed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[PDF] Finance × Generative AI</a:t>
            </a:r>
          </a:p>
        </p:txBody>
      </p:sp>
      <p:sp>
        <p:nvSpPr>
          <p:cNvPr id="3" name="TextBox 2"/>
          <p:cNvSpPr txBox="1"/>
          <p:nvPr/>
        </p:nvSpPr>
        <p:spPr>
          <a:xfrm>
            <a:off x="640080" y="1828799"/>
            <a:ext cx="7315200" cy="731520"/>
          </a:xfrm>
          <a:prstGeom prst="rect">
            <a:avLst/>
          </a:prstGeom>
          <a:noFill/>
        </p:spPr>
        <p:txBody>
          <a:bodyPr wrap="square">
            <a:spAutoFit/>
          </a:bodyPr>
          <a:lstStyle/>
          <a:p>
            <a:r>
              <a:rPr sz="1600"/>
              <a:t>[PDF] Finance × Generative AI</a:t>
            </a:r>
          </a:p>
        </p:txBody>
      </p:sp>
      <p:sp>
        <p:nvSpPr>
          <p:cNvPr id="4" name="TextBox 3"/>
          <p:cNvSpPr txBox="1"/>
          <p:nvPr/>
        </p:nvSpPr>
        <p:spPr>
          <a:xfrm>
            <a:off x="640080" y="2651760"/>
            <a:ext cx="7315200" cy="3840480"/>
          </a:xfrm>
          <a:prstGeom prst="rect">
            <a:avLst/>
          </a:prstGeom>
          <a:noFill/>
        </p:spPr>
        <p:txBody>
          <a:bodyPr wrap="square">
            <a:spAutoFit/>
          </a:bodyPr>
          <a:lstStyle/>
          <a:p>
            <a:pPr/>
            <a:r>
              <a:t>The case study by The Japan Research Institute highlights that financial firms are primarily investing in multimodal AI and robotics, which accounts for 32% of their tech development efforts. Other significant areas of focus include fairness, privacy, and security (19%), time series forecasting and analysis (16%), and finance-specific language models and natural language processing (16%). Additionally, these firms are emphasizing the importance of clear prompts and the integration of explicit knowledge in their AI strategies.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jri.co.jp/file/advanced/advanced-technology/pdf/15800_en.pdf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OpenAI announces strategic collaboration with Japan’s Digital Agency</a:t>
            </a:r>
          </a:p>
        </p:txBody>
      </p:sp>
      <p:sp>
        <p:nvSpPr>
          <p:cNvPr id="3" name="TextBox 2"/>
          <p:cNvSpPr txBox="1"/>
          <p:nvPr/>
        </p:nvSpPr>
        <p:spPr>
          <a:xfrm>
            <a:off x="640080" y="1828799"/>
            <a:ext cx="7315200" cy="731520"/>
          </a:xfrm>
          <a:prstGeom prst="rect">
            <a:avLst/>
          </a:prstGeom>
          <a:noFill/>
        </p:spPr>
        <p:txBody>
          <a:bodyPr wrap="square">
            <a:spAutoFit/>
          </a:bodyPr>
          <a:lstStyle/>
          <a:p>
            <a:r>
              <a:rPr sz="1600"/>
              <a:t>OpenAI announces strategic collaboration with Japan’s Digital Agency</a:t>
            </a:r>
          </a:p>
        </p:txBody>
      </p:sp>
      <p:sp>
        <p:nvSpPr>
          <p:cNvPr id="4" name="TextBox 3"/>
          <p:cNvSpPr txBox="1"/>
          <p:nvPr/>
        </p:nvSpPr>
        <p:spPr>
          <a:xfrm>
            <a:off x="640080" y="2651760"/>
            <a:ext cx="7315200" cy="3840480"/>
          </a:xfrm>
          <a:prstGeom prst="rect">
            <a:avLst/>
          </a:prstGeom>
          <a:noFill/>
        </p:spPr>
        <p:txBody>
          <a:bodyPr wrap="square">
            <a:spAutoFit/>
          </a:bodyPr>
          <a:lstStyle/>
          <a:p>
            <a:pPr/>
            <a:r>
              <a:t>OpenAI and Japan’s Digital Agency partner to advance generative AI in public services, support international AI governance, and promote safe, trustworthy AI adoption worldwide.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openai.com/global-affairs/strategic-collaboration-with-japan-digital-agency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400" b="1"/>
              <a:t>Samsung and SK join OpenAI’s Stargate initiative to advance global AI infrastructure</a:t>
            </a:r>
          </a:p>
        </p:txBody>
      </p:sp>
      <p:sp>
        <p:nvSpPr>
          <p:cNvPr id="3" name="TextBox 2"/>
          <p:cNvSpPr txBox="1"/>
          <p:nvPr/>
        </p:nvSpPr>
        <p:spPr>
          <a:xfrm>
            <a:off x="640080" y="2240280"/>
            <a:ext cx="7315200" cy="731520"/>
          </a:xfrm>
          <a:prstGeom prst="rect">
            <a:avLst/>
          </a:prstGeom>
          <a:noFill/>
        </p:spPr>
        <p:txBody>
          <a:bodyPr wrap="square">
            <a:spAutoFit/>
          </a:bodyPr>
          <a:lstStyle/>
          <a:p>
            <a:r>
              <a:rPr sz="1600"/>
              <a:t>Samsung and SK join OpenAI’s Stargate initiative to advance global AI infrastructure</a:t>
            </a:r>
          </a:p>
        </p:txBody>
      </p:sp>
      <p:sp>
        <p:nvSpPr>
          <p:cNvPr id="4" name="TextBox 3"/>
          <p:cNvSpPr txBox="1"/>
          <p:nvPr/>
        </p:nvSpPr>
        <p:spPr>
          <a:xfrm>
            <a:off x="640080" y="3063240"/>
            <a:ext cx="7315200" cy="3840480"/>
          </a:xfrm>
          <a:prstGeom prst="rect">
            <a:avLst/>
          </a:prstGeom>
          <a:noFill/>
        </p:spPr>
        <p:txBody>
          <a:bodyPr wrap="square">
            <a:spAutoFit/>
          </a:bodyPr>
          <a:lstStyle/>
          <a:p>
            <a:pPr/>
            <a:r>
              <a:t>Samsung and SK join OpenAI’s Stargate initiative to expand global AI infrastructure, scaling advanced memory chip production and building next-gen data centers in Korea.</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openai.com/index/samsung-and-sk-join-stargate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Japanese businesses can unleash gen AI by addressing top inhibitors</a:t>
            </a:r>
          </a:p>
        </p:txBody>
      </p:sp>
      <p:sp>
        <p:nvSpPr>
          <p:cNvPr id="3" name="TextBox 2"/>
          <p:cNvSpPr txBox="1"/>
          <p:nvPr/>
        </p:nvSpPr>
        <p:spPr>
          <a:xfrm>
            <a:off x="640080" y="1828799"/>
            <a:ext cx="7315200" cy="731520"/>
          </a:xfrm>
          <a:prstGeom prst="rect">
            <a:avLst/>
          </a:prstGeom>
          <a:noFill/>
        </p:spPr>
        <p:txBody>
          <a:bodyPr wrap="square">
            <a:spAutoFit/>
          </a:bodyPr>
          <a:lstStyle/>
          <a:p>
            <a:r>
              <a:rPr sz="1600"/>
              <a:t>Japanese businesses can unleash gen AI by addressing top inhibitors</a:t>
            </a:r>
          </a:p>
        </p:txBody>
      </p:sp>
      <p:sp>
        <p:nvSpPr>
          <p:cNvPr id="4" name="TextBox 3"/>
          <p:cNvSpPr txBox="1"/>
          <p:nvPr/>
        </p:nvSpPr>
        <p:spPr>
          <a:xfrm>
            <a:off x="640080" y="2651760"/>
            <a:ext cx="7315200" cy="3840480"/>
          </a:xfrm>
          <a:prstGeom prst="rect">
            <a:avLst/>
          </a:prstGeom>
          <a:noFill/>
        </p:spPr>
        <p:txBody>
          <a:bodyPr wrap="square">
            <a:spAutoFit/>
          </a:bodyPr>
          <a:lstStyle/>
          <a:p>
            <a:pPr/>
            <a:r>
              <a:t>Japan, despite being technologically advanced, is cautious about adopting immature technologies like generative AI, investing only $23 million this year compared to the global average of $47 million. The country's focus on physical products over software has led to a lag in AI integration, with 63% of businesses feeling they aren't advancing rapidly enough in AI strategies. The study of 2,200 business leaders, including 200 from Japan, highlights market demand, data readiness, and flexible operating models as AI adoption accelerators, while talent shortages and inflexible business models are major inhibitors. Japan's AI adoption is further supported by government investments, such as AWS's $15.24 billion cloud infrastructure expansion and a $740 million partnership with NVIDIA to enhance AI infrastructure.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cognizant.com/us/en/insights/insights-blog/japan-generative-ai-adoption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How To Build AI Red Teams That Actually Work</a:t>
            </a:r>
          </a:p>
        </p:txBody>
      </p:sp>
      <p:sp>
        <p:nvSpPr>
          <p:cNvPr id="3" name="TextBox 2"/>
          <p:cNvSpPr txBox="1"/>
          <p:nvPr/>
        </p:nvSpPr>
        <p:spPr>
          <a:xfrm>
            <a:off x="640080" y="1828799"/>
            <a:ext cx="7315200" cy="731520"/>
          </a:xfrm>
          <a:prstGeom prst="rect">
            <a:avLst/>
          </a:prstGeom>
          <a:noFill/>
        </p:spPr>
        <p:txBody>
          <a:bodyPr wrap="square">
            <a:spAutoFit/>
          </a:bodyPr>
          <a:lstStyle/>
          <a:p>
            <a:r>
              <a:rPr sz="1600"/>
              <a:t>How To Build AI Red Teams That Actually Work</a:t>
            </a:r>
          </a:p>
        </p:txBody>
      </p:sp>
      <p:sp>
        <p:nvSpPr>
          <p:cNvPr id="4" name="TextBox 3"/>
          <p:cNvSpPr txBox="1"/>
          <p:nvPr/>
        </p:nvSpPr>
        <p:spPr>
          <a:xfrm>
            <a:off x="640080" y="2651760"/>
            <a:ext cx="7315200" cy="3840480"/>
          </a:xfrm>
          <a:prstGeom prst="rect">
            <a:avLst/>
          </a:prstGeom>
          <a:noFill/>
        </p:spPr>
        <p:txBody>
          <a:bodyPr wrap="square">
            <a:spAutoFit/>
          </a:bodyPr>
          <a:lstStyle/>
          <a:p>
            <a:pPr/>
            <a:r>
              <a:t>AI red teaming is essential for securing generative AI systems, which are increasingly integrated into business operations. It involves using offensive security tactics to evaluate AI systems for bias, toxicity, and reputational harm, addressing multimodal attack vectors across text, image, video, and audio. Effective AI red teaming supports governance, compliance, and customer trust, meeting GDPR and EU AI Act requirements, and should include agentic red teaming, threat modeling specific to application context, and probabilistic risk modeling. Costs for AI red teaming range from $25,000 to $200,000, depending on scope and methodology, and it is crucial for maintaining brand reputation and regulatory compliance.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forrester.com/blogs/how-to-build-ai-red-teams-that-actually-work/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